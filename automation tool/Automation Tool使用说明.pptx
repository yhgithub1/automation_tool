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83" r:id="rId3"/>
  </p:sldMasterIdLst>
  <p:handoutMasterIdLst>
    <p:handoutMasterId r:id="rId18"/>
  </p:handoutMasterIdLst>
  <p:sldIdLst>
    <p:sldId id="273" r:id="rId4"/>
    <p:sldId id="281" r:id="rId5"/>
    <p:sldId id="310" r:id="rId6"/>
    <p:sldId id="287" r:id="rId7"/>
    <p:sldId id="286" r:id="rId8"/>
    <p:sldId id="311" r:id="rId9"/>
    <p:sldId id="312" r:id="rId10"/>
    <p:sldId id="313" r:id="rId11"/>
    <p:sldId id="314" r:id="rId12"/>
    <p:sldId id="594" r:id="rId13"/>
    <p:sldId id="595" r:id="rId14"/>
    <p:sldId id="596" r:id="rId15"/>
    <p:sldId id="597" r:id="rId16"/>
    <p:sldId id="272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34" autoAdjust="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22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3896D92F-279F-9A9B-B04E-5F39547D03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3851145-B525-EF28-C90A-C8C7F364E8B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A2CED5-4FC5-4061-AD5D-29AB3A39B4A8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F08E371-D21F-1E1D-E5D0-F51F81A3626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8EE09E4-CF28-500D-090C-0D6FE45A2A3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95624-5BEC-4DF8-8B29-ED3EA3B162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64160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0E119B-DD52-46E2-C041-6A179ADBE9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3D489FA-2989-43AA-8163-07C030BB67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4D882B-0A43-A43A-EDAE-14DD591E5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50A1D-EE8A-4106-B991-88A4816BF4A3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E87892-9ED2-9232-691C-43F27C74C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7F4627-3C30-390B-5CF8-D89CF3E4C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F6050-C91B-4798-BF0A-E5013A6747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1367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4CD51F-7CC6-799C-6057-206BD708F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104BC6-BDFF-C148-E502-B8E970BC75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B896FC-8A37-BABB-7FAF-FE1879798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50A1D-EE8A-4106-B991-88A4816BF4A3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0C92C9-6832-ABCA-C166-B669F7791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09AE72-F960-6E17-8D41-71BE7523A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F6050-C91B-4798-BF0A-E5013A6747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6396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BAAD5A-1B4D-E65E-A4E2-DF32B3A38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E7D9002-BE25-C240-2CE7-366DE1DF5A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2E1B8B-BD43-201C-E1A5-C963E245A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50A1D-EE8A-4106-B991-88A4816BF4A3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BC26A2-811A-6DC4-EFFB-E6C5C8E18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12C011-8B30-98D4-2851-2C1668171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F6050-C91B-4798-BF0A-E5013A6747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5110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CF937B-2D38-67A0-ED41-0A5F012A3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7C6284-6606-24A7-67B7-9147851A6B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D44A854-1858-6235-E87C-E5968985A0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3C2ED04-A64C-2EFF-0A6F-5D312AEFA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50A1D-EE8A-4106-B991-88A4816BF4A3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21F6DF4-75DA-47D1-412C-155536A60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DE70CB2-C135-B609-B98D-8ABE316AB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F6050-C91B-4798-BF0A-E5013A6747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7309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99645B-BC1B-698B-B97A-6369AD703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1AEC40E-8C04-AF33-362C-6ADC4E2070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8AC64AF-912A-F902-4CEA-882B192ABA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2E73DF7-577F-B8C5-8CF7-1A079B7502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4487B14-B46F-DED1-0955-F2207CA47A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5E9E2DF-3DA8-75F0-B938-76542FBF7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50A1D-EE8A-4106-B991-88A4816BF4A3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E2DA53D-167B-0DB8-9D90-2F1A5E4DD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5416CDB-3DAA-400B-0741-40FD0582D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F6050-C91B-4798-BF0A-E5013A6747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3825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FC5CC-8FCF-EB6D-141E-59058B1FF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110E86E-CE86-88AA-D6E0-3E904BFA9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50A1D-EE8A-4106-B991-88A4816BF4A3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2C39434-3DD6-037E-BBA4-857702BC3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1D6B17C-8EFC-F4C0-4F63-DF75F7BC9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F6050-C91B-4798-BF0A-E5013A6747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3518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BE71A6B-5A2C-FCBB-DB02-2A2D1A1AC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50A1D-EE8A-4106-B991-88A4816BF4A3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443ED5B-F470-D067-DF79-F766EBB8A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4917F81-D104-A84C-3B49-EE3D2019D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F6050-C91B-4798-BF0A-E5013A6747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0178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46A460-73A8-908C-510B-BEC73EB98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A1BDE6-6D88-414D-48C3-D8C3162D4A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A062988-8E81-D437-F9E7-6E43C5D3D7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942BF36-A454-480D-4A9D-7087486E7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50A1D-EE8A-4106-B991-88A4816BF4A3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73B0B52-00DD-A718-D2A1-C3C8B813B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5884363-0D7F-139B-FE01-59480EC62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F6050-C91B-4798-BF0A-E5013A6747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4852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F0B657-0A7B-46B0-71A1-988FFD70D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DED4943-6AB1-6F3D-EBA0-9D4A6E6893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4AFE5D8-A3B2-74A8-A01C-F8FFA7F56B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F800977-028E-C225-9C6E-1DBA573D7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50A1D-EE8A-4106-B991-88A4816BF4A3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7E3C331-7B9C-D60D-E873-ADF471E4C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644F23A-B8BB-A58F-4422-80611A9D6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F6050-C91B-4798-BF0A-E5013A6747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7309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2191DB-2FCF-7835-E88F-918321448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53C6CC0-86E8-5E72-0127-942B6A3751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15A36A-6F3D-1004-D9AB-07A3BD77A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50A1D-EE8A-4106-B991-88A4816BF4A3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DFCCE1-1613-F174-371E-6899CAEA5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E4D38C-1DA7-6BC0-ABBE-95E0AEA84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F6050-C91B-4798-BF0A-E5013A6747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7670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DA1265E-A87A-B96C-B7D9-77EF727DE2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3630992-F4F5-E902-D2E6-32FCE879A3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610BBA-761A-5AB0-AFAC-1F7105583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50A1D-EE8A-4106-B991-88A4816BF4A3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6FF299-2E91-B944-AA11-8741C1F2E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F2EBB7-6DEB-D3CA-16CE-627519B1F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F6050-C91B-4798-BF0A-E5013A6747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7343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最后一张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uppieren 36">
            <a:extLst>
              <a:ext uri="{FF2B5EF4-FFF2-40B4-BE49-F238E27FC236}">
                <a16:creationId xmlns:a16="http://schemas.microsoft.com/office/drawing/2014/main" id="{1229B81B-3BC9-4C4E-BC49-D492ED0AE5A3}"/>
              </a:ext>
            </a:extLst>
          </p:cNvPr>
          <p:cNvGrpSpPr/>
          <p:nvPr/>
        </p:nvGrpSpPr>
        <p:grpSpPr>
          <a:xfrm>
            <a:off x="307324" y="-697715"/>
            <a:ext cx="11367557" cy="411958"/>
            <a:chOff x="307324" y="6944501"/>
            <a:chExt cx="11367557" cy="411958"/>
          </a:xfrm>
        </p:grpSpPr>
        <p:grpSp>
          <p:nvGrpSpPr>
            <p:cNvPr id="38" name="Gruppieren 37">
              <a:extLst>
                <a:ext uri="{FF2B5EF4-FFF2-40B4-BE49-F238E27FC236}">
                  <a16:creationId xmlns:a16="http://schemas.microsoft.com/office/drawing/2014/main" id="{29DBBDE8-145D-48CA-ABEA-F6E431E07455}"/>
                </a:ext>
              </a:extLst>
            </p:cNvPr>
            <p:cNvGrpSpPr/>
            <p:nvPr/>
          </p:nvGrpSpPr>
          <p:grpSpPr>
            <a:xfrm rot="16200000">
              <a:off x="205653" y="7046174"/>
              <a:ext cx="411956" cy="208614"/>
              <a:chOff x="-615197" y="4303061"/>
              <a:chExt cx="411956" cy="208614"/>
            </a:xfrm>
          </p:grpSpPr>
          <p:cxnSp>
            <p:nvCxnSpPr>
              <p:cNvPr id="49" name="Gerader Verbinder 48">
                <a:extLst>
                  <a:ext uri="{FF2B5EF4-FFF2-40B4-BE49-F238E27FC236}">
                    <a16:creationId xmlns:a16="http://schemas.microsoft.com/office/drawing/2014/main" id="{B18F7A21-A187-4A80-AD36-6F7A5F3447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Textfeld 49">
                <a:extLst>
                  <a:ext uri="{FF2B5EF4-FFF2-40B4-BE49-F238E27FC236}">
                    <a16:creationId xmlns:a16="http://schemas.microsoft.com/office/drawing/2014/main" id="{933F3CF2-5045-4DD1-82F3-F37EEB92D0EB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15.50</a:t>
                </a:r>
              </a:p>
            </p:txBody>
          </p:sp>
        </p:grpSp>
        <p:grpSp>
          <p:nvGrpSpPr>
            <p:cNvPr id="39" name="Gruppieren 38">
              <a:extLst>
                <a:ext uri="{FF2B5EF4-FFF2-40B4-BE49-F238E27FC236}">
                  <a16:creationId xmlns:a16="http://schemas.microsoft.com/office/drawing/2014/main" id="{510C8A72-9705-4493-8AA2-8B8786A37B86}"/>
                </a:ext>
              </a:extLst>
            </p:cNvPr>
            <p:cNvGrpSpPr/>
            <p:nvPr/>
          </p:nvGrpSpPr>
          <p:grpSpPr>
            <a:xfrm rot="16200000">
              <a:off x="5641253" y="7046174"/>
              <a:ext cx="411956" cy="208614"/>
              <a:chOff x="-615197" y="4303061"/>
              <a:chExt cx="411956" cy="208614"/>
            </a:xfrm>
          </p:grpSpPr>
          <p:cxnSp>
            <p:nvCxnSpPr>
              <p:cNvPr id="47" name="Gerader Verbinder 46">
                <a:extLst>
                  <a:ext uri="{FF2B5EF4-FFF2-40B4-BE49-F238E27FC236}">
                    <a16:creationId xmlns:a16="http://schemas.microsoft.com/office/drawing/2014/main" id="{EC543AE1-8E22-4B41-BBB2-A89FE4581B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Textfeld 47">
                <a:extLst>
                  <a:ext uri="{FF2B5EF4-FFF2-40B4-BE49-F238E27FC236}">
                    <a16:creationId xmlns:a16="http://schemas.microsoft.com/office/drawing/2014/main" id="{5546E6D1-8C2D-4527-B66F-D910A1C9A386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00.40</a:t>
                </a:r>
              </a:p>
            </p:txBody>
          </p:sp>
        </p:grpSp>
        <p:grpSp>
          <p:nvGrpSpPr>
            <p:cNvPr id="40" name="Gruppieren 39">
              <a:extLst>
                <a:ext uri="{FF2B5EF4-FFF2-40B4-BE49-F238E27FC236}">
                  <a16:creationId xmlns:a16="http://schemas.microsoft.com/office/drawing/2014/main" id="{7F3C7852-BCFE-4BBC-82E5-82114090568E}"/>
                </a:ext>
              </a:extLst>
            </p:cNvPr>
            <p:cNvGrpSpPr/>
            <p:nvPr/>
          </p:nvGrpSpPr>
          <p:grpSpPr>
            <a:xfrm rot="5400000">
              <a:off x="6093326" y="7050196"/>
              <a:ext cx="411957" cy="200568"/>
              <a:chOff x="-615198" y="4354167"/>
              <a:chExt cx="411957" cy="200568"/>
            </a:xfrm>
          </p:grpSpPr>
          <p:cxnSp>
            <p:nvCxnSpPr>
              <p:cNvPr id="45" name="Gerader Verbinder 44">
                <a:extLst>
                  <a:ext uri="{FF2B5EF4-FFF2-40B4-BE49-F238E27FC236}">
                    <a16:creationId xmlns:a16="http://schemas.microsoft.com/office/drawing/2014/main" id="{B2DE2385-A59E-444E-B8C5-C1DEEDFDA1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Textfeld 45">
                <a:extLst>
                  <a:ext uri="{FF2B5EF4-FFF2-40B4-BE49-F238E27FC236}">
                    <a16:creationId xmlns:a16="http://schemas.microsoft.com/office/drawing/2014/main" id="{A5A454F7-5DD5-4F9E-97E5-590A41C6EE40}"/>
                  </a:ext>
                </a:extLst>
              </p:cNvPr>
              <p:cNvSpPr txBox="1"/>
              <p:nvPr/>
            </p:nvSpPr>
            <p:spPr>
              <a:xfrm rot="10800000">
                <a:off x="-615198" y="4354167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00.40</a:t>
                </a:r>
              </a:p>
            </p:txBody>
          </p:sp>
        </p:grpSp>
        <p:cxnSp>
          <p:nvCxnSpPr>
            <p:cNvPr id="41" name="Gerader Verbinder 40">
              <a:extLst>
                <a:ext uri="{FF2B5EF4-FFF2-40B4-BE49-F238E27FC236}">
                  <a16:creationId xmlns:a16="http://schemas.microsoft.com/office/drawing/2014/main" id="{4E69EA8C-F18E-4C18-AE0B-9A6906A1BB6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890022" y="7150480"/>
              <a:ext cx="411956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2" name="Gruppieren 41">
              <a:extLst>
                <a:ext uri="{FF2B5EF4-FFF2-40B4-BE49-F238E27FC236}">
                  <a16:creationId xmlns:a16="http://schemas.microsoft.com/office/drawing/2014/main" id="{DE24C1D0-8660-4377-BAB2-5F75F38DB335}"/>
                </a:ext>
              </a:extLst>
            </p:cNvPr>
            <p:cNvGrpSpPr/>
            <p:nvPr/>
          </p:nvGrpSpPr>
          <p:grpSpPr>
            <a:xfrm rot="16200000">
              <a:off x="11364596" y="7046174"/>
              <a:ext cx="411956" cy="208614"/>
              <a:chOff x="-615197" y="4303061"/>
              <a:chExt cx="411956" cy="208614"/>
            </a:xfrm>
          </p:grpSpPr>
          <p:cxnSp>
            <p:nvCxnSpPr>
              <p:cNvPr id="43" name="Gerader Verbinder 42">
                <a:extLst>
                  <a:ext uri="{FF2B5EF4-FFF2-40B4-BE49-F238E27FC236}">
                    <a16:creationId xmlns:a16="http://schemas.microsoft.com/office/drawing/2014/main" id="{28D2CC4B-289D-49C8-BD5E-11BD119EE4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Textfeld 43">
                <a:extLst>
                  <a:ext uri="{FF2B5EF4-FFF2-40B4-BE49-F238E27FC236}">
                    <a16:creationId xmlns:a16="http://schemas.microsoft.com/office/drawing/2014/main" id="{27DADC70-C78C-4126-9670-F82F045102B5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15.50</a:t>
                </a:r>
              </a:p>
            </p:txBody>
          </p:sp>
        </p:grpSp>
      </p:grpSp>
      <p:grpSp>
        <p:nvGrpSpPr>
          <p:cNvPr id="51" name="Gruppieren 50">
            <a:extLst>
              <a:ext uri="{FF2B5EF4-FFF2-40B4-BE49-F238E27FC236}">
                <a16:creationId xmlns:a16="http://schemas.microsoft.com/office/drawing/2014/main" id="{4D0BDE00-4637-498A-AC41-41347C3A6B4A}"/>
              </a:ext>
            </a:extLst>
          </p:cNvPr>
          <p:cNvGrpSpPr/>
          <p:nvPr/>
        </p:nvGrpSpPr>
        <p:grpSpPr>
          <a:xfrm>
            <a:off x="-697714" y="80201"/>
            <a:ext cx="411956" cy="6713707"/>
            <a:chOff x="-502267" y="80201"/>
            <a:chExt cx="411956" cy="6713707"/>
          </a:xfrm>
        </p:grpSpPr>
        <p:grpSp>
          <p:nvGrpSpPr>
            <p:cNvPr id="52" name="Gruppieren 51">
              <a:extLst>
                <a:ext uri="{FF2B5EF4-FFF2-40B4-BE49-F238E27FC236}">
                  <a16:creationId xmlns:a16="http://schemas.microsoft.com/office/drawing/2014/main" id="{B9539BCF-1B5F-4E08-88F3-AD89B0086E87}"/>
                </a:ext>
              </a:extLst>
            </p:cNvPr>
            <p:cNvGrpSpPr/>
            <p:nvPr/>
          </p:nvGrpSpPr>
          <p:grpSpPr>
            <a:xfrm>
              <a:off x="-502267" y="6593340"/>
              <a:ext cx="411956" cy="200568"/>
              <a:chOff x="-615197" y="4452994"/>
              <a:chExt cx="411956" cy="200568"/>
            </a:xfrm>
          </p:grpSpPr>
          <p:sp>
            <p:nvSpPr>
              <p:cNvPr id="103" name="Textfeld 102">
                <a:extLst>
                  <a:ext uri="{FF2B5EF4-FFF2-40B4-BE49-F238E27FC236}">
                    <a16:creationId xmlns:a16="http://schemas.microsoft.com/office/drawing/2014/main" id="{B6958F1A-5D61-48B1-B1CD-0B6615FE0C98}"/>
                  </a:ext>
                </a:extLst>
              </p:cNvPr>
              <p:cNvSpPr txBox="1"/>
              <p:nvPr/>
            </p:nvSpPr>
            <p:spPr>
              <a:xfrm>
                <a:off x="-615197" y="4452994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08.92</a:t>
                </a:r>
              </a:p>
            </p:txBody>
          </p:sp>
          <p:cxnSp>
            <p:nvCxnSpPr>
              <p:cNvPr id="104" name="Gerader Verbinder 103">
                <a:extLst>
                  <a:ext uri="{FF2B5EF4-FFF2-40B4-BE49-F238E27FC236}">
                    <a16:creationId xmlns:a16="http://schemas.microsoft.com/office/drawing/2014/main" id="{9B7EF780-7522-4E64-9B5A-FFE1A2CF0A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497389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" name="Gruppieren 52">
              <a:extLst>
                <a:ext uri="{FF2B5EF4-FFF2-40B4-BE49-F238E27FC236}">
                  <a16:creationId xmlns:a16="http://schemas.microsoft.com/office/drawing/2014/main" id="{B0C953D5-9A7B-4909-8CB2-7996B8069518}"/>
                </a:ext>
              </a:extLst>
            </p:cNvPr>
            <p:cNvGrpSpPr/>
            <p:nvPr/>
          </p:nvGrpSpPr>
          <p:grpSpPr>
            <a:xfrm>
              <a:off x="-502267" y="5876163"/>
              <a:ext cx="411956" cy="216662"/>
              <a:chOff x="-615197" y="4295013"/>
              <a:chExt cx="411956" cy="216662"/>
            </a:xfrm>
          </p:grpSpPr>
          <p:cxnSp>
            <p:nvCxnSpPr>
              <p:cNvPr id="101" name="Gerader Verbinder 100">
                <a:extLst>
                  <a:ext uri="{FF2B5EF4-FFF2-40B4-BE49-F238E27FC236}">
                    <a16:creationId xmlns:a16="http://schemas.microsoft.com/office/drawing/2014/main" id="{06015C44-55AF-47A5-A6A5-F6FD508D447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2" name="Textfeld 101">
                <a:extLst>
                  <a:ext uri="{FF2B5EF4-FFF2-40B4-BE49-F238E27FC236}">
                    <a16:creationId xmlns:a16="http://schemas.microsoft.com/office/drawing/2014/main" id="{5F6AAA5B-94F8-4B58-8DFB-9558F23F3CDF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07.40</a:t>
                </a:r>
              </a:p>
            </p:txBody>
          </p:sp>
        </p:grpSp>
        <p:grpSp>
          <p:nvGrpSpPr>
            <p:cNvPr id="54" name="Gruppieren 53">
              <a:extLst>
                <a:ext uri="{FF2B5EF4-FFF2-40B4-BE49-F238E27FC236}">
                  <a16:creationId xmlns:a16="http://schemas.microsoft.com/office/drawing/2014/main" id="{2EDC997B-75FB-42ED-9BAF-96F387D9B302}"/>
                </a:ext>
              </a:extLst>
            </p:cNvPr>
            <p:cNvGrpSpPr/>
            <p:nvPr/>
          </p:nvGrpSpPr>
          <p:grpSpPr>
            <a:xfrm>
              <a:off x="-502267" y="3212338"/>
              <a:ext cx="411956" cy="216662"/>
              <a:chOff x="-615197" y="4295013"/>
              <a:chExt cx="411956" cy="216662"/>
            </a:xfrm>
          </p:grpSpPr>
          <p:cxnSp>
            <p:nvCxnSpPr>
              <p:cNvPr id="99" name="Gerader Verbinder 98">
                <a:extLst>
                  <a:ext uri="{FF2B5EF4-FFF2-40B4-BE49-F238E27FC236}">
                    <a16:creationId xmlns:a16="http://schemas.microsoft.com/office/drawing/2014/main" id="{107E7707-DDF9-43D0-9CE9-E6E9310A48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0" name="Textfeld 99">
                <a:extLst>
                  <a:ext uri="{FF2B5EF4-FFF2-40B4-BE49-F238E27FC236}">
                    <a16:creationId xmlns:a16="http://schemas.microsoft.com/office/drawing/2014/main" id="{120DC845-3542-41A2-A8FE-8E120F86AFEA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00.00</a:t>
                </a:r>
              </a:p>
            </p:txBody>
          </p:sp>
        </p:grpSp>
        <p:grpSp>
          <p:nvGrpSpPr>
            <p:cNvPr id="57" name="Gruppieren 56">
              <a:extLst>
                <a:ext uri="{FF2B5EF4-FFF2-40B4-BE49-F238E27FC236}">
                  <a16:creationId xmlns:a16="http://schemas.microsoft.com/office/drawing/2014/main" id="{C539E3FE-BCDC-4469-AF1E-A1A967AA2CF7}"/>
                </a:ext>
              </a:extLst>
            </p:cNvPr>
            <p:cNvGrpSpPr/>
            <p:nvPr/>
          </p:nvGrpSpPr>
          <p:grpSpPr>
            <a:xfrm>
              <a:off x="-502267" y="835851"/>
              <a:ext cx="411956" cy="216662"/>
              <a:chOff x="-615197" y="4295013"/>
              <a:chExt cx="411956" cy="216662"/>
            </a:xfrm>
          </p:grpSpPr>
          <p:cxnSp>
            <p:nvCxnSpPr>
              <p:cNvPr id="97" name="Gerader Verbinder 96">
                <a:extLst>
                  <a:ext uri="{FF2B5EF4-FFF2-40B4-BE49-F238E27FC236}">
                    <a16:creationId xmlns:a16="http://schemas.microsoft.com/office/drawing/2014/main" id="{84ACBD09-87DF-43B6-8728-6CD6D1C28D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8" name="Textfeld 97">
                <a:extLst>
                  <a:ext uri="{FF2B5EF4-FFF2-40B4-BE49-F238E27FC236}">
                    <a16:creationId xmlns:a16="http://schemas.microsoft.com/office/drawing/2014/main" id="{11B6DD8A-8D5B-4721-AA53-1A66BD4A1C90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06.60</a:t>
                </a:r>
              </a:p>
            </p:txBody>
          </p:sp>
        </p:grpSp>
        <p:grpSp>
          <p:nvGrpSpPr>
            <p:cNvPr id="74" name="Gruppieren 73">
              <a:extLst>
                <a:ext uri="{FF2B5EF4-FFF2-40B4-BE49-F238E27FC236}">
                  <a16:creationId xmlns:a16="http://schemas.microsoft.com/office/drawing/2014/main" id="{882BA134-DE4D-498C-A687-9DF303E90595}"/>
                </a:ext>
              </a:extLst>
            </p:cNvPr>
            <p:cNvGrpSpPr/>
            <p:nvPr/>
          </p:nvGrpSpPr>
          <p:grpSpPr>
            <a:xfrm>
              <a:off x="-502267" y="1412113"/>
              <a:ext cx="411956" cy="216662"/>
              <a:chOff x="-615197" y="4295013"/>
              <a:chExt cx="411956" cy="216662"/>
            </a:xfrm>
          </p:grpSpPr>
          <p:cxnSp>
            <p:nvCxnSpPr>
              <p:cNvPr id="95" name="Gerader Verbinder 94">
                <a:extLst>
                  <a:ext uri="{FF2B5EF4-FFF2-40B4-BE49-F238E27FC236}">
                    <a16:creationId xmlns:a16="http://schemas.microsoft.com/office/drawing/2014/main" id="{75A55289-1886-42A1-AF99-C672367F425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6" name="Textfeld 95">
                <a:extLst>
                  <a:ext uri="{FF2B5EF4-FFF2-40B4-BE49-F238E27FC236}">
                    <a16:creationId xmlns:a16="http://schemas.microsoft.com/office/drawing/2014/main" id="{9E08B203-CE6A-480B-BA4F-448FF3F0717F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05.00</a:t>
                </a:r>
              </a:p>
            </p:txBody>
          </p:sp>
        </p:grpSp>
        <p:grpSp>
          <p:nvGrpSpPr>
            <p:cNvPr id="92" name="Gruppieren 91">
              <a:extLst>
                <a:ext uri="{FF2B5EF4-FFF2-40B4-BE49-F238E27FC236}">
                  <a16:creationId xmlns:a16="http://schemas.microsoft.com/office/drawing/2014/main" id="{A4100796-B6B1-4D3B-AABC-069C36CD65B3}"/>
                </a:ext>
              </a:extLst>
            </p:cNvPr>
            <p:cNvGrpSpPr/>
            <p:nvPr/>
          </p:nvGrpSpPr>
          <p:grpSpPr>
            <a:xfrm>
              <a:off x="-502267" y="80201"/>
              <a:ext cx="411956" cy="216662"/>
              <a:chOff x="-615197" y="4258501"/>
              <a:chExt cx="411956" cy="216662"/>
            </a:xfrm>
          </p:grpSpPr>
          <p:cxnSp>
            <p:nvCxnSpPr>
              <p:cNvPr id="93" name="Gerader Verbinder 92">
                <a:extLst>
                  <a:ext uri="{FF2B5EF4-FFF2-40B4-BE49-F238E27FC236}">
                    <a16:creationId xmlns:a16="http://schemas.microsoft.com/office/drawing/2014/main" id="{5311AD02-97A8-452E-89D6-8E4D605302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475163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4" name="Textfeld 93">
                <a:extLst>
                  <a:ext uri="{FF2B5EF4-FFF2-40B4-BE49-F238E27FC236}">
                    <a16:creationId xmlns:a16="http://schemas.microsoft.com/office/drawing/2014/main" id="{38163816-E91C-42E7-81EB-91AAB2AE08E3}"/>
                  </a:ext>
                </a:extLst>
              </p:cNvPr>
              <p:cNvSpPr txBox="1"/>
              <p:nvPr/>
            </p:nvSpPr>
            <p:spPr>
              <a:xfrm>
                <a:off x="-615197" y="425850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08.70</a:t>
                </a:r>
              </a:p>
            </p:txBody>
          </p:sp>
        </p:grpSp>
      </p:grp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685B901C-D0DA-15F9-57AF-9E5AEDDED0B7}"/>
              </a:ext>
            </a:extLst>
          </p:cNvPr>
          <p:cNvGrpSpPr/>
          <p:nvPr/>
        </p:nvGrpSpPr>
        <p:grpSpPr>
          <a:xfrm>
            <a:off x="5024731" y="2271830"/>
            <a:ext cx="2142538" cy="2169997"/>
            <a:chOff x="5024731" y="2271830"/>
            <a:chExt cx="2142538" cy="2169997"/>
          </a:xfrm>
        </p:grpSpPr>
        <p:sp>
          <p:nvSpPr>
            <p:cNvPr id="6" name="Freihandform: Form 5">
              <a:extLst>
                <a:ext uri="{FF2B5EF4-FFF2-40B4-BE49-F238E27FC236}">
                  <a16:creationId xmlns:a16="http://schemas.microsoft.com/office/drawing/2014/main" id="{E9058652-4FD8-DA7F-424F-1C5FC7AED1EE}"/>
                </a:ext>
              </a:extLst>
            </p:cNvPr>
            <p:cNvSpPr/>
            <p:nvPr/>
          </p:nvSpPr>
          <p:spPr>
            <a:xfrm>
              <a:off x="5024731" y="4114829"/>
              <a:ext cx="2142538" cy="326998"/>
            </a:xfrm>
            <a:custGeom>
              <a:avLst/>
              <a:gdLst>
                <a:gd name="connsiteX0" fmla="*/ 1957197 w 2028921"/>
                <a:gd name="connsiteY0" fmla="*/ 94202 h 309658"/>
                <a:gd name="connsiteX1" fmla="*/ 1937576 w 2028921"/>
                <a:gd name="connsiteY1" fmla="*/ 99631 h 309658"/>
                <a:gd name="connsiteX2" fmla="*/ 1925670 w 2028921"/>
                <a:gd name="connsiteY2" fmla="*/ 113633 h 309658"/>
                <a:gd name="connsiteX3" fmla="*/ 1919764 w 2028921"/>
                <a:gd name="connsiteY3" fmla="*/ 132874 h 309658"/>
                <a:gd name="connsiteX4" fmla="*/ 1918240 w 2028921"/>
                <a:gd name="connsiteY4" fmla="*/ 153638 h 309658"/>
                <a:gd name="connsiteX5" fmla="*/ 1919955 w 2028921"/>
                <a:gd name="connsiteY5" fmla="*/ 174403 h 309658"/>
                <a:gd name="connsiteX6" fmla="*/ 1925955 w 2028921"/>
                <a:gd name="connsiteY6" fmla="*/ 193738 h 309658"/>
                <a:gd name="connsiteX7" fmla="*/ 1937957 w 2028921"/>
                <a:gd name="connsiteY7" fmla="*/ 208312 h 309658"/>
                <a:gd name="connsiteX8" fmla="*/ 1957483 w 2028921"/>
                <a:gd name="connsiteY8" fmla="*/ 214027 h 309658"/>
                <a:gd name="connsiteX9" fmla="*/ 1976343 w 2028921"/>
                <a:gd name="connsiteY9" fmla="*/ 208121 h 309658"/>
                <a:gd name="connsiteX10" fmla="*/ 1988630 w 2028921"/>
                <a:gd name="connsiteY10" fmla="*/ 193453 h 309658"/>
                <a:gd name="connsiteX11" fmla="*/ 1995202 w 2028921"/>
                <a:gd name="connsiteY11" fmla="*/ 174022 h 309658"/>
                <a:gd name="connsiteX12" fmla="*/ 1997107 w 2028921"/>
                <a:gd name="connsiteY12" fmla="*/ 153638 h 309658"/>
                <a:gd name="connsiteX13" fmla="*/ 1995107 w 2028921"/>
                <a:gd name="connsiteY13" fmla="*/ 133350 h 309658"/>
                <a:gd name="connsiteX14" fmla="*/ 1988344 w 2028921"/>
                <a:gd name="connsiteY14" fmla="*/ 114109 h 309658"/>
                <a:gd name="connsiteX15" fmla="*/ 1976057 w 2028921"/>
                <a:gd name="connsiteY15" fmla="*/ 99727 h 309658"/>
                <a:gd name="connsiteX16" fmla="*/ 1957197 w 2028921"/>
                <a:gd name="connsiteY16" fmla="*/ 94202 h 309658"/>
                <a:gd name="connsiteX17" fmla="*/ 821437 w 2028921"/>
                <a:gd name="connsiteY17" fmla="*/ 94107 h 309658"/>
                <a:gd name="connsiteX18" fmla="*/ 801625 w 2028921"/>
                <a:gd name="connsiteY18" fmla="*/ 99536 h 309658"/>
                <a:gd name="connsiteX19" fmla="*/ 789623 w 2028921"/>
                <a:gd name="connsiteY19" fmla="*/ 113538 h 309658"/>
                <a:gd name="connsiteX20" fmla="*/ 783718 w 2028921"/>
                <a:gd name="connsiteY20" fmla="*/ 132779 h 309658"/>
                <a:gd name="connsiteX21" fmla="*/ 782194 w 2028921"/>
                <a:gd name="connsiteY21" fmla="*/ 153543 h 309658"/>
                <a:gd name="connsiteX22" fmla="*/ 783908 w 2028921"/>
                <a:gd name="connsiteY22" fmla="*/ 173165 h 309658"/>
                <a:gd name="connsiteX23" fmla="*/ 789909 w 2028921"/>
                <a:gd name="connsiteY23" fmla="*/ 191738 h 309658"/>
                <a:gd name="connsiteX24" fmla="*/ 801815 w 2028921"/>
                <a:gd name="connsiteY24" fmla="*/ 205169 h 309658"/>
                <a:gd name="connsiteX25" fmla="*/ 821151 w 2028921"/>
                <a:gd name="connsiteY25" fmla="*/ 210407 h 309658"/>
                <a:gd name="connsiteX26" fmla="*/ 840010 w 2028921"/>
                <a:gd name="connsiteY26" fmla="*/ 204978 h 309658"/>
                <a:gd name="connsiteX27" fmla="*/ 852298 w 2028921"/>
                <a:gd name="connsiteY27" fmla="*/ 191262 h 309658"/>
                <a:gd name="connsiteX28" fmla="*/ 859060 w 2028921"/>
                <a:gd name="connsiteY28" fmla="*/ 172974 h 309658"/>
                <a:gd name="connsiteX29" fmla="*/ 861061 w 2028921"/>
                <a:gd name="connsiteY29" fmla="*/ 153543 h 309658"/>
                <a:gd name="connsiteX30" fmla="*/ 859156 w 2028921"/>
                <a:gd name="connsiteY30" fmla="*/ 133255 h 309658"/>
                <a:gd name="connsiteX31" fmla="*/ 852584 w 2028921"/>
                <a:gd name="connsiteY31" fmla="*/ 114014 h 309658"/>
                <a:gd name="connsiteX32" fmla="*/ 840296 w 2028921"/>
                <a:gd name="connsiteY32" fmla="*/ 99632 h 309658"/>
                <a:gd name="connsiteX33" fmla="*/ 821437 w 2028921"/>
                <a:gd name="connsiteY33" fmla="*/ 94107 h 309658"/>
                <a:gd name="connsiteX34" fmla="*/ 1107663 w 2028921"/>
                <a:gd name="connsiteY34" fmla="*/ 93916 h 309658"/>
                <a:gd name="connsiteX35" fmla="*/ 1088803 w 2028921"/>
                <a:gd name="connsiteY35" fmla="*/ 99441 h 309658"/>
                <a:gd name="connsiteX36" fmla="*/ 1076516 w 2028921"/>
                <a:gd name="connsiteY36" fmla="*/ 113633 h 309658"/>
                <a:gd name="connsiteX37" fmla="*/ 1069753 w 2028921"/>
                <a:gd name="connsiteY37" fmla="*/ 132779 h 309658"/>
                <a:gd name="connsiteX38" fmla="*/ 1067753 w 2028921"/>
                <a:gd name="connsiteY38" fmla="*/ 153067 h 309658"/>
                <a:gd name="connsiteX39" fmla="*/ 1069658 w 2028921"/>
                <a:gd name="connsiteY39" fmla="*/ 173450 h 309658"/>
                <a:gd name="connsiteX40" fmla="*/ 1076135 w 2028921"/>
                <a:gd name="connsiteY40" fmla="*/ 193357 h 309658"/>
                <a:gd name="connsiteX41" fmla="*/ 1088422 w 2028921"/>
                <a:gd name="connsiteY41" fmla="*/ 208026 h 309658"/>
                <a:gd name="connsiteX42" fmla="*/ 1107281 w 2028921"/>
                <a:gd name="connsiteY42" fmla="*/ 213931 h 309658"/>
                <a:gd name="connsiteX43" fmla="*/ 1126808 w 2028921"/>
                <a:gd name="connsiteY43" fmla="*/ 208216 h 309658"/>
                <a:gd name="connsiteX44" fmla="*/ 1138809 w 2028921"/>
                <a:gd name="connsiteY44" fmla="*/ 193643 h 309658"/>
                <a:gd name="connsiteX45" fmla="*/ 1144905 w 2028921"/>
                <a:gd name="connsiteY45" fmla="*/ 174022 h 309658"/>
                <a:gd name="connsiteX46" fmla="*/ 1146620 w 2028921"/>
                <a:gd name="connsiteY46" fmla="*/ 153067 h 309658"/>
                <a:gd name="connsiteX47" fmla="*/ 1145096 w 2028921"/>
                <a:gd name="connsiteY47" fmla="*/ 132493 h 309658"/>
                <a:gd name="connsiteX48" fmla="*/ 1139190 w 2028921"/>
                <a:gd name="connsiteY48" fmla="*/ 113347 h 309658"/>
                <a:gd name="connsiteX49" fmla="*/ 1127284 w 2028921"/>
                <a:gd name="connsiteY49" fmla="*/ 99346 h 309658"/>
                <a:gd name="connsiteX50" fmla="*/ 1107663 w 2028921"/>
                <a:gd name="connsiteY50" fmla="*/ 93916 h 309658"/>
                <a:gd name="connsiteX51" fmla="*/ 1598676 w 2028921"/>
                <a:gd name="connsiteY51" fmla="*/ 93536 h 309658"/>
                <a:gd name="connsiteX52" fmla="*/ 1578673 w 2028921"/>
                <a:gd name="connsiteY52" fmla="*/ 98774 h 309658"/>
                <a:gd name="connsiteX53" fmla="*/ 1565434 w 2028921"/>
                <a:gd name="connsiteY53" fmla="*/ 112681 h 309658"/>
                <a:gd name="connsiteX54" fmla="*/ 1557909 w 2028921"/>
                <a:gd name="connsiteY54" fmla="*/ 131921 h 309658"/>
                <a:gd name="connsiteX55" fmla="*/ 1555528 w 2028921"/>
                <a:gd name="connsiteY55" fmla="*/ 153353 h 309658"/>
                <a:gd name="connsiteX56" fmla="*/ 1557909 w 2028921"/>
                <a:gd name="connsiteY56" fmla="*/ 175450 h 309658"/>
                <a:gd name="connsiteX57" fmla="*/ 1565148 w 2028921"/>
                <a:gd name="connsiteY57" fmla="*/ 195072 h 309658"/>
                <a:gd name="connsiteX58" fmla="*/ 1578578 w 2028921"/>
                <a:gd name="connsiteY58" fmla="*/ 208979 h 309658"/>
                <a:gd name="connsiteX59" fmla="*/ 1598580 w 2028921"/>
                <a:gd name="connsiteY59" fmla="*/ 214408 h 309658"/>
                <a:gd name="connsiteX60" fmla="*/ 1618392 w 2028921"/>
                <a:gd name="connsiteY60" fmla="*/ 208979 h 309658"/>
                <a:gd name="connsiteX61" fmla="*/ 1631823 w 2028921"/>
                <a:gd name="connsiteY61" fmla="*/ 195072 h 309658"/>
                <a:gd name="connsiteX62" fmla="*/ 1639347 w 2028921"/>
                <a:gd name="connsiteY62" fmla="*/ 175641 h 309658"/>
                <a:gd name="connsiteX63" fmla="*/ 1641729 w 2028921"/>
                <a:gd name="connsiteY63" fmla="*/ 153257 h 309658"/>
                <a:gd name="connsiteX64" fmla="*/ 1639538 w 2028921"/>
                <a:gd name="connsiteY64" fmla="*/ 131731 h 309658"/>
                <a:gd name="connsiteX65" fmla="*/ 1632204 w 2028921"/>
                <a:gd name="connsiteY65" fmla="*/ 112490 h 309658"/>
                <a:gd name="connsiteX66" fmla="*/ 1618964 w 2028921"/>
                <a:gd name="connsiteY66" fmla="*/ 98774 h 309658"/>
                <a:gd name="connsiteX67" fmla="*/ 1598676 w 2028921"/>
                <a:gd name="connsiteY67" fmla="*/ 93536 h 309658"/>
                <a:gd name="connsiteX68" fmla="*/ 1282922 w 2028921"/>
                <a:gd name="connsiteY68" fmla="*/ 91440 h 309658"/>
                <a:gd name="connsiteX69" fmla="*/ 1265587 w 2028921"/>
                <a:gd name="connsiteY69" fmla="*/ 95822 h 309658"/>
                <a:gd name="connsiteX70" fmla="*/ 1253299 w 2028921"/>
                <a:gd name="connsiteY70" fmla="*/ 107252 h 309658"/>
                <a:gd name="connsiteX71" fmla="*/ 1245775 w 2028921"/>
                <a:gd name="connsiteY71" fmla="*/ 123063 h 309658"/>
                <a:gd name="connsiteX72" fmla="*/ 1243012 w 2028921"/>
                <a:gd name="connsiteY72" fmla="*/ 140685 h 309658"/>
                <a:gd name="connsiteX73" fmla="*/ 1317776 w 2028921"/>
                <a:gd name="connsiteY73" fmla="*/ 140685 h 309658"/>
                <a:gd name="connsiteX74" fmla="*/ 1317784 w 2028921"/>
                <a:gd name="connsiteY74" fmla="*/ 140780 h 309658"/>
                <a:gd name="connsiteX75" fmla="*/ 1317784 w 2028921"/>
                <a:gd name="connsiteY75" fmla="*/ 140685 h 309658"/>
                <a:gd name="connsiteX76" fmla="*/ 1317776 w 2028921"/>
                <a:gd name="connsiteY76" fmla="*/ 140685 h 309658"/>
                <a:gd name="connsiteX77" fmla="*/ 1316260 w 2028921"/>
                <a:gd name="connsiteY77" fmla="*/ 122682 h 309658"/>
                <a:gd name="connsiteX78" fmla="*/ 1310831 w 2028921"/>
                <a:gd name="connsiteY78" fmla="*/ 106871 h 309658"/>
                <a:gd name="connsiteX79" fmla="*/ 1300258 w 2028921"/>
                <a:gd name="connsiteY79" fmla="*/ 95727 h 309658"/>
                <a:gd name="connsiteX80" fmla="*/ 1282922 w 2028921"/>
                <a:gd name="connsiteY80" fmla="*/ 91440 h 309658"/>
                <a:gd name="connsiteX81" fmla="*/ 396621 w 2028921"/>
                <a:gd name="connsiteY81" fmla="*/ 91440 h 309658"/>
                <a:gd name="connsiteX82" fmla="*/ 379286 w 2028921"/>
                <a:gd name="connsiteY82" fmla="*/ 95822 h 309658"/>
                <a:gd name="connsiteX83" fmla="*/ 366998 w 2028921"/>
                <a:gd name="connsiteY83" fmla="*/ 107252 h 309658"/>
                <a:gd name="connsiteX84" fmla="*/ 359474 w 2028921"/>
                <a:gd name="connsiteY84" fmla="*/ 123063 h 309658"/>
                <a:gd name="connsiteX85" fmla="*/ 356711 w 2028921"/>
                <a:gd name="connsiteY85" fmla="*/ 140685 h 309658"/>
                <a:gd name="connsiteX86" fmla="*/ 431475 w 2028921"/>
                <a:gd name="connsiteY86" fmla="*/ 140685 h 309658"/>
                <a:gd name="connsiteX87" fmla="*/ 431483 w 2028921"/>
                <a:gd name="connsiteY87" fmla="*/ 140780 h 309658"/>
                <a:gd name="connsiteX88" fmla="*/ 431483 w 2028921"/>
                <a:gd name="connsiteY88" fmla="*/ 140685 h 309658"/>
                <a:gd name="connsiteX89" fmla="*/ 431475 w 2028921"/>
                <a:gd name="connsiteY89" fmla="*/ 140685 h 309658"/>
                <a:gd name="connsiteX90" fmla="*/ 429959 w 2028921"/>
                <a:gd name="connsiteY90" fmla="*/ 122682 h 309658"/>
                <a:gd name="connsiteX91" fmla="*/ 424529 w 2028921"/>
                <a:gd name="connsiteY91" fmla="*/ 106871 h 309658"/>
                <a:gd name="connsiteX92" fmla="*/ 413957 w 2028921"/>
                <a:gd name="connsiteY92" fmla="*/ 95727 h 309658"/>
                <a:gd name="connsiteX93" fmla="*/ 396621 w 2028921"/>
                <a:gd name="connsiteY93" fmla="*/ 91440 h 309658"/>
                <a:gd name="connsiteX94" fmla="*/ 230505 w 2028921"/>
                <a:gd name="connsiteY94" fmla="*/ 91440 h 309658"/>
                <a:gd name="connsiteX95" fmla="*/ 213170 w 2028921"/>
                <a:gd name="connsiteY95" fmla="*/ 95822 h 309658"/>
                <a:gd name="connsiteX96" fmla="*/ 200883 w 2028921"/>
                <a:gd name="connsiteY96" fmla="*/ 107252 h 309658"/>
                <a:gd name="connsiteX97" fmla="*/ 193358 w 2028921"/>
                <a:gd name="connsiteY97" fmla="*/ 123063 h 309658"/>
                <a:gd name="connsiteX98" fmla="*/ 190596 w 2028921"/>
                <a:gd name="connsiteY98" fmla="*/ 140685 h 309658"/>
                <a:gd name="connsiteX99" fmla="*/ 265359 w 2028921"/>
                <a:gd name="connsiteY99" fmla="*/ 140685 h 309658"/>
                <a:gd name="connsiteX100" fmla="*/ 265367 w 2028921"/>
                <a:gd name="connsiteY100" fmla="*/ 140780 h 309658"/>
                <a:gd name="connsiteX101" fmla="*/ 265367 w 2028921"/>
                <a:gd name="connsiteY101" fmla="*/ 140685 h 309658"/>
                <a:gd name="connsiteX102" fmla="*/ 265359 w 2028921"/>
                <a:gd name="connsiteY102" fmla="*/ 140685 h 309658"/>
                <a:gd name="connsiteX103" fmla="*/ 263843 w 2028921"/>
                <a:gd name="connsiteY103" fmla="*/ 122682 h 309658"/>
                <a:gd name="connsiteX104" fmla="*/ 258413 w 2028921"/>
                <a:gd name="connsiteY104" fmla="*/ 106871 h 309658"/>
                <a:gd name="connsiteX105" fmla="*/ 247841 w 2028921"/>
                <a:gd name="connsiteY105" fmla="*/ 95727 h 309658"/>
                <a:gd name="connsiteX106" fmla="*/ 230505 w 2028921"/>
                <a:gd name="connsiteY106" fmla="*/ 91440 h 309658"/>
                <a:gd name="connsiteX107" fmla="*/ 499872 w 2028921"/>
                <a:gd name="connsiteY107" fmla="*/ 72199 h 309658"/>
                <a:gd name="connsiteX108" fmla="*/ 531114 w 2028921"/>
                <a:gd name="connsiteY108" fmla="*/ 72199 h 309658"/>
                <a:gd name="connsiteX109" fmla="*/ 531114 w 2028921"/>
                <a:gd name="connsiteY109" fmla="*/ 235553 h 309658"/>
                <a:gd name="connsiteX110" fmla="*/ 499872 w 2028921"/>
                <a:gd name="connsiteY110" fmla="*/ 235553 h 309658"/>
                <a:gd name="connsiteX111" fmla="*/ 1364361 w 2028921"/>
                <a:gd name="connsiteY111" fmla="*/ 72104 h 309658"/>
                <a:gd name="connsiteX112" fmla="*/ 1398365 w 2028921"/>
                <a:gd name="connsiteY112" fmla="*/ 72104 h 309658"/>
                <a:gd name="connsiteX113" fmla="*/ 1436465 w 2028921"/>
                <a:gd name="connsiteY113" fmla="*/ 206406 h 309658"/>
                <a:gd name="connsiteX114" fmla="*/ 1473899 w 2028921"/>
                <a:gd name="connsiteY114" fmla="*/ 72104 h 309658"/>
                <a:gd name="connsiteX115" fmla="*/ 1505712 w 2028921"/>
                <a:gd name="connsiteY115" fmla="*/ 72104 h 309658"/>
                <a:gd name="connsiteX116" fmla="*/ 1446086 w 2028921"/>
                <a:gd name="connsiteY116" fmla="*/ 257365 h 309658"/>
                <a:gd name="connsiteX117" fmla="*/ 1438942 w 2028921"/>
                <a:gd name="connsiteY117" fmla="*/ 276129 h 309658"/>
                <a:gd name="connsiteX118" fmla="*/ 1428940 w 2028921"/>
                <a:gd name="connsiteY118" fmla="*/ 292988 h 309658"/>
                <a:gd name="connsiteX119" fmla="*/ 1414462 w 2028921"/>
                <a:gd name="connsiteY119" fmla="*/ 305085 h 309658"/>
                <a:gd name="connsiteX120" fmla="*/ 1393698 w 2028921"/>
                <a:gd name="connsiteY120" fmla="*/ 309657 h 309658"/>
                <a:gd name="connsiteX121" fmla="*/ 1370933 w 2028921"/>
                <a:gd name="connsiteY121" fmla="*/ 307371 h 309658"/>
                <a:gd name="connsiteX122" fmla="*/ 1372838 w 2028921"/>
                <a:gd name="connsiteY122" fmla="*/ 282225 h 309658"/>
                <a:gd name="connsiteX123" fmla="*/ 1388174 w 2028921"/>
                <a:gd name="connsiteY123" fmla="*/ 284511 h 309658"/>
                <a:gd name="connsiteX124" fmla="*/ 1406081 w 2028921"/>
                <a:gd name="connsiteY124" fmla="*/ 276320 h 309658"/>
                <a:gd name="connsiteX125" fmla="*/ 1417129 w 2028921"/>
                <a:gd name="connsiteY125" fmla="*/ 251460 h 309658"/>
                <a:gd name="connsiteX126" fmla="*/ 1420273 w 2028921"/>
                <a:gd name="connsiteY126" fmla="*/ 241363 h 309658"/>
                <a:gd name="connsiteX127" fmla="*/ 1793272 w 2028921"/>
                <a:gd name="connsiteY127" fmla="*/ 68961 h 309658"/>
                <a:gd name="connsiteX128" fmla="*/ 1817752 w 2028921"/>
                <a:gd name="connsiteY128" fmla="*/ 73533 h 309658"/>
                <a:gd name="connsiteX129" fmla="*/ 1833944 w 2028921"/>
                <a:gd name="connsiteY129" fmla="*/ 86392 h 309658"/>
                <a:gd name="connsiteX130" fmla="*/ 1842802 w 2028921"/>
                <a:gd name="connsiteY130" fmla="*/ 106490 h 309658"/>
                <a:gd name="connsiteX131" fmla="*/ 1845565 w 2028921"/>
                <a:gd name="connsiteY131" fmla="*/ 132302 h 309658"/>
                <a:gd name="connsiteX132" fmla="*/ 1845565 w 2028921"/>
                <a:gd name="connsiteY132" fmla="*/ 235553 h 309658"/>
                <a:gd name="connsiteX133" fmla="*/ 1814037 w 2028921"/>
                <a:gd name="connsiteY133" fmla="*/ 235553 h 309658"/>
                <a:gd name="connsiteX134" fmla="*/ 1814037 w 2028921"/>
                <a:gd name="connsiteY134" fmla="*/ 139160 h 309658"/>
                <a:gd name="connsiteX135" fmla="*/ 1812989 w 2028921"/>
                <a:gd name="connsiteY135" fmla="*/ 122491 h 309658"/>
                <a:gd name="connsiteX136" fmla="*/ 1808608 w 2028921"/>
                <a:gd name="connsiteY136" fmla="*/ 108109 h 309658"/>
                <a:gd name="connsiteX137" fmla="*/ 1799273 w 2028921"/>
                <a:gd name="connsiteY137" fmla="*/ 98107 h 309658"/>
                <a:gd name="connsiteX138" fmla="*/ 1783176 w 2028921"/>
                <a:gd name="connsiteY138" fmla="*/ 94393 h 309658"/>
                <a:gd name="connsiteX139" fmla="*/ 1764888 w 2028921"/>
                <a:gd name="connsiteY139" fmla="*/ 98965 h 309658"/>
                <a:gd name="connsiteX140" fmla="*/ 1753172 w 2028921"/>
                <a:gd name="connsiteY140" fmla="*/ 110871 h 309658"/>
                <a:gd name="connsiteX141" fmla="*/ 1746886 w 2028921"/>
                <a:gd name="connsiteY141" fmla="*/ 127540 h 309658"/>
                <a:gd name="connsiteX142" fmla="*/ 1744981 w 2028921"/>
                <a:gd name="connsiteY142" fmla="*/ 146685 h 309658"/>
                <a:gd name="connsiteX143" fmla="*/ 1744981 w 2028921"/>
                <a:gd name="connsiteY143" fmla="*/ 235553 h 309658"/>
                <a:gd name="connsiteX144" fmla="*/ 1713929 w 2028921"/>
                <a:gd name="connsiteY144" fmla="*/ 235553 h 309658"/>
                <a:gd name="connsiteX145" fmla="*/ 1713929 w 2028921"/>
                <a:gd name="connsiteY145" fmla="*/ 109728 h 309658"/>
                <a:gd name="connsiteX146" fmla="*/ 1713643 w 2028921"/>
                <a:gd name="connsiteY146" fmla="*/ 90964 h 309658"/>
                <a:gd name="connsiteX147" fmla="*/ 1712405 w 2028921"/>
                <a:gd name="connsiteY147" fmla="*/ 72199 h 309658"/>
                <a:gd name="connsiteX148" fmla="*/ 1741742 w 2028921"/>
                <a:gd name="connsiteY148" fmla="*/ 72199 h 309658"/>
                <a:gd name="connsiteX149" fmla="*/ 1742695 w 2028921"/>
                <a:gd name="connsiteY149" fmla="*/ 100298 h 309658"/>
                <a:gd name="connsiteX150" fmla="*/ 1793272 w 2028921"/>
                <a:gd name="connsiteY150" fmla="*/ 68961 h 309658"/>
                <a:gd name="connsiteX151" fmla="*/ 1598580 w 2028921"/>
                <a:gd name="connsiteY151" fmla="*/ 68961 h 309658"/>
                <a:gd name="connsiteX152" fmla="*/ 1631347 w 2028921"/>
                <a:gd name="connsiteY152" fmla="*/ 74962 h 309658"/>
                <a:gd name="connsiteX153" fmla="*/ 1655540 w 2028921"/>
                <a:gd name="connsiteY153" fmla="*/ 91916 h 309658"/>
                <a:gd name="connsiteX154" fmla="*/ 1670399 w 2028921"/>
                <a:gd name="connsiteY154" fmla="*/ 118586 h 309658"/>
                <a:gd name="connsiteX155" fmla="*/ 1675352 w 2028921"/>
                <a:gd name="connsiteY155" fmla="*/ 153257 h 309658"/>
                <a:gd name="connsiteX156" fmla="*/ 1670399 w 2028921"/>
                <a:gd name="connsiteY156" fmla="*/ 187547 h 309658"/>
                <a:gd name="connsiteX157" fmla="*/ 1655540 w 2028921"/>
                <a:gd name="connsiteY157" fmla="*/ 214789 h 309658"/>
                <a:gd name="connsiteX158" fmla="*/ 1631347 w 2028921"/>
                <a:gd name="connsiteY158" fmla="*/ 232791 h 309658"/>
                <a:gd name="connsiteX159" fmla="*/ 1598580 w 2028921"/>
                <a:gd name="connsiteY159" fmla="*/ 239173 h 309658"/>
                <a:gd name="connsiteX160" fmla="*/ 1565434 w 2028921"/>
                <a:gd name="connsiteY160" fmla="*/ 232886 h 309658"/>
                <a:gd name="connsiteX161" fmla="*/ 1532858 w 2028921"/>
                <a:gd name="connsiteY161" fmla="*/ 202216 h 309658"/>
                <a:gd name="connsiteX162" fmla="*/ 1521809 w 2028921"/>
                <a:gd name="connsiteY162" fmla="*/ 153257 h 309658"/>
                <a:gd name="connsiteX163" fmla="*/ 1527238 w 2028921"/>
                <a:gd name="connsiteY163" fmla="*/ 119158 h 309658"/>
                <a:gd name="connsiteX164" fmla="*/ 1542669 w 2028921"/>
                <a:gd name="connsiteY164" fmla="*/ 92488 h 309658"/>
                <a:gd name="connsiteX165" fmla="*/ 1566862 w 2028921"/>
                <a:gd name="connsiteY165" fmla="*/ 75152 h 309658"/>
                <a:gd name="connsiteX166" fmla="*/ 1598580 w 2028921"/>
                <a:gd name="connsiteY166" fmla="*/ 68961 h 309658"/>
                <a:gd name="connsiteX167" fmla="*/ 812388 w 2028921"/>
                <a:gd name="connsiteY167" fmla="*/ 68961 h 309658"/>
                <a:gd name="connsiteX168" fmla="*/ 841249 w 2028921"/>
                <a:gd name="connsiteY168" fmla="*/ 76295 h 309658"/>
                <a:gd name="connsiteX169" fmla="*/ 861347 w 2028921"/>
                <a:gd name="connsiteY169" fmla="*/ 99346 h 309658"/>
                <a:gd name="connsiteX170" fmla="*/ 861347 w 2028921"/>
                <a:gd name="connsiteY170" fmla="*/ 72199 h 309658"/>
                <a:gd name="connsiteX171" fmla="*/ 891350 w 2028921"/>
                <a:gd name="connsiteY171" fmla="*/ 72199 h 309658"/>
                <a:gd name="connsiteX172" fmla="*/ 891350 w 2028921"/>
                <a:gd name="connsiteY172" fmla="*/ 226409 h 309658"/>
                <a:gd name="connsiteX173" fmla="*/ 872300 w 2028921"/>
                <a:gd name="connsiteY173" fmla="*/ 288131 h 309658"/>
                <a:gd name="connsiteX174" fmla="*/ 813912 w 2028921"/>
                <a:gd name="connsiteY174" fmla="*/ 309658 h 309658"/>
                <a:gd name="connsiteX175" fmla="*/ 787242 w 2028921"/>
                <a:gd name="connsiteY175" fmla="*/ 307372 h 309658"/>
                <a:gd name="connsiteX176" fmla="*/ 760858 w 2028921"/>
                <a:gd name="connsiteY176" fmla="*/ 300799 h 309658"/>
                <a:gd name="connsiteX177" fmla="*/ 762763 w 2028921"/>
                <a:gd name="connsiteY177" fmla="*/ 273082 h 309658"/>
                <a:gd name="connsiteX178" fmla="*/ 785051 w 2028921"/>
                <a:gd name="connsiteY178" fmla="*/ 281749 h 309658"/>
                <a:gd name="connsiteX179" fmla="*/ 809245 w 2028921"/>
                <a:gd name="connsiteY179" fmla="*/ 284893 h 309658"/>
                <a:gd name="connsiteX180" fmla="*/ 832295 w 2028921"/>
                <a:gd name="connsiteY180" fmla="*/ 280607 h 309658"/>
                <a:gd name="connsiteX181" fmla="*/ 848202 w 2028921"/>
                <a:gd name="connsiteY181" fmla="*/ 268700 h 309658"/>
                <a:gd name="connsiteX182" fmla="*/ 857251 w 2028921"/>
                <a:gd name="connsiteY182" fmla="*/ 250222 h 309658"/>
                <a:gd name="connsiteX183" fmla="*/ 860013 w 2028921"/>
                <a:gd name="connsiteY183" fmla="*/ 226409 h 309658"/>
                <a:gd name="connsiteX184" fmla="*/ 860013 w 2028921"/>
                <a:gd name="connsiteY184" fmla="*/ 207169 h 309658"/>
                <a:gd name="connsiteX185" fmla="*/ 839534 w 2028921"/>
                <a:gd name="connsiteY185" fmla="*/ 228219 h 309658"/>
                <a:gd name="connsiteX186" fmla="*/ 811626 w 2028921"/>
                <a:gd name="connsiteY186" fmla="*/ 235553 h 309658"/>
                <a:gd name="connsiteX187" fmla="*/ 782480 w 2028921"/>
                <a:gd name="connsiteY187" fmla="*/ 228409 h 309658"/>
                <a:gd name="connsiteX188" fmla="*/ 762858 w 2028921"/>
                <a:gd name="connsiteY188" fmla="*/ 209645 h 309658"/>
                <a:gd name="connsiteX189" fmla="*/ 751809 w 2028921"/>
                <a:gd name="connsiteY189" fmla="*/ 183356 h 309658"/>
                <a:gd name="connsiteX190" fmla="*/ 748380 w 2028921"/>
                <a:gd name="connsiteY190" fmla="*/ 153257 h 309658"/>
                <a:gd name="connsiteX191" fmla="*/ 751809 w 2028921"/>
                <a:gd name="connsiteY191" fmla="*/ 121730 h 309658"/>
                <a:gd name="connsiteX192" fmla="*/ 763049 w 2028921"/>
                <a:gd name="connsiteY192" fmla="*/ 94774 h 309658"/>
                <a:gd name="connsiteX193" fmla="*/ 782860 w 2028921"/>
                <a:gd name="connsiteY193" fmla="*/ 76009 h 309658"/>
                <a:gd name="connsiteX194" fmla="*/ 812388 w 2028921"/>
                <a:gd name="connsiteY194" fmla="*/ 68961 h 309658"/>
                <a:gd name="connsiteX195" fmla="*/ 657701 w 2028921"/>
                <a:gd name="connsiteY195" fmla="*/ 68961 h 309658"/>
                <a:gd name="connsiteX196" fmla="*/ 682180 w 2028921"/>
                <a:gd name="connsiteY196" fmla="*/ 73533 h 309658"/>
                <a:gd name="connsiteX197" fmla="*/ 698373 w 2028921"/>
                <a:gd name="connsiteY197" fmla="*/ 86392 h 309658"/>
                <a:gd name="connsiteX198" fmla="*/ 707231 w 2028921"/>
                <a:gd name="connsiteY198" fmla="*/ 106490 h 309658"/>
                <a:gd name="connsiteX199" fmla="*/ 709994 w 2028921"/>
                <a:gd name="connsiteY199" fmla="*/ 132302 h 309658"/>
                <a:gd name="connsiteX200" fmla="*/ 709994 w 2028921"/>
                <a:gd name="connsiteY200" fmla="*/ 235553 h 309658"/>
                <a:gd name="connsiteX201" fmla="*/ 678466 w 2028921"/>
                <a:gd name="connsiteY201" fmla="*/ 235553 h 309658"/>
                <a:gd name="connsiteX202" fmla="*/ 678466 w 2028921"/>
                <a:gd name="connsiteY202" fmla="*/ 139160 h 309658"/>
                <a:gd name="connsiteX203" fmla="*/ 677323 w 2028921"/>
                <a:gd name="connsiteY203" fmla="*/ 122491 h 309658"/>
                <a:gd name="connsiteX204" fmla="*/ 672941 w 2028921"/>
                <a:gd name="connsiteY204" fmla="*/ 108109 h 309658"/>
                <a:gd name="connsiteX205" fmla="*/ 663607 w 2028921"/>
                <a:gd name="connsiteY205" fmla="*/ 98107 h 309658"/>
                <a:gd name="connsiteX206" fmla="*/ 647509 w 2028921"/>
                <a:gd name="connsiteY206" fmla="*/ 94393 h 309658"/>
                <a:gd name="connsiteX207" fmla="*/ 629222 w 2028921"/>
                <a:gd name="connsiteY207" fmla="*/ 98965 h 309658"/>
                <a:gd name="connsiteX208" fmla="*/ 617506 w 2028921"/>
                <a:gd name="connsiteY208" fmla="*/ 110871 h 309658"/>
                <a:gd name="connsiteX209" fmla="*/ 611219 w 2028921"/>
                <a:gd name="connsiteY209" fmla="*/ 127540 h 309658"/>
                <a:gd name="connsiteX210" fmla="*/ 609314 w 2028921"/>
                <a:gd name="connsiteY210" fmla="*/ 146685 h 309658"/>
                <a:gd name="connsiteX211" fmla="*/ 609314 w 2028921"/>
                <a:gd name="connsiteY211" fmla="*/ 235553 h 309658"/>
                <a:gd name="connsiteX212" fmla="*/ 578358 w 2028921"/>
                <a:gd name="connsiteY212" fmla="*/ 235553 h 309658"/>
                <a:gd name="connsiteX213" fmla="*/ 578358 w 2028921"/>
                <a:gd name="connsiteY213" fmla="*/ 109728 h 309658"/>
                <a:gd name="connsiteX214" fmla="*/ 578072 w 2028921"/>
                <a:gd name="connsiteY214" fmla="*/ 90964 h 309658"/>
                <a:gd name="connsiteX215" fmla="*/ 576834 w 2028921"/>
                <a:gd name="connsiteY215" fmla="*/ 72199 h 309658"/>
                <a:gd name="connsiteX216" fmla="*/ 606171 w 2028921"/>
                <a:gd name="connsiteY216" fmla="*/ 72199 h 309658"/>
                <a:gd name="connsiteX217" fmla="*/ 607124 w 2028921"/>
                <a:gd name="connsiteY217" fmla="*/ 100298 h 309658"/>
                <a:gd name="connsiteX218" fmla="*/ 657701 w 2028921"/>
                <a:gd name="connsiteY218" fmla="*/ 68961 h 309658"/>
                <a:gd name="connsiteX219" fmla="*/ 1282637 w 2028921"/>
                <a:gd name="connsiteY219" fmla="*/ 68866 h 309658"/>
                <a:gd name="connsiteX220" fmla="*/ 1313498 w 2028921"/>
                <a:gd name="connsiteY220" fmla="*/ 75248 h 309658"/>
                <a:gd name="connsiteX221" fmla="*/ 1333595 w 2028921"/>
                <a:gd name="connsiteY221" fmla="*/ 92679 h 309658"/>
                <a:gd name="connsiteX222" fmla="*/ 1344549 w 2028921"/>
                <a:gd name="connsiteY222" fmla="*/ 118777 h 309658"/>
                <a:gd name="connsiteX223" fmla="*/ 1347787 w 2028921"/>
                <a:gd name="connsiteY223" fmla="*/ 151162 h 309658"/>
                <a:gd name="connsiteX224" fmla="*/ 1347787 w 2028921"/>
                <a:gd name="connsiteY224" fmla="*/ 160973 h 309658"/>
                <a:gd name="connsiteX225" fmla="*/ 1243203 w 2028921"/>
                <a:gd name="connsiteY225" fmla="*/ 160973 h 309658"/>
                <a:gd name="connsiteX226" fmla="*/ 1243203 w 2028921"/>
                <a:gd name="connsiteY226" fmla="*/ 161068 h 309658"/>
                <a:gd name="connsiteX227" fmla="*/ 1246441 w 2028921"/>
                <a:gd name="connsiteY227" fmla="*/ 182499 h 309658"/>
                <a:gd name="connsiteX228" fmla="*/ 1256252 w 2028921"/>
                <a:gd name="connsiteY228" fmla="*/ 200025 h 309658"/>
                <a:gd name="connsiteX229" fmla="*/ 1272635 w 2028921"/>
                <a:gd name="connsiteY229" fmla="*/ 211932 h 309658"/>
                <a:gd name="connsiteX230" fmla="*/ 1295305 w 2028921"/>
                <a:gd name="connsiteY230" fmla="*/ 216313 h 309658"/>
                <a:gd name="connsiteX231" fmla="*/ 1317022 w 2028921"/>
                <a:gd name="connsiteY231" fmla="*/ 213837 h 309658"/>
                <a:gd name="connsiteX232" fmla="*/ 1337501 w 2028921"/>
                <a:gd name="connsiteY232" fmla="*/ 206121 h 309658"/>
                <a:gd name="connsiteX233" fmla="*/ 1339406 w 2028921"/>
                <a:gd name="connsiteY233" fmla="*/ 230315 h 309658"/>
                <a:gd name="connsiteX234" fmla="*/ 1316355 w 2028921"/>
                <a:gd name="connsiteY234" fmla="*/ 236982 h 309658"/>
                <a:gd name="connsiteX235" fmla="*/ 1291114 w 2028921"/>
                <a:gd name="connsiteY235" fmla="*/ 239078 h 309658"/>
                <a:gd name="connsiteX236" fmla="*/ 1256443 w 2028921"/>
                <a:gd name="connsiteY236" fmla="*/ 232887 h 309658"/>
                <a:gd name="connsiteX237" fmla="*/ 1231297 w 2028921"/>
                <a:gd name="connsiteY237" fmla="*/ 215266 h 309658"/>
                <a:gd name="connsiteX238" fmla="*/ 1216152 w 2028921"/>
                <a:gd name="connsiteY238" fmla="*/ 188119 h 309658"/>
                <a:gd name="connsiteX239" fmla="*/ 1211199 w 2028921"/>
                <a:gd name="connsiteY239" fmla="*/ 153162 h 309658"/>
                <a:gd name="connsiteX240" fmla="*/ 1216057 w 2028921"/>
                <a:gd name="connsiteY240" fmla="*/ 121158 h 309658"/>
                <a:gd name="connsiteX241" fmla="*/ 1230058 w 2028921"/>
                <a:gd name="connsiteY241" fmla="*/ 94203 h 309658"/>
                <a:gd name="connsiteX242" fmla="*/ 1252537 w 2028921"/>
                <a:gd name="connsiteY242" fmla="*/ 75724 h 309658"/>
                <a:gd name="connsiteX243" fmla="*/ 1282637 w 2028921"/>
                <a:gd name="connsiteY243" fmla="*/ 68866 h 309658"/>
                <a:gd name="connsiteX244" fmla="*/ 396336 w 2028921"/>
                <a:gd name="connsiteY244" fmla="*/ 68866 h 309658"/>
                <a:gd name="connsiteX245" fmla="*/ 427196 w 2028921"/>
                <a:gd name="connsiteY245" fmla="*/ 75248 h 309658"/>
                <a:gd name="connsiteX246" fmla="*/ 447294 w 2028921"/>
                <a:gd name="connsiteY246" fmla="*/ 92679 h 309658"/>
                <a:gd name="connsiteX247" fmla="*/ 458248 w 2028921"/>
                <a:gd name="connsiteY247" fmla="*/ 118777 h 309658"/>
                <a:gd name="connsiteX248" fmla="*/ 461486 w 2028921"/>
                <a:gd name="connsiteY248" fmla="*/ 151162 h 309658"/>
                <a:gd name="connsiteX249" fmla="*/ 461486 w 2028921"/>
                <a:gd name="connsiteY249" fmla="*/ 160973 h 309658"/>
                <a:gd name="connsiteX250" fmla="*/ 356902 w 2028921"/>
                <a:gd name="connsiteY250" fmla="*/ 160973 h 309658"/>
                <a:gd name="connsiteX251" fmla="*/ 356902 w 2028921"/>
                <a:gd name="connsiteY251" fmla="*/ 161068 h 309658"/>
                <a:gd name="connsiteX252" fmla="*/ 360140 w 2028921"/>
                <a:gd name="connsiteY252" fmla="*/ 182499 h 309658"/>
                <a:gd name="connsiteX253" fmla="*/ 369951 w 2028921"/>
                <a:gd name="connsiteY253" fmla="*/ 200025 h 309658"/>
                <a:gd name="connsiteX254" fmla="*/ 386334 w 2028921"/>
                <a:gd name="connsiteY254" fmla="*/ 211932 h 309658"/>
                <a:gd name="connsiteX255" fmla="*/ 409004 w 2028921"/>
                <a:gd name="connsiteY255" fmla="*/ 216313 h 309658"/>
                <a:gd name="connsiteX256" fmla="*/ 430721 w 2028921"/>
                <a:gd name="connsiteY256" fmla="*/ 213837 h 309658"/>
                <a:gd name="connsiteX257" fmla="*/ 451199 w 2028921"/>
                <a:gd name="connsiteY257" fmla="*/ 206121 h 309658"/>
                <a:gd name="connsiteX258" fmla="*/ 453104 w 2028921"/>
                <a:gd name="connsiteY258" fmla="*/ 230315 h 309658"/>
                <a:gd name="connsiteX259" fmla="*/ 430054 w 2028921"/>
                <a:gd name="connsiteY259" fmla="*/ 236982 h 309658"/>
                <a:gd name="connsiteX260" fmla="*/ 404813 w 2028921"/>
                <a:gd name="connsiteY260" fmla="*/ 239078 h 309658"/>
                <a:gd name="connsiteX261" fmla="*/ 370142 w 2028921"/>
                <a:gd name="connsiteY261" fmla="*/ 232887 h 309658"/>
                <a:gd name="connsiteX262" fmla="*/ 344996 w 2028921"/>
                <a:gd name="connsiteY262" fmla="*/ 215266 h 309658"/>
                <a:gd name="connsiteX263" fmla="*/ 329851 w 2028921"/>
                <a:gd name="connsiteY263" fmla="*/ 188119 h 309658"/>
                <a:gd name="connsiteX264" fmla="*/ 324898 w 2028921"/>
                <a:gd name="connsiteY264" fmla="*/ 153162 h 309658"/>
                <a:gd name="connsiteX265" fmla="*/ 329756 w 2028921"/>
                <a:gd name="connsiteY265" fmla="*/ 121158 h 309658"/>
                <a:gd name="connsiteX266" fmla="*/ 343757 w 2028921"/>
                <a:gd name="connsiteY266" fmla="*/ 94203 h 309658"/>
                <a:gd name="connsiteX267" fmla="*/ 366236 w 2028921"/>
                <a:gd name="connsiteY267" fmla="*/ 75724 h 309658"/>
                <a:gd name="connsiteX268" fmla="*/ 396336 w 2028921"/>
                <a:gd name="connsiteY268" fmla="*/ 68866 h 309658"/>
                <a:gd name="connsiteX269" fmla="*/ 230220 w 2028921"/>
                <a:gd name="connsiteY269" fmla="*/ 68866 h 309658"/>
                <a:gd name="connsiteX270" fmla="*/ 261081 w 2028921"/>
                <a:gd name="connsiteY270" fmla="*/ 75248 h 309658"/>
                <a:gd name="connsiteX271" fmla="*/ 281178 w 2028921"/>
                <a:gd name="connsiteY271" fmla="*/ 92679 h 309658"/>
                <a:gd name="connsiteX272" fmla="*/ 292132 w 2028921"/>
                <a:gd name="connsiteY272" fmla="*/ 118777 h 309658"/>
                <a:gd name="connsiteX273" fmla="*/ 295371 w 2028921"/>
                <a:gd name="connsiteY273" fmla="*/ 151162 h 309658"/>
                <a:gd name="connsiteX274" fmla="*/ 295371 w 2028921"/>
                <a:gd name="connsiteY274" fmla="*/ 160973 h 309658"/>
                <a:gd name="connsiteX275" fmla="*/ 190786 w 2028921"/>
                <a:gd name="connsiteY275" fmla="*/ 160973 h 309658"/>
                <a:gd name="connsiteX276" fmla="*/ 190786 w 2028921"/>
                <a:gd name="connsiteY276" fmla="*/ 161068 h 309658"/>
                <a:gd name="connsiteX277" fmla="*/ 194025 w 2028921"/>
                <a:gd name="connsiteY277" fmla="*/ 182499 h 309658"/>
                <a:gd name="connsiteX278" fmla="*/ 203835 w 2028921"/>
                <a:gd name="connsiteY278" fmla="*/ 200025 h 309658"/>
                <a:gd name="connsiteX279" fmla="*/ 220218 w 2028921"/>
                <a:gd name="connsiteY279" fmla="*/ 211932 h 309658"/>
                <a:gd name="connsiteX280" fmla="*/ 242888 w 2028921"/>
                <a:gd name="connsiteY280" fmla="*/ 216313 h 309658"/>
                <a:gd name="connsiteX281" fmla="*/ 264605 w 2028921"/>
                <a:gd name="connsiteY281" fmla="*/ 213837 h 309658"/>
                <a:gd name="connsiteX282" fmla="*/ 285084 w 2028921"/>
                <a:gd name="connsiteY282" fmla="*/ 206121 h 309658"/>
                <a:gd name="connsiteX283" fmla="*/ 286988 w 2028921"/>
                <a:gd name="connsiteY283" fmla="*/ 230315 h 309658"/>
                <a:gd name="connsiteX284" fmla="*/ 263938 w 2028921"/>
                <a:gd name="connsiteY284" fmla="*/ 236982 h 309658"/>
                <a:gd name="connsiteX285" fmla="*/ 238697 w 2028921"/>
                <a:gd name="connsiteY285" fmla="*/ 239078 h 309658"/>
                <a:gd name="connsiteX286" fmla="*/ 204026 w 2028921"/>
                <a:gd name="connsiteY286" fmla="*/ 232887 h 309658"/>
                <a:gd name="connsiteX287" fmla="*/ 178880 w 2028921"/>
                <a:gd name="connsiteY287" fmla="*/ 215266 h 309658"/>
                <a:gd name="connsiteX288" fmla="*/ 163735 w 2028921"/>
                <a:gd name="connsiteY288" fmla="*/ 188119 h 309658"/>
                <a:gd name="connsiteX289" fmla="*/ 158782 w 2028921"/>
                <a:gd name="connsiteY289" fmla="*/ 153162 h 309658"/>
                <a:gd name="connsiteX290" fmla="*/ 163640 w 2028921"/>
                <a:gd name="connsiteY290" fmla="*/ 121158 h 309658"/>
                <a:gd name="connsiteX291" fmla="*/ 177641 w 2028921"/>
                <a:gd name="connsiteY291" fmla="*/ 94203 h 309658"/>
                <a:gd name="connsiteX292" fmla="*/ 200121 w 2028921"/>
                <a:gd name="connsiteY292" fmla="*/ 75724 h 309658"/>
                <a:gd name="connsiteX293" fmla="*/ 230220 w 2028921"/>
                <a:gd name="connsiteY293" fmla="*/ 68866 h 309658"/>
                <a:gd name="connsiteX294" fmla="*/ 70866 w 2028921"/>
                <a:gd name="connsiteY294" fmla="*/ 14288 h 309658"/>
                <a:gd name="connsiteX295" fmla="*/ 118015 w 2028921"/>
                <a:gd name="connsiteY295" fmla="*/ 21146 h 309658"/>
                <a:gd name="connsiteX296" fmla="*/ 116110 w 2028921"/>
                <a:gd name="connsiteY296" fmla="*/ 49911 h 309658"/>
                <a:gd name="connsiteX297" fmla="*/ 94774 w 2028921"/>
                <a:gd name="connsiteY297" fmla="*/ 43244 h 309658"/>
                <a:gd name="connsiteX298" fmla="*/ 72771 w 2028921"/>
                <a:gd name="connsiteY298" fmla="*/ 41149 h 309658"/>
                <a:gd name="connsiteX299" fmla="*/ 59531 w 2028921"/>
                <a:gd name="connsiteY299" fmla="*/ 42768 h 309658"/>
                <a:gd name="connsiteX300" fmla="*/ 47530 w 2028921"/>
                <a:gd name="connsiteY300" fmla="*/ 48197 h 309658"/>
                <a:gd name="connsiteX301" fmla="*/ 38767 w 2028921"/>
                <a:gd name="connsiteY301" fmla="*/ 58008 h 309658"/>
                <a:gd name="connsiteX302" fmla="*/ 35338 w 2028921"/>
                <a:gd name="connsiteY302" fmla="*/ 73152 h 309658"/>
                <a:gd name="connsiteX303" fmla="*/ 37719 w 2028921"/>
                <a:gd name="connsiteY303" fmla="*/ 84868 h 309658"/>
                <a:gd name="connsiteX304" fmla="*/ 44101 w 2028921"/>
                <a:gd name="connsiteY304" fmla="*/ 93726 h 309658"/>
                <a:gd name="connsiteX305" fmla="*/ 53435 w 2028921"/>
                <a:gd name="connsiteY305" fmla="*/ 100775 h 309658"/>
                <a:gd name="connsiteX306" fmla="*/ 64389 w 2028921"/>
                <a:gd name="connsiteY306" fmla="*/ 106776 h 309658"/>
                <a:gd name="connsiteX307" fmla="*/ 81534 w 2028921"/>
                <a:gd name="connsiteY307" fmla="*/ 114967 h 309658"/>
                <a:gd name="connsiteX308" fmla="*/ 98869 w 2028921"/>
                <a:gd name="connsiteY308" fmla="*/ 124587 h 309658"/>
                <a:gd name="connsiteX309" fmla="*/ 112776 w 2028921"/>
                <a:gd name="connsiteY309" fmla="*/ 136494 h 309658"/>
                <a:gd name="connsiteX310" fmla="*/ 122111 w 2028921"/>
                <a:gd name="connsiteY310" fmla="*/ 152496 h 309658"/>
                <a:gd name="connsiteX311" fmla="*/ 125540 w 2028921"/>
                <a:gd name="connsiteY311" fmla="*/ 174403 h 309658"/>
                <a:gd name="connsiteX312" fmla="*/ 119920 w 2028921"/>
                <a:gd name="connsiteY312" fmla="*/ 203359 h 309658"/>
                <a:gd name="connsiteX313" fmla="*/ 104489 w 2028921"/>
                <a:gd name="connsiteY313" fmla="*/ 223457 h 309658"/>
                <a:gd name="connsiteX314" fmla="*/ 81534 w 2028921"/>
                <a:gd name="connsiteY314" fmla="*/ 235268 h 309658"/>
                <a:gd name="connsiteX315" fmla="*/ 53435 w 2028921"/>
                <a:gd name="connsiteY315" fmla="*/ 239173 h 309658"/>
                <a:gd name="connsiteX316" fmla="*/ 27337 w 2028921"/>
                <a:gd name="connsiteY316" fmla="*/ 237078 h 309658"/>
                <a:gd name="connsiteX317" fmla="*/ 0 w 2028921"/>
                <a:gd name="connsiteY317" fmla="*/ 230410 h 309658"/>
                <a:gd name="connsiteX318" fmla="*/ 1524 w 2028921"/>
                <a:gd name="connsiteY318" fmla="*/ 199930 h 309658"/>
                <a:gd name="connsiteX319" fmla="*/ 25717 w 2028921"/>
                <a:gd name="connsiteY319" fmla="*/ 209360 h 309658"/>
                <a:gd name="connsiteX320" fmla="*/ 51816 w 2028921"/>
                <a:gd name="connsiteY320" fmla="*/ 212313 h 309658"/>
                <a:gd name="connsiteX321" fmla="*/ 66484 w 2028921"/>
                <a:gd name="connsiteY321" fmla="*/ 210312 h 309658"/>
                <a:gd name="connsiteX322" fmla="*/ 79248 w 2028921"/>
                <a:gd name="connsiteY322" fmla="*/ 204121 h 309658"/>
                <a:gd name="connsiteX323" fmla="*/ 88297 w 2028921"/>
                <a:gd name="connsiteY323" fmla="*/ 192977 h 309658"/>
                <a:gd name="connsiteX324" fmla="*/ 91726 w 2028921"/>
                <a:gd name="connsiteY324" fmla="*/ 176308 h 309658"/>
                <a:gd name="connsiteX325" fmla="*/ 88773 w 2028921"/>
                <a:gd name="connsiteY325" fmla="*/ 162783 h 309658"/>
                <a:gd name="connsiteX326" fmla="*/ 80963 w 2028921"/>
                <a:gd name="connsiteY326" fmla="*/ 152496 h 309658"/>
                <a:gd name="connsiteX327" fmla="*/ 69532 w 2028921"/>
                <a:gd name="connsiteY327" fmla="*/ 144304 h 309658"/>
                <a:gd name="connsiteX328" fmla="*/ 55816 w 2028921"/>
                <a:gd name="connsiteY328" fmla="*/ 137160 h 309658"/>
                <a:gd name="connsiteX329" fmla="*/ 39624 w 2028921"/>
                <a:gd name="connsiteY329" fmla="*/ 128969 h 309658"/>
                <a:gd name="connsiteX330" fmla="*/ 25241 w 2028921"/>
                <a:gd name="connsiteY330" fmla="*/ 120301 h 309658"/>
                <a:gd name="connsiteX331" fmla="*/ 13335 w 2028921"/>
                <a:gd name="connsiteY331" fmla="*/ 109157 h 309658"/>
                <a:gd name="connsiteX332" fmla="*/ 5429 w 2028921"/>
                <a:gd name="connsiteY332" fmla="*/ 94488 h 309658"/>
                <a:gd name="connsiteX333" fmla="*/ 2476 w 2028921"/>
                <a:gd name="connsiteY333" fmla="*/ 75058 h 309658"/>
                <a:gd name="connsiteX334" fmla="*/ 8572 w 2028921"/>
                <a:gd name="connsiteY334" fmla="*/ 47435 h 309658"/>
                <a:gd name="connsiteX335" fmla="*/ 24479 w 2028921"/>
                <a:gd name="connsiteY335" fmla="*/ 28480 h 309658"/>
                <a:gd name="connsiteX336" fmla="*/ 46482 w 2028921"/>
                <a:gd name="connsiteY336" fmla="*/ 17717 h 309658"/>
                <a:gd name="connsiteX337" fmla="*/ 70866 w 2028921"/>
                <a:gd name="connsiteY337" fmla="*/ 14288 h 309658"/>
                <a:gd name="connsiteX338" fmla="*/ 499872 w 2028921"/>
                <a:gd name="connsiteY338" fmla="*/ 6858 h 309658"/>
                <a:gd name="connsiteX339" fmla="*/ 531114 w 2028921"/>
                <a:gd name="connsiteY339" fmla="*/ 6858 h 309658"/>
                <a:gd name="connsiteX340" fmla="*/ 531114 w 2028921"/>
                <a:gd name="connsiteY340" fmla="*/ 38576 h 309658"/>
                <a:gd name="connsiteX341" fmla="*/ 499872 w 2028921"/>
                <a:gd name="connsiteY341" fmla="*/ 38576 h 309658"/>
                <a:gd name="connsiteX342" fmla="*/ 1996155 w 2028921"/>
                <a:gd name="connsiteY342" fmla="*/ 0 h 309658"/>
                <a:gd name="connsiteX343" fmla="*/ 2027397 w 2028921"/>
                <a:gd name="connsiteY343" fmla="*/ 0 h 309658"/>
                <a:gd name="connsiteX344" fmla="*/ 2027397 w 2028921"/>
                <a:gd name="connsiteY344" fmla="*/ 186595 h 309658"/>
                <a:gd name="connsiteX345" fmla="*/ 2027873 w 2028921"/>
                <a:gd name="connsiteY345" fmla="*/ 212217 h 309658"/>
                <a:gd name="connsiteX346" fmla="*/ 2028921 w 2028921"/>
                <a:gd name="connsiteY346" fmla="*/ 235553 h 309658"/>
                <a:gd name="connsiteX347" fmla="*/ 1999964 w 2028921"/>
                <a:gd name="connsiteY347" fmla="*/ 235553 h 309658"/>
                <a:gd name="connsiteX348" fmla="*/ 1998060 w 2028921"/>
                <a:gd name="connsiteY348" fmla="*/ 208407 h 309658"/>
                <a:gd name="connsiteX349" fmla="*/ 1978057 w 2028921"/>
                <a:gd name="connsiteY349" fmla="*/ 231648 h 309658"/>
                <a:gd name="connsiteX350" fmla="*/ 1949006 w 2028921"/>
                <a:gd name="connsiteY350" fmla="*/ 239173 h 309658"/>
                <a:gd name="connsiteX351" fmla="*/ 1919002 w 2028921"/>
                <a:gd name="connsiteY351" fmla="*/ 231838 h 309658"/>
                <a:gd name="connsiteX352" fmla="*/ 1899000 w 2028921"/>
                <a:gd name="connsiteY352" fmla="*/ 212407 h 309658"/>
                <a:gd name="connsiteX353" fmla="*/ 1887760 w 2028921"/>
                <a:gd name="connsiteY353" fmla="*/ 184975 h 309658"/>
                <a:gd name="connsiteX354" fmla="*/ 1884331 w 2028921"/>
                <a:gd name="connsiteY354" fmla="*/ 153257 h 309658"/>
                <a:gd name="connsiteX355" fmla="*/ 1887760 w 2028921"/>
                <a:gd name="connsiteY355" fmla="*/ 121729 h 309658"/>
                <a:gd name="connsiteX356" fmla="*/ 1899000 w 2028921"/>
                <a:gd name="connsiteY356" fmla="*/ 94774 h 309658"/>
                <a:gd name="connsiteX357" fmla="*/ 1919002 w 2028921"/>
                <a:gd name="connsiteY357" fmla="*/ 76009 h 309658"/>
                <a:gd name="connsiteX358" fmla="*/ 1949006 w 2028921"/>
                <a:gd name="connsiteY358" fmla="*/ 68961 h 309658"/>
                <a:gd name="connsiteX359" fmla="*/ 1977105 w 2028921"/>
                <a:gd name="connsiteY359" fmla="*/ 76771 h 309658"/>
                <a:gd name="connsiteX360" fmla="*/ 1996155 w 2028921"/>
                <a:gd name="connsiteY360" fmla="*/ 99346 h 309658"/>
                <a:gd name="connsiteX361" fmla="*/ 1037368 w 2028921"/>
                <a:gd name="connsiteY361" fmla="*/ 0 h 309658"/>
                <a:gd name="connsiteX362" fmla="*/ 1068610 w 2028921"/>
                <a:gd name="connsiteY362" fmla="*/ 0 h 309658"/>
                <a:gd name="connsiteX363" fmla="*/ 1068610 w 2028921"/>
                <a:gd name="connsiteY363" fmla="*/ 99346 h 309658"/>
                <a:gd name="connsiteX364" fmla="*/ 1087946 w 2028921"/>
                <a:gd name="connsiteY364" fmla="*/ 76771 h 309658"/>
                <a:gd name="connsiteX365" fmla="*/ 1116330 w 2028921"/>
                <a:gd name="connsiteY365" fmla="*/ 68961 h 309658"/>
                <a:gd name="connsiteX366" fmla="*/ 1146334 w 2028921"/>
                <a:gd name="connsiteY366" fmla="*/ 76009 h 309658"/>
                <a:gd name="connsiteX367" fmla="*/ 1166146 w 2028921"/>
                <a:gd name="connsiteY367" fmla="*/ 94774 h 309658"/>
                <a:gd name="connsiteX368" fmla="*/ 1177100 w 2028921"/>
                <a:gd name="connsiteY368" fmla="*/ 121729 h 309658"/>
                <a:gd name="connsiteX369" fmla="*/ 1180338 w 2028921"/>
                <a:gd name="connsiteY369" fmla="*/ 153257 h 309658"/>
                <a:gd name="connsiteX370" fmla="*/ 1176909 w 2028921"/>
                <a:gd name="connsiteY370" fmla="*/ 184975 h 309658"/>
                <a:gd name="connsiteX371" fmla="*/ 1165670 w 2028921"/>
                <a:gd name="connsiteY371" fmla="*/ 212407 h 309658"/>
                <a:gd name="connsiteX372" fmla="*/ 1145667 w 2028921"/>
                <a:gd name="connsiteY372" fmla="*/ 231838 h 309658"/>
                <a:gd name="connsiteX373" fmla="*/ 1115664 w 2028921"/>
                <a:gd name="connsiteY373" fmla="*/ 239173 h 309658"/>
                <a:gd name="connsiteX374" fmla="*/ 1086803 w 2028921"/>
                <a:gd name="connsiteY374" fmla="*/ 231648 h 309658"/>
                <a:gd name="connsiteX375" fmla="*/ 1066705 w 2028921"/>
                <a:gd name="connsiteY375" fmla="*/ 208407 h 309658"/>
                <a:gd name="connsiteX376" fmla="*/ 1066038 w 2028921"/>
                <a:gd name="connsiteY376" fmla="*/ 235553 h 309658"/>
                <a:gd name="connsiteX377" fmla="*/ 1037368 w 2028921"/>
                <a:gd name="connsiteY377" fmla="*/ 235553 h 309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</a:cxnLst>
              <a:rect l="l" t="t" r="r" b="b"/>
              <a:pathLst>
                <a:path w="2028921" h="309658">
                  <a:moveTo>
                    <a:pt x="1957197" y="94202"/>
                  </a:moveTo>
                  <a:cubicBezTo>
                    <a:pt x="1949101" y="94202"/>
                    <a:pt x="1942529" y="96012"/>
                    <a:pt x="1937576" y="99631"/>
                  </a:cubicBezTo>
                  <a:cubicBezTo>
                    <a:pt x="1932623" y="103251"/>
                    <a:pt x="1928622" y="107918"/>
                    <a:pt x="1925670" y="113633"/>
                  </a:cubicBezTo>
                  <a:cubicBezTo>
                    <a:pt x="1922717" y="119444"/>
                    <a:pt x="1920812" y="125825"/>
                    <a:pt x="1919764" y="132874"/>
                  </a:cubicBezTo>
                  <a:cubicBezTo>
                    <a:pt x="1918716" y="139922"/>
                    <a:pt x="1918240" y="146875"/>
                    <a:pt x="1918240" y="153638"/>
                  </a:cubicBezTo>
                  <a:cubicBezTo>
                    <a:pt x="1918240" y="160401"/>
                    <a:pt x="1918812" y="167354"/>
                    <a:pt x="1919955" y="174403"/>
                  </a:cubicBezTo>
                  <a:cubicBezTo>
                    <a:pt x="1921098" y="181356"/>
                    <a:pt x="1923098" y="187833"/>
                    <a:pt x="1925955" y="193738"/>
                  </a:cubicBezTo>
                  <a:cubicBezTo>
                    <a:pt x="1928908" y="199644"/>
                    <a:pt x="1932909" y="204502"/>
                    <a:pt x="1937957" y="208312"/>
                  </a:cubicBezTo>
                  <a:cubicBezTo>
                    <a:pt x="1943100" y="212122"/>
                    <a:pt x="1949577" y="214027"/>
                    <a:pt x="1957483" y="214027"/>
                  </a:cubicBezTo>
                  <a:cubicBezTo>
                    <a:pt x="1965008" y="214027"/>
                    <a:pt x="1971294" y="212026"/>
                    <a:pt x="1976343" y="208121"/>
                  </a:cubicBezTo>
                  <a:cubicBezTo>
                    <a:pt x="1981486" y="204216"/>
                    <a:pt x="1985582" y="199263"/>
                    <a:pt x="1988630" y="193453"/>
                  </a:cubicBezTo>
                  <a:cubicBezTo>
                    <a:pt x="1991773" y="187547"/>
                    <a:pt x="1993964" y="181070"/>
                    <a:pt x="1995202" y="174022"/>
                  </a:cubicBezTo>
                  <a:cubicBezTo>
                    <a:pt x="1996440" y="166973"/>
                    <a:pt x="1997107" y="160115"/>
                    <a:pt x="1997107" y="153638"/>
                  </a:cubicBezTo>
                  <a:cubicBezTo>
                    <a:pt x="1997107" y="147066"/>
                    <a:pt x="1996440" y="140398"/>
                    <a:pt x="1995107" y="133350"/>
                  </a:cubicBezTo>
                  <a:cubicBezTo>
                    <a:pt x="1993773" y="126397"/>
                    <a:pt x="1991487" y="119920"/>
                    <a:pt x="1988344" y="114109"/>
                  </a:cubicBezTo>
                  <a:cubicBezTo>
                    <a:pt x="1985201" y="108204"/>
                    <a:pt x="1981105" y="103441"/>
                    <a:pt x="1976057" y="99727"/>
                  </a:cubicBezTo>
                  <a:cubicBezTo>
                    <a:pt x="1970913" y="96012"/>
                    <a:pt x="1964627" y="94202"/>
                    <a:pt x="1957197" y="94202"/>
                  </a:cubicBezTo>
                  <a:close/>
                  <a:moveTo>
                    <a:pt x="821437" y="94107"/>
                  </a:moveTo>
                  <a:cubicBezTo>
                    <a:pt x="813340" y="94107"/>
                    <a:pt x="806768" y="95917"/>
                    <a:pt x="801625" y="99536"/>
                  </a:cubicBezTo>
                  <a:cubicBezTo>
                    <a:pt x="796481" y="103156"/>
                    <a:pt x="792481" y="107823"/>
                    <a:pt x="789623" y="113538"/>
                  </a:cubicBezTo>
                  <a:cubicBezTo>
                    <a:pt x="786670" y="119348"/>
                    <a:pt x="784765" y="125730"/>
                    <a:pt x="783718" y="132779"/>
                  </a:cubicBezTo>
                  <a:cubicBezTo>
                    <a:pt x="782670" y="139827"/>
                    <a:pt x="782194" y="146780"/>
                    <a:pt x="782194" y="153543"/>
                  </a:cubicBezTo>
                  <a:cubicBezTo>
                    <a:pt x="782194" y="159830"/>
                    <a:pt x="782765" y="166402"/>
                    <a:pt x="783908" y="173165"/>
                  </a:cubicBezTo>
                  <a:cubicBezTo>
                    <a:pt x="784956" y="179927"/>
                    <a:pt x="786956" y="186119"/>
                    <a:pt x="789909" y="191738"/>
                  </a:cubicBezTo>
                  <a:cubicBezTo>
                    <a:pt x="792862" y="197167"/>
                    <a:pt x="796767" y="201644"/>
                    <a:pt x="801815" y="205169"/>
                  </a:cubicBezTo>
                  <a:cubicBezTo>
                    <a:pt x="806768" y="208693"/>
                    <a:pt x="813245" y="210407"/>
                    <a:pt x="821151" y="210407"/>
                  </a:cubicBezTo>
                  <a:cubicBezTo>
                    <a:pt x="828676" y="210407"/>
                    <a:pt x="834962" y="208598"/>
                    <a:pt x="840010" y="204978"/>
                  </a:cubicBezTo>
                  <a:cubicBezTo>
                    <a:pt x="845154" y="201358"/>
                    <a:pt x="849250" y="196787"/>
                    <a:pt x="852298" y="191262"/>
                  </a:cubicBezTo>
                  <a:cubicBezTo>
                    <a:pt x="855441" y="185738"/>
                    <a:pt x="857632" y="179641"/>
                    <a:pt x="859060" y="172974"/>
                  </a:cubicBezTo>
                  <a:cubicBezTo>
                    <a:pt x="860394" y="166307"/>
                    <a:pt x="861061" y="159830"/>
                    <a:pt x="861061" y="153543"/>
                  </a:cubicBezTo>
                  <a:cubicBezTo>
                    <a:pt x="861061" y="146971"/>
                    <a:pt x="860394" y="140303"/>
                    <a:pt x="859156" y="133255"/>
                  </a:cubicBezTo>
                  <a:cubicBezTo>
                    <a:pt x="857918" y="126301"/>
                    <a:pt x="855727" y="119824"/>
                    <a:pt x="852584" y="114014"/>
                  </a:cubicBezTo>
                  <a:cubicBezTo>
                    <a:pt x="849440" y="108109"/>
                    <a:pt x="845345" y="103346"/>
                    <a:pt x="840296" y="99632"/>
                  </a:cubicBezTo>
                  <a:cubicBezTo>
                    <a:pt x="835248" y="95917"/>
                    <a:pt x="828866" y="94107"/>
                    <a:pt x="821437" y="94107"/>
                  </a:cubicBezTo>
                  <a:close/>
                  <a:moveTo>
                    <a:pt x="1107663" y="93916"/>
                  </a:moveTo>
                  <a:cubicBezTo>
                    <a:pt x="1100138" y="93916"/>
                    <a:pt x="1093851" y="95726"/>
                    <a:pt x="1088803" y="99441"/>
                  </a:cubicBezTo>
                  <a:cubicBezTo>
                    <a:pt x="1083755" y="103156"/>
                    <a:pt x="1079564" y="107918"/>
                    <a:pt x="1076516" y="113633"/>
                  </a:cubicBezTo>
                  <a:cubicBezTo>
                    <a:pt x="1073372" y="119444"/>
                    <a:pt x="1071182" y="125730"/>
                    <a:pt x="1069753" y="132779"/>
                  </a:cubicBezTo>
                  <a:cubicBezTo>
                    <a:pt x="1068420" y="139732"/>
                    <a:pt x="1067753" y="146495"/>
                    <a:pt x="1067753" y="153067"/>
                  </a:cubicBezTo>
                  <a:cubicBezTo>
                    <a:pt x="1067753" y="159639"/>
                    <a:pt x="1068420" y="166402"/>
                    <a:pt x="1069658" y="173450"/>
                  </a:cubicBezTo>
                  <a:cubicBezTo>
                    <a:pt x="1070801" y="180689"/>
                    <a:pt x="1072992" y="187262"/>
                    <a:pt x="1076135" y="193357"/>
                  </a:cubicBezTo>
                  <a:cubicBezTo>
                    <a:pt x="1079278" y="199263"/>
                    <a:pt x="1083374" y="204121"/>
                    <a:pt x="1088422" y="208026"/>
                  </a:cubicBezTo>
                  <a:cubicBezTo>
                    <a:pt x="1093566" y="211931"/>
                    <a:pt x="1099852" y="213931"/>
                    <a:pt x="1107281" y="213931"/>
                  </a:cubicBezTo>
                  <a:cubicBezTo>
                    <a:pt x="1115187" y="213931"/>
                    <a:pt x="1121664" y="212026"/>
                    <a:pt x="1126808" y="208216"/>
                  </a:cubicBezTo>
                  <a:cubicBezTo>
                    <a:pt x="1131856" y="204406"/>
                    <a:pt x="1135952" y="199549"/>
                    <a:pt x="1138809" y="193643"/>
                  </a:cubicBezTo>
                  <a:cubicBezTo>
                    <a:pt x="1141667" y="187738"/>
                    <a:pt x="1143762" y="181261"/>
                    <a:pt x="1144905" y="174022"/>
                  </a:cubicBezTo>
                  <a:cubicBezTo>
                    <a:pt x="1146048" y="166878"/>
                    <a:pt x="1146620" y="159829"/>
                    <a:pt x="1146620" y="153067"/>
                  </a:cubicBezTo>
                  <a:cubicBezTo>
                    <a:pt x="1146620" y="146304"/>
                    <a:pt x="1146143" y="139446"/>
                    <a:pt x="1145096" y="132493"/>
                  </a:cubicBezTo>
                  <a:cubicBezTo>
                    <a:pt x="1144048" y="125539"/>
                    <a:pt x="1142048" y="119158"/>
                    <a:pt x="1139190" y="113347"/>
                  </a:cubicBezTo>
                  <a:cubicBezTo>
                    <a:pt x="1136238" y="107537"/>
                    <a:pt x="1132332" y="102870"/>
                    <a:pt x="1127284" y="99346"/>
                  </a:cubicBezTo>
                  <a:cubicBezTo>
                    <a:pt x="1122331" y="95726"/>
                    <a:pt x="1115759" y="93916"/>
                    <a:pt x="1107663" y="93916"/>
                  </a:cubicBezTo>
                  <a:close/>
                  <a:moveTo>
                    <a:pt x="1598676" y="93536"/>
                  </a:moveTo>
                  <a:cubicBezTo>
                    <a:pt x="1590770" y="93536"/>
                    <a:pt x="1584103" y="95250"/>
                    <a:pt x="1578673" y="98774"/>
                  </a:cubicBezTo>
                  <a:cubicBezTo>
                    <a:pt x="1573244" y="102299"/>
                    <a:pt x="1568863" y="106871"/>
                    <a:pt x="1565434" y="112681"/>
                  </a:cubicBezTo>
                  <a:cubicBezTo>
                    <a:pt x="1562005" y="118491"/>
                    <a:pt x="1559528" y="124873"/>
                    <a:pt x="1557909" y="131921"/>
                  </a:cubicBezTo>
                  <a:cubicBezTo>
                    <a:pt x="1556385" y="138970"/>
                    <a:pt x="1555528" y="146114"/>
                    <a:pt x="1555528" y="153353"/>
                  </a:cubicBezTo>
                  <a:cubicBezTo>
                    <a:pt x="1555528" y="160782"/>
                    <a:pt x="1556289" y="168116"/>
                    <a:pt x="1557909" y="175450"/>
                  </a:cubicBezTo>
                  <a:cubicBezTo>
                    <a:pt x="1559338" y="182594"/>
                    <a:pt x="1561814" y="189166"/>
                    <a:pt x="1565148" y="195072"/>
                  </a:cubicBezTo>
                  <a:cubicBezTo>
                    <a:pt x="1568672" y="200692"/>
                    <a:pt x="1573149" y="205359"/>
                    <a:pt x="1578578" y="208979"/>
                  </a:cubicBezTo>
                  <a:cubicBezTo>
                    <a:pt x="1584007" y="212598"/>
                    <a:pt x="1590675" y="214408"/>
                    <a:pt x="1598580" y="214408"/>
                  </a:cubicBezTo>
                  <a:cubicBezTo>
                    <a:pt x="1606296" y="214408"/>
                    <a:pt x="1612868" y="212598"/>
                    <a:pt x="1618392" y="208979"/>
                  </a:cubicBezTo>
                  <a:cubicBezTo>
                    <a:pt x="1623917" y="205359"/>
                    <a:pt x="1628394" y="200787"/>
                    <a:pt x="1631823" y="195072"/>
                  </a:cubicBezTo>
                  <a:cubicBezTo>
                    <a:pt x="1635252" y="189357"/>
                    <a:pt x="1637728" y="182975"/>
                    <a:pt x="1639347" y="175641"/>
                  </a:cubicBezTo>
                  <a:cubicBezTo>
                    <a:pt x="1640872" y="168307"/>
                    <a:pt x="1641729" y="160877"/>
                    <a:pt x="1641729" y="153257"/>
                  </a:cubicBezTo>
                  <a:cubicBezTo>
                    <a:pt x="1641729" y="146114"/>
                    <a:pt x="1640967" y="138874"/>
                    <a:pt x="1639538" y="131731"/>
                  </a:cubicBezTo>
                  <a:cubicBezTo>
                    <a:pt x="1638109" y="124587"/>
                    <a:pt x="1635633" y="118110"/>
                    <a:pt x="1632204" y="112490"/>
                  </a:cubicBezTo>
                  <a:cubicBezTo>
                    <a:pt x="1628775" y="106871"/>
                    <a:pt x="1624298" y="102203"/>
                    <a:pt x="1618964" y="98774"/>
                  </a:cubicBezTo>
                  <a:cubicBezTo>
                    <a:pt x="1613535" y="95250"/>
                    <a:pt x="1606772" y="93536"/>
                    <a:pt x="1598676" y="93536"/>
                  </a:cubicBezTo>
                  <a:close/>
                  <a:moveTo>
                    <a:pt x="1282922" y="91440"/>
                  </a:moveTo>
                  <a:cubicBezTo>
                    <a:pt x="1276255" y="91440"/>
                    <a:pt x="1270445" y="92869"/>
                    <a:pt x="1265587" y="95822"/>
                  </a:cubicBezTo>
                  <a:cubicBezTo>
                    <a:pt x="1260729" y="98775"/>
                    <a:pt x="1256538" y="102585"/>
                    <a:pt x="1253299" y="107252"/>
                  </a:cubicBezTo>
                  <a:cubicBezTo>
                    <a:pt x="1249966" y="111919"/>
                    <a:pt x="1247489" y="117253"/>
                    <a:pt x="1245775" y="123063"/>
                  </a:cubicBezTo>
                  <a:cubicBezTo>
                    <a:pt x="1244156" y="128969"/>
                    <a:pt x="1243203" y="134779"/>
                    <a:pt x="1243012" y="140685"/>
                  </a:cubicBezTo>
                  <a:lnTo>
                    <a:pt x="1317776" y="140685"/>
                  </a:lnTo>
                  <a:lnTo>
                    <a:pt x="1317784" y="140780"/>
                  </a:lnTo>
                  <a:lnTo>
                    <a:pt x="1317784" y="140685"/>
                  </a:lnTo>
                  <a:lnTo>
                    <a:pt x="1317776" y="140685"/>
                  </a:lnTo>
                  <a:lnTo>
                    <a:pt x="1316260" y="122682"/>
                  </a:lnTo>
                  <a:cubicBezTo>
                    <a:pt x="1315212" y="116682"/>
                    <a:pt x="1313402" y="111443"/>
                    <a:pt x="1310831" y="106871"/>
                  </a:cubicBezTo>
                  <a:cubicBezTo>
                    <a:pt x="1308259" y="102299"/>
                    <a:pt x="1304735" y="98584"/>
                    <a:pt x="1300258" y="95727"/>
                  </a:cubicBezTo>
                  <a:cubicBezTo>
                    <a:pt x="1295781" y="92869"/>
                    <a:pt x="1289971" y="91440"/>
                    <a:pt x="1282922" y="91440"/>
                  </a:cubicBezTo>
                  <a:close/>
                  <a:moveTo>
                    <a:pt x="396621" y="91440"/>
                  </a:moveTo>
                  <a:cubicBezTo>
                    <a:pt x="389954" y="91440"/>
                    <a:pt x="384144" y="92869"/>
                    <a:pt x="379286" y="95822"/>
                  </a:cubicBezTo>
                  <a:cubicBezTo>
                    <a:pt x="374428" y="98775"/>
                    <a:pt x="370237" y="102585"/>
                    <a:pt x="366998" y="107252"/>
                  </a:cubicBezTo>
                  <a:cubicBezTo>
                    <a:pt x="363665" y="111919"/>
                    <a:pt x="361188" y="117253"/>
                    <a:pt x="359474" y="123063"/>
                  </a:cubicBezTo>
                  <a:cubicBezTo>
                    <a:pt x="357854" y="128969"/>
                    <a:pt x="356902" y="134779"/>
                    <a:pt x="356711" y="140685"/>
                  </a:cubicBezTo>
                  <a:lnTo>
                    <a:pt x="431475" y="140685"/>
                  </a:lnTo>
                  <a:lnTo>
                    <a:pt x="431483" y="140780"/>
                  </a:lnTo>
                  <a:lnTo>
                    <a:pt x="431483" y="140685"/>
                  </a:lnTo>
                  <a:lnTo>
                    <a:pt x="431475" y="140685"/>
                  </a:lnTo>
                  <a:lnTo>
                    <a:pt x="429959" y="122682"/>
                  </a:lnTo>
                  <a:cubicBezTo>
                    <a:pt x="428911" y="116682"/>
                    <a:pt x="427101" y="111443"/>
                    <a:pt x="424529" y="106871"/>
                  </a:cubicBezTo>
                  <a:cubicBezTo>
                    <a:pt x="421958" y="102299"/>
                    <a:pt x="418434" y="98584"/>
                    <a:pt x="413957" y="95727"/>
                  </a:cubicBezTo>
                  <a:cubicBezTo>
                    <a:pt x="409480" y="92869"/>
                    <a:pt x="403670" y="91440"/>
                    <a:pt x="396621" y="91440"/>
                  </a:cubicBezTo>
                  <a:close/>
                  <a:moveTo>
                    <a:pt x="230505" y="91440"/>
                  </a:moveTo>
                  <a:cubicBezTo>
                    <a:pt x="223838" y="91440"/>
                    <a:pt x="218028" y="92869"/>
                    <a:pt x="213170" y="95822"/>
                  </a:cubicBezTo>
                  <a:cubicBezTo>
                    <a:pt x="208312" y="98775"/>
                    <a:pt x="204216" y="102585"/>
                    <a:pt x="200883" y="107252"/>
                  </a:cubicBezTo>
                  <a:cubicBezTo>
                    <a:pt x="197549" y="111919"/>
                    <a:pt x="195072" y="117253"/>
                    <a:pt x="193358" y="123063"/>
                  </a:cubicBezTo>
                  <a:cubicBezTo>
                    <a:pt x="191643" y="128969"/>
                    <a:pt x="190786" y="134779"/>
                    <a:pt x="190596" y="140685"/>
                  </a:cubicBezTo>
                  <a:lnTo>
                    <a:pt x="265359" y="140685"/>
                  </a:lnTo>
                  <a:lnTo>
                    <a:pt x="265367" y="140780"/>
                  </a:lnTo>
                  <a:lnTo>
                    <a:pt x="265367" y="140685"/>
                  </a:lnTo>
                  <a:lnTo>
                    <a:pt x="265359" y="140685"/>
                  </a:lnTo>
                  <a:lnTo>
                    <a:pt x="263843" y="122682"/>
                  </a:lnTo>
                  <a:cubicBezTo>
                    <a:pt x="262795" y="116682"/>
                    <a:pt x="260985" y="111443"/>
                    <a:pt x="258413" y="106871"/>
                  </a:cubicBezTo>
                  <a:cubicBezTo>
                    <a:pt x="255842" y="102299"/>
                    <a:pt x="252318" y="98584"/>
                    <a:pt x="247841" y="95727"/>
                  </a:cubicBezTo>
                  <a:cubicBezTo>
                    <a:pt x="243364" y="92869"/>
                    <a:pt x="237554" y="91440"/>
                    <a:pt x="230505" y="91440"/>
                  </a:cubicBezTo>
                  <a:close/>
                  <a:moveTo>
                    <a:pt x="499872" y="72199"/>
                  </a:moveTo>
                  <a:lnTo>
                    <a:pt x="531114" y="72199"/>
                  </a:lnTo>
                  <a:lnTo>
                    <a:pt x="531114" y="235553"/>
                  </a:lnTo>
                  <a:lnTo>
                    <a:pt x="499872" y="235553"/>
                  </a:lnTo>
                  <a:close/>
                  <a:moveTo>
                    <a:pt x="1364361" y="72104"/>
                  </a:moveTo>
                  <a:lnTo>
                    <a:pt x="1398365" y="72104"/>
                  </a:lnTo>
                  <a:lnTo>
                    <a:pt x="1436465" y="206406"/>
                  </a:lnTo>
                  <a:lnTo>
                    <a:pt x="1473899" y="72104"/>
                  </a:lnTo>
                  <a:lnTo>
                    <a:pt x="1505712" y="72104"/>
                  </a:lnTo>
                  <a:lnTo>
                    <a:pt x="1446086" y="257365"/>
                  </a:lnTo>
                  <a:cubicBezTo>
                    <a:pt x="1443990" y="263652"/>
                    <a:pt x="1441609" y="269938"/>
                    <a:pt x="1438942" y="276129"/>
                  </a:cubicBezTo>
                  <a:cubicBezTo>
                    <a:pt x="1436275" y="282321"/>
                    <a:pt x="1432941" y="287940"/>
                    <a:pt x="1428940" y="292988"/>
                  </a:cubicBezTo>
                  <a:cubicBezTo>
                    <a:pt x="1424940" y="298037"/>
                    <a:pt x="1420178" y="302037"/>
                    <a:pt x="1414462" y="305085"/>
                  </a:cubicBezTo>
                  <a:cubicBezTo>
                    <a:pt x="1408748" y="308133"/>
                    <a:pt x="1401794" y="309657"/>
                    <a:pt x="1393698" y="309657"/>
                  </a:cubicBezTo>
                  <a:cubicBezTo>
                    <a:pt x="1385126" y="309657"/>
                    <a:pt x="1377601" y="308895"/>
                    <a:pt x="1370933" y="307371"/>
                  </a:cubicBezTo>
                  <a:lnTo>
                    <a:pt x="1372838" y="282225"/>
                  </a:lnTo>
                  <a:cubicBezTo>
                    <a:pt x="1377791" y="283750"/>
                    <a:pt x="1382935" y="284511"/>
                    <a:pt x="1388174" y="284511"/>
                  </a:cubicBezTo>
                  <a:cubicBezTo>
                    <a:pt x="1396079" y="284511"/>
                    <a:pt x="1402080" y="281749"/>
                    <a:pt x="1406081" y="276320"/>
                  </a:cubicBezTo>
                  <a:cubicBezTo>
                    <a:pt x="1410176" y="270891"/>
                    <a:pt x="1413796" y="262604"/>
                    <a:pt x="1417129" y="251460"/>
                  </a:cubicBezTo>
                  <a:lnTo>
                    <a:pt x="1420273" y="241363"/>
                  </a:lnTo>
                  <a:close/>
                  <a:moveTo>
                    <a:pt x="1793272" y="68961"/>
                  </a:moveTo>
                  <a:cubicBezTo>
                    <a:pt x="1802797" y="68961"/>
                    <a:pt x="1810989" y="70485"/>
                    <a:pt x="1817752" y="73533"/>
                  </a:cubicBezTo>
                  <a:cubicBezTo>
                    <a:pt x="1824514" y="76581"/>
                    <a:pt x="1829944" y="80867"/>
                    <a:pt x="1833944" y="86392"/>
                  </a:cubicBezTo>
                  <a:cubicBezTo>
                    <a:pt x="1837945" y="91916"/>
                    <a:pt x="1840993" y="98679"/>
                    <a:pt x="1842802" y="106490"/>
                  </a:cubicBezTo>
                  <a:cubicBezTo>
                    <a:pt x="1844612" y="114300"/>
                    <a:pt x="1845565" y="122968"/>
                    <a:pt x="1845565" y="132302"/>
                  </a:cubicBezTo>
                  <a:lnTo>
                    <a:pt x="1845565" y="235553"/>
                  </a:lnTo>
                  <a:lnTo>
                    <a:pt x="1814037" y="235553"/>
                  </a:lnTo>
                  <a:lnTo>
                    <a:pt x="1814037" y="139160"/>
                  </a:lnTo>
                  <a:cubicBezTo>
                    <a:pt x="1814037" y="133540"/>
                    <a:pt x="1813656" y="127921"/>
                    <a:pt x="1812989" y="122491"/>
                  </a:cubicBezTo>
                  <a:cubicBezTo>
                    <a:pt x="1812227" y="117062"/>
                    <a:pt x="1810798" y="112300"/>
                    <a:pt x="1808608" y="108109"/>
                  </a:cubicBezTo>
                  <a:cubicBezTo>
                    <a:pt x="1806417" y="103918"/>
                    <a:pt x="1803274" y="100679"/>
                    <a:pt x="1799273" y="98107"/>
                  </a:cubicBezTo>
                  <a:cubicBezTo>
                    <a:pt x="1795177" y="95631"/>
                    <a:pt x="1789843" y="94393"/>
                    <a:pt x="1783176" y="94393"/>
                  </a:cubicBezTo>
                  <a:cubicBezTo>
                    <a:pt x="1775937" y="94393"/>
                    <a:pt x="1769841" y="95917"/>
                    <a:pt x="1764888" y="98965"/>
                  </a:cubicBezTo>
                  <a:cubicBezTo>
                    <a:pt x="1760030" y="102013"/>
                    <a:pt x="1756125" y="106013"/>
                    <a:pt x="1753172" y="110871"/>
                  </a:cubicBezTo>
                  <a:cubicBezTo>
                    <a:pt x="1750219" y="115729"/>
                    <a:pt x="1748219" y="121349"/>
                    <a:pt x="1746886" y="127540"/>
                  </a:cubicBezTo>
                  <a:cubicBezTo>
                    <a:pt x="1745647" y="133731"/>
                    <a:pt x="1744981" y="140113"/>
                    <a:pt x="1744981" y="146685"/>
                  </a:cubicBezTo>
                  <a:lnTo>
                    <a:pt x="1744981" y="235553"/>
                  </a:lnTo>
                  <a:lnTo>
                    <a:pt x="1713929" y="235553"/>
                  </a:lnTo>
                  <a:lnTo>
                    <a:pt x="1713929" y="109728"/>
                  </a:lnTo>
                  <a:cubicBezTo>
                    <a:pt x="1713929" y="103441"/>
                    <a:pt x="1713834" y="97155"/>
                    <a:pt x="1713643" y="90964"/>
                  </a:cubicBezTo>
                  <a:cubicBezTo>
                    <a:pt x="1713453" y="84773"/>
                    <a:pt x="1712977" y="78486"/>
                    <a:pt x="1712405" y="72199"/>
                  </a:cubicBezTo>
                  <a:lnTo>
                    <a:pt x="1741742" y="72199"/>
                  </a:lnTo>
                  <a:lnTo>
                    <a:pt x="1742695" y="100298"/>
                  </a:lnTo>
                  <a:cubicBezTo>
                    <a:pt x="1753553" y="79343"/>
                    <a:pt x="1770412" y="68961"/>
                    <a:pt x="1793272" y="68961"/>
                  </a:cubicBezTo>
                  <a:close/>
                  <a:moveTo>
                    <a:pt x="1598580" y="68961"/>
                  </a:moveTo>
                  <a:cubicBezTo>
                    <a:pt x="1610868" y="68961"/>
                    <a:pt x="1621726" y="70961"/>
                    <a:pt x="1631347" y="74962"/>
                  </a:cubicBezTo>
                  <a:cubicBezTo>
                    <a:pt x="1640872" y="78962"/>
                    <a:pt x="1648968" y="84677"/>
                    <a:pt x="1655540" y="91916"/>
                  </a:cubicBezTo>
                  <a:cubicBezTo>
                    <a:pt x="1662112" y="99250"/>
                    <a:pt x="1667065" y="108109"/>
                    <a:pt x="1670399" y="118586"/>
                  </a:cubicBezTo>
                  <a:cubicBezTo>
                    <a:pt x="1673733" y="129064"/>
                    <a:pt x="1675352" y="140589"/>
                    <a:pt x="1675352" y="153257"/>
                  </a:cubicBezTo>
                  <a:cubicBezTo>
                    <a:pt x="1675352" y="165640"/>
                    <a:pt x="1673638" y="177070"/>
                    <a:pt x="1670399" y="187547"/>
                  </a:cubicBezTo>
                  <a:cubicBezTo>
                    <a:pt x="1667065" y="198025"/>
                    <a:pt x="1662112" y="207074"/>
                    <a:pt x="1655540" y="214789"/>
                  </a:cubicBezTo>
                  <a:cubicBezTo>
                    <a:pt x="1648968" y="222504"/>
                    <a:pt x="1640872" y="228505"/>
                    <a:pt x="1631347" y="232791"/>
                  </a:cubicBezTo>
                  <a:cubicBezTo>
                    <a:pt x="1621726" y="237077"/>
                    <a:pt x="1610868" y="239173"/>
                    <a:pt x="1598580" y="239173"/>
                  </a:cubicBezTo>
                  <a:cubicBezTo>
                    <a:pt x="1585817" y="239173"/>
                    <a:pt x="1574768" y="237077"/>
                    <a:pt x="1565434" y="232886"/>
                  </a:cubicBezTo>
                  <a:cubicBezTo>
                    <a:pt x="1551051" y="226314"/>
                    <a:pt x="1540192" y="216122"/>
                    <a:pt x="1532858" y="202216"/>
                  </a:cubicBezTo>
                  <a:cubicBezTo>
                    <a:pt x="1525429" y="188309"/>
                    <a:pt x="1521809" y="171926"/>
                    <a:pt x="1521809" y="153257"/>
                  </a:cubicBezTo>
                  <a:cubicBezTo>
                    <a:pt x="1521809" y="140875"/>
                    <a:pt x="1523619" y="129445"/>
                    <a:pt x="1527238" y="119158"/>
                  </a:cubicBezTo>
                  <a:cubicBezTo>
                    <a:pt x="1530858" y="108775"/>
                    <a:pt x="1536001" y="99917"/>
                    <a:pt x="1542669" y="92488"/>
                  </a:cubicBezTo>
                  <a:cubicBezTo>
                    <a:pt x="1549336" y="85058"/>
                    <a:pt x="1557433" y="79343"/>
                    <a:pt x="1566862" y="75152"/>
                  </a:cubicBezTo>
                  <a:cubicBezTo>
                    <a:pt x="1576292" y="71057"/>
                    <a:pt x="1586865" y="68961"/>
                    <a:pt x="1598580" y="68961"/>
                  </a:cubicBezTo>
                  <a:close/>
                  <a:moveTo>
                    <a:pt x="812388" y="68961"/>
                  </a:moveTo>
                  <a:cubicBezTo>
                    <a:pt x="823247" y="68961"/>
                    <a:pt x="832867" y="71438"/>
                    <a:pt x="841249" y="76295"/>
                  </a:cubicBezTo>
                  <a:cubicBezTo>
                    <a:pt x="849631" y="81153"/>
                    <a:pt x="856393" y="88868"/>
                    <a:pt x="861347" y="99346"/>
                  </a:cubicBezTo>
                  <a:lnTo>
                    <a:pt x="861347" y="72199"/>
                  </a:lnTo>
                  <a:lnTo>
                    <a:pt x="891350" y="72199"/>
                  </a:lnTo>
                  <a:lnTo>
                    <a:pt x="891350" y="226409"/>
                  </a:lnTo>
                  <a:cubicBezTo>
                    <a:pt x="891350" y="253174"/>
                    <a:pt x="884968" y="273749"/>
                    <a:pt x="872300" y="288131"/>
                  </a:cubicBezTo>
                  <a:cubicBezTo>
                    <a:pt x="859632" y="302514"/>
                    <a:pt x="840106" y="309658"/>
                    <a:pt x="813912" y="309658"/>
                  </a:cubicBezTo>
                  <a:cubicBezTo>
                    <a:pt x="804959" y="309658"/>
                    <a:pt x="796100" y="308896"/>
                    <a:pt x="787242" y="307372"/>
                  </a:cubicBezTo>
                  <a:cubicBezTo>
                    <a:pt x="778384" y="305848"/>
                    <a:pt x="769621" y="303657"/>
                    <a:pt x="760858" y="300799"/>
                  </a:cubicBezTo>
                  <a:lnTo>
                    <a:pt x="762763" y="273082"/>
                  </a:lnTo>
                  <a:cubicBezTo>
                    <a:pt x="769621" y="276797"/>
                    <a:pt x="777050" y="279654"/>
                    <a:pt x="785051" y="281749"/>
                  </a:cubicBezTo>
                  <a:cubicBezTo>
                    <a:pt x="793052" y="283845"/>
                    <a:pt x="801149" y="284893"/>
                    <a:pt x="809245" y="284893"/>
                  </a:cubicBezTo>
                  <a:cubicBezTo>
                    <a:pt x="818198" y="284893"/>
                    <a:pt x="825913" y="283464"/>
                    <a:pt x="832295" y="280607"/>
                  </a:cubicBezTo>
                  <a:cubicBezTo>
                    <a:pt x="838772" y="277749"/>
                    <a:pt x="844011" y="273844"/>
                    <a:pt x="848202" y="268700"/>
                  </a:cubicBezTo>
                  <a:cubicBezTo>
                    <a:pt x="852393" y="263557"/>
                    <a:pt x="855346" y="257461"/>
                    <a:pt x="857251" y="250222"/>
                  </a:cubicBezTo>
                  <a:cubicBezTo>
                    <a:pt x="859156" y="243078"/>
                    <a:pt x="860013" y="235077"/>
                    <a:pt x="860013" y="226409"/>
                  </a:cubicBezTo>
                  <a:lnTo>
                    <a:pt x="860013" y="207169"/>
                  </a:lnTo>
                  <a:cubicBezTo>
                    <a:pt x="855060" y="216313"/>
                    <a:pt x="848202" y="223361"/>
                    <a:pt x="839534" y="228219"/>
                  </a:cubicBezTo>
                  <a:cubicBezTo>
                    <a:pt x="830866" y="233077"/>
                    <a:pt x="821627" y="235553"/>
                    <a:pt x="811626" y="235553"/>
                  </a:cubicBezTo>
                  <a:cubicBezTo>
                    <a:pt x="800196" y="235553"/>
                    <a:pt x="790480" y="233172"/>
                    <a:pt x="782480" y="228409"/>
                  </a:cubicBezTo>
                  <a:cubicBezTo>
                    <a:pt x="774478" y="223647"/>
                    <a:pt x="767906" y="217361"/>
                    <a:pt x="762858" y="209645"/>
                  </a:cubicBezTo>
                  <a:cubicBezTo>
                    <a:pt x="757810" y="201930"/>
                    <a:pt x="754095" y="193167"/>
                    <a:pt x="751809" y="183356"/>
                  </a:cubicBezTo>
                  <a:cubicBezTo>
                    <a:pt x="749523" y="173546"/>
                    <a:pt x="748380" y="163544"/>
                    <a:pt x="748380" y="153257"/>
                  </a:cubicBezTo>
                  <a:cubicBezTo>
                    <a:pt x="748380" y="142399"/>
                    <a:pt x="749523" y="131826"/>
                    <a:pt x="751809" y="121730"/>
                  </a:cubicBezTo>
                  <a:cubicBezTo>
                    <a:pt x="754095" y="111633"/>
                    <a:pt x="757810" y="102584"/>
                    <a:pt x="763049" y="94774"/>
                  </a:cubicBezTo>
                  <a:cubicBezTo>
                    <a:pt x="768287" y="86963"/>
                    <a:pt x="774859" y="80677"/>
                    <a:pt x="782860" y="76009"/>
                  </a:cubicBezTo>
                  <a:cubicBezTo>
                    <a:pt x="790861" y="71342"/>
                    <a:pt x="800672" y="68961"/>
                    <a:pt x="812388" y="68961"/>
                  </a:cubicBezTo>
                  <a:close/>
                  <a:moveTo>
                    <a:pt x="657701" y="68961"/>
                  </a:moveTo>
                  <a:cubicBezTo>
                    <a:pt x="667226" y="68961"/>
                    <a:pt x="675418" y="70485"/>
                    <a:pt x="682180" y="73533"/>
                  </a:cubicBezTo>
                  <a:cubicBezTo>
                    <a:pt x="688943" y="76581"/>
                    <a:pt x="694373" y="80867"/>
                    <a:pt x="698373" y="86392"/>
                  </a:cubicBezTo>
                  <a:cubicBezTo>
                    <a:pt x="702374" y="91916"/>
                    <a:pt x="705422" y="98679"/>
                    <a:pt x="707231" y="106490"/>
                  </a:cubicBezTo>
                  <a:cubicBezTo>
                    <a:pt x="709136" y="114300"/>
                    <a:pt x="709994" y="122968"/>
                    <a:pt x="709994" y="132302"/>
                  </a:cubicBezTo>
                  <a:lnTo>
                    <a:pt x="709994" y="235553"/>
                  </a:lnTo>
                  <a:lnTo>
                    <a:pt x="678466" y="235553"/>
                  </a:lnTo>
                  <a:lnTo>
                    <a:pt x="678466" y="139160"/>
                  </a:lnTo>
                  <a:cubicBezTo>
                    <a:pt x="678466" y="133540"/>
                    <a:pt x="678085" y="127921"/>
                    <a:pt x="677323" y="122491"/>
                  </a:cubicBezTo>
                  <a:cubicBezTo>
                    <a:pt x="676561" y="117062"/>
                    <a:pt x="675132" y="112300"/>
                    <a:pt x="672941" y="108109"/>
                  </a:cubicBezTo>
                  <a:cubicBezTo>
                    <a:pt x="670751" y="104013"/>
                    <a:pt x="667607" y="100679"/>
                    <a:pt x="663607" y="98107"/>
                  </a:cubicBezTo>
                  <a:cubicBezTo>
                    <a:pt x="659606" y="95536"/>
                    <a:pt x="654177" y="94393"/>
                    <a:pt x="647509" y="94393"/>
                  </a:cubicBezTo>
                  <a:cubicBezTo>
                    <a:pt x="640271" y="94393"/>
                    <a:pt x="634175" y="95917"/>
                    <a:pt x="629222" y="98965"/>
                  </a:cubicBezTo>
                  <a:cubicBezTo>
                    <a:pt x="624364" y="102013"/>
                    <a:pt x="620459" y="106013"/>
                    <a:pt x="617506" y="110871"/>
                  </a:cubicBezTo>
                  <a:cubicBezTo>
                    <a:pt x="614553" y="115729"/>
                    <a:pt x="612553" y="121349"/>
                    <a:pt x="611219" y="127540"/>
                  </a:cubicBezTo>
                  <a:cubicBezTo>
                    <a:pt x="609981" y="133731"/>
                    <a:pt x="609314" y="140113"/>
                    <a:pt x="609314" y="146685"/>
                  </a:cubicBezTo>
                  <a:lnTo>
                    <a:pt x="609314" y="235553"/>
                  </a:lnTo>
                  <a:lnTo>
                    <a:pt x="578358" y="235553"/>
                  </a:lnTo>
                  <a:lnTo>
                    <a:pt x="578358" y="109728"/>
                  </a:lnTo>
                  <a:cubicBezTo>
                    <a:pt x="578358" y="103441"/>
                    <a:pt x="578263" y="97155"/>
                    <a:pt x="578072" y="90964"/>
                  </a:cubicBezTo>
                  <a:cubicBezTo>
                    <a:pt x="577882" y="84773"/>
                    <a:pt x="577405" y="78486"/>
                    <a:pt x="576834" y="72199"/>
                  </a:cubicBezTo>
                  <a:lnTo>
                    <a:pt x="606171" y="72199"/>
                  </a:lnTo>
                  <a:lnTo>
                    <a:pt x="607124" y="100298"/>
                  </a:lnTo>
                  <a:cubicBezTo>
                    <a:pt x="617982" y="79343"/>
                    <a:pt x="634841" y="68961"/>
                    <a:pt x="657701" y="68961"/>
                  </a:cubicBezTo>
                  <a:close/>
                  <a:moveTo>
                    <a:pt x="1282637" y="68866"/>
                  </a:moveTo>
                  <a:cubicBezTo>
                    <a:pt x="1294924" y="68866"/>
                    <a:pt x="1305211" y="70962"/>
                    <a:pt x="1313498" y="75248"/>
                  </a:cubicBezTo>
                  <a:cubicBezTo>
                    <a:pt x="1321784" y="79534"/>
                    <a:pt x="1328547" y="85344"/>
                    <a:pt x="1333595" y="92679"/>
                  </a:cubicBezTo>
                  <a:cubicBezTo>
                    <a:pt x="1338644" y="100108"/>
                    <a:pt x="1342358" y="108776"/>
                    <a:pt x="1344549" y="118777"/>
                  </a:cubicBezTo>
                  <a:cubicBezTo>
                    <a:pt x="1346740" y="128778"/>
                    <a:pt x="1347787" y="139542"/>
                    <a:pt x="1347787" y="151162"/>
                  </a:cubicBezTo>
                  <a:lnTo>
                    <a:pt x="1347787" y="160973"/>
                  </a:lnTo>
                  <a:lnTo>
                    <a:pt x="1243203" y="160973"/>
                  </a:lnTo>
                  <a:lnTo>
                    <a:pt x="1243203" y="161068"/>
                  </a:lnTo>
                  <a:cubicBezTo>
                    <a:pt x="1243203" y="168688"/>
                    <a:pt x="1244251" y="175832"/>
                    <a:pt x="1246441" y="182499"/>
                  </a:cubicBezTo>
                  <a:cubicBezTo>
                    <a:pt x="1248632" y="189167"/>
                    <a:pt x="1251871" y="194977"/>
                    <a:pt x="1256252" y="200025"/>
                  </a:cubicBezTo>
                  <a:cubicBezTo>
                    <a:pt x="1260634" y="205074"/>
                    <a:pt x="1266063" y="208979"/>
                    <a:pt x="1272635" y="211932"/>
                  </a:cubicBezTo>
                  <a:cubicBezTo>
                    <a:pt x="1279207" y="214884"/>
                    <a:pt x="1286732" y="216313"/>
                    <a:pt x="1295305" y="216313"/>
                  </a:cubicBezTo>
                  <a:cubicBezTo>
                    <a:pt x="1302353" y="216313"/>
                    <a:pt x="1309592" y="215456"/>
                    <a:pt x="1317022" y="213837"/>
                  </a:cubicBezTo>
                  <a:cubicBezTo>
                    <a:pt x="1324451" y="212217"/>
                    <a:pt x="1331214" y="209645"/>
                    <a:pt x="1337501" y="206121"/>
                  </a:cubicBezTo>
                  <a:lnTo>
                    <a:pt x="1339406" y="230315"/>
                  </a:lnTo>
                  <a:cubicBezTo>
                    <a:pt x="1332166" y="233363"/>
                    <a:pt x="1324451" y="235554"/>
                    <a:pt x="1316355" y="236982"/>
                  </a:cubicBezTo>
                  <a:cubicBezTo>
                    <a:pt x="1308259" y="238411"/>
                    <a:pt x="1299782" y="239078"/>
                    <a:pt x="1291114" y="239078"/>
                  </a:cubicBezTo>
                  <a:cubicBezTo>
                    <a:pt x="1277969" y="239078"/>
                    <a:pt x="1266444" y="236982"/>
                    <a:pt x="1256443" y="232887"/>
                  </a:cubicBezTo>
                  <a:cubicBezTo>
                    <a:pt x="1246441" y="228791"/>
                    <a:pt x="1238060" y="222885"/>
                    <a:pt x="1231297" y="215266"/>
                  </a:cubicBezTo>
                  <a:cubicBezTo>
                    <a:pt x="1224534" y="207645"/>
                    <a:pt x="1219486" y="198597"/>
                    <a:pt x="1216152" y="188119"/>
                  </a:cubicBezTo>
                  <a:cubicBezTo>
                    <a:pt x="1212818" y="177642"/>
                    <a:pt x="1211199" y="166021"/>
                    <a:pt x="1211199" y="153162"/>
                  </a:cubicBezTo>
                  <a:cubicBezTo>
                    <a:pt x="1211199" y="142018"/>
                    <a:pt x="1212818" y="131350"/>
                    <a:pt x="1216057" y="121158"/>
                  </a:cubicBezTo>
                  <a:cubicBezTo>
                    <a:pt x="1219295" y="110967"/>
                    <a:pt x="1223962" y="101918"/>
                    <a:pt x="1230058" y="94203"/>
                  </a:cubicBezTo>
                  <a:cubicBezTo>
                    <a:pt x="1236154" y="86487"/>
                    <a:pt x="1243679" y="80296"/>
                    <a:pt x="1252537" y="75724"/>
                  </a:cubicBezTo>
                  <a:cubicBezTo>
                    <a:pt x="1261396" y="71152"/>
                    <a:pt x="1271397" y="68866"/>
                    <a:pt x="1282637" y="68866"/>
                  </a:cubicBezTo>
                  <a:close/>
                  <a:moveTo>
                    <a:pt x="396336" y="68866"/>
                  </a:moveTo>
                  <a:cubicBezTo>
                    <a:pt x="408623" y="68866"/>
                    <a:pt x="418910" y="70962"/>
                    <a:pt x="427196" y="75248"/>
                  </a:cubicBezTo>
                  <a:cubicBezTo>
                    <a:pt x="435483" y="79534"/>
                    <a:pt x="442246" y="85344"/>
                    <a:pt x="447294" y="92679"/>
                  </a:cubicBezTo>
                  <a:cubicBezTo>
                    <a:pt x="452342" y="100108"/>
                    <a:pt x="456057" y="108776"/>
                    <a:pt x="458248" y="118777"/>
                  </a:cubicBezTo>
                  <a:cubicBezTo>
                    <a:pt x="460439" y="128778"/>
                    <a:pt x="461486" y="139542"/>
                    <a:pt x="461486" y="151162"/>
                  </a:cubicBezTo>
                  <a:lnTo>
                    <a:pt x="461486" y="160973"/>
                  </a:lnTo>
                  <a:lnTo>
                    <a:pt x="356902" y="160973"/>
                  </a:lnTo>
                  <a:lnTo>
                    <a:pt x="356902" y="161068"/>
                  </a:lnTo>
                  <a:cubicBezTo>
                    <a:pt x="356902" y="168688"/>
                    <a:pt x="357950" y="175832"/>
                    <a:pt x="360140" y="182499"/>
                  </a:cubicBezTo>
                  <a:cubicBezTo>
                    <a:pt x="362331" y="189167"/>
                    <a:pt x="365570" y="194977"/>
                    <a:pt x="369951" y="200025"/>
                  </a:cubicBezTo>
                  <a:cubicBezTo>
                    <a:pt x="374333" y="205074"/>
                    <a:pt x="379762" y="208979"/>
                    <a:pt x="386334" y="211932"/>
                  </a:cubicBezTo>
                  <a:cubicBezTo>
                    <a:pt x="392906" y="214884"/>
                    <a:pt x="400431" y="216313"/>
                    <a:pt x="409004" y="216313"/>
                  </a:cubicBezTo>
                  <a:cubicBezTo>
                    <a:pt x="416052" y="216313"/>
                    <a:pt x="423291" y="215456"/>
                    <a:pt x="430721" y="213837"/>
                  </a:cubicBezTo>
                  <a:cubicBezTo>
                    <a:pt x="438150" y="212217"/>
                    <a:pt x="444913" y="209645"/>
                    <a:pt x="451199" y="206121"/>
                  </a:cubicBezTo>
                  <a:lnTo>
                    <a:pt x="453104" y="230315"/>
                  </a:lnTo>
                  <a:cubicBezTo>
                    <a:pt x="445865" y="233363"/>
                    <a:pt x="438150" y="235554"/>
                    <a:pt x="430054" y="236982"/>
                  </a:cubicBezTo>
                  <a:cubicBezTo>
                    <a:pt x="421958" y="238411"/>
                    <a:pt x="413480" y="239078"/>
                    <a:pt x="404813" y="239078"/>
                  </a:cubicBezTo>
                  <a:cubicBezTo>
                    <a:pt x="391668" y="239078"/>
                    <a:pt x="380143" y="236982"/>
                    <a:pt x="370142" y="232887"/>
                  </a:cubicBezTo>
                  <a:cubicBezTo>
                    <a:pt x="360140" y="228791"/>
                    <a:pt x="351758" y="222885"/>
                    <a:pt x="344996" y="215266"/>
                  </a:cubicBezTo>
                  <a:cubicBezTo>
                    <a:pt x="338233" y="207645"/>
                    <a:pt x="333185" y="198597"/>
                    <a:pt x="329851" y="188119"/>
                  </a:cubicBezTo>
                  <a:cubicBezTo>
                    <a:pt x="326517" y="177642"/>
                    <a:pt x="324898" y="166021"/>
                    <a:pt x="324898" y="153162"/>
                  </a:cubicBezTo>
                  <a:cubicBezTo>
                    <a:pt x="324898" y="142018"/>
                    <a:pt x="326517" y="131350"/>
                    <a:pt x="329756" y="121158"/>
                  </a:cubicBezTo>
                  <a:cubicBezTo>
                    <a:pt x="332994" y="110967"/>
                    <a:pt x="337661" y="101918"/>
                    <a:pt x="343757" y="94203"/>
                  </a:cubicBezTo>
                  <a:cubicBezTo>
                    <a:pt x="349853" y="86487"/>
                    <a:pt x="357378" y="80296"/>
                    <a:pt x="366236" y="75724"/>
                  </a:cubicBezTo>
                  <a:cubicBezTo>
                    <a:pt x="375095" y="71152"/>
                    <a:pt x="385096" y="68866"/>
                    <a:pt x="396336" y="68866"/>
                  </a:cubicBezTo>
                  <a:close/>
                  <a:moveTo>
                    <a:pt x="230220" y="68866"/>
                  </a:moveTo>
                  <a:cubicBezTo>
                    <a:pt x="242507" y="68866"/>
                    <a:pt x="252794" y="70962"/>
                    <a:pt x="261081" y="75248"/>
                  </a:cubicBezTo>
                  <a:cubicBezTo>
                    <a:pt x="269367" y="79534"/>
                    <a:pt x="276130" y="85344"/>
                    <a:pt x="281178" y="92679"/>
                  </a:cubicBezTo>
                  <a:cubicBezTo>
                    <a:pt x="286226" y="100013"/>
                    <a:pt x="289941" y="108776"/>
                    <a:pt x="292132" y="118777"/>
                  </a:cubicBezTo>
                  <a:cubicBezTo>
                    <a:pt x="294323" y="128778"/>
                    <a:pt x="295371" y="139542"/>
                    <a:pt x="295371" y="151162"/>
                  </a:cubicBezTo>
                  <a:lnTo>
                    <a:pt x="295371" y="160973"/>
                  </a:lnTo>
                  <a:lnTo>
                    <a:pt x="190786" y="160973"/>
                  </a:lnTo>
                  <a:lnTo>
                    <a:pt x="190786" y="161068"/>
                  </a:lnTo>
                  <a:cubicBezTo>
                    <a:pt x="190786" y="168688"/>
                    <a:pt x="191929" y="175832"/>
                    <a:pt x="194025" y="182499"/>
                  </a:cubicBezTo>
                  <a:cubicBezTo>
                    <a:pt x="196215" y="189167"/>
                    <a:pt x="199454" y="194977"/>
                    <a:pt x="203835" y="200025"/>
                  </a:cubicBezTo>
                  <a:cubicBezTo>
                    <a:pt x="208217" y="205074"/>
                    <a:pt x="213646" y="208979"/>
                    <a:pt x="220218" y="211932"/>
                  </a:cubicBezTo>
                  <a:cubicBezTo>
                    <a:pt x="226790" y="214884"/>
                    <a:pt x="234315" y="216313"/>
                    <a:pt x="242888" y="216313"/>
                  </a:cubicBezTo>
                  <a:cubicBezTo>
                    <a:pt x="249936" y="216313"/>
                    <a:pt x="257175" y="215456"/>
                    <a:pt x="264605" y="213837"/>
                  </a:cubicBezTo>
                  <a:cubicBezTo>
                    <a:pt x="272034" y="212217"/>
                    <a:pt x="278797" y="209645"/>
                    <a:pt x="285084" y="206121"/>
                  </a:cubicBezTo>
                  <a:lnTo>
                    <a:pt x="286988" y="230315"/>
                  </a:lnTo>
                  <a:cubicBezTo>
                    <a:pt x="279749" y="233363"/>
                    <a:pt x="272034" y="235554"/>
                    <a:pt x="263938" y="236982"/>
                  </a:cubicBezTo>
                  <a:cubicBezTo>
                    <a:pt x="255842" y="238411"/>
                    <a:pt x="247364" y="239078"/>
                    <a:pt x="238697" y="239078"/>
                  </a:cubicBezTo>
                  <a:cubicBezTo>
                    <a:pt x="225552" y="239078"/>
                    <a:pt x="214027" y="236982"/>
                    <a:pt x="204026" y="232887"/>
                  </a:cubicBezTo>
                  <a:cubicBezTo>
                    <a:pt x="194025" y="228791"/>
                    <a:pt x="185642" y="222885"/>
                    <a:pt x="178880" y="215266"/>
                  </a:cubicBezTo>
                  <a:cubicBezTo>
                    <a:pt x="172117" y="207645"/>
                    <a:pt x="167069" y="198597"/>
                    <a:pt x="163735" y="188119"/>
                  </a:cubicBezTo>
                  <a:cubicBezTo>
                    <a:pt x="160401" y="177642"/>
                    <a:pt x="158782" y="166021"/>
                    <a:pt x="158782" y="153162"/>
                  </a:cubicBezTo>
                  <a:cubicBezTo>
                    <a:pt x="158782" y="142018"/>
                    <a:pt x="160401" y="131350"/>
                    <a:pt x="163640" y="121158"/>
                  </a:cubicBezTo>
                  <a:cubicBezTo>
                    <a:pt x="166878" y="110967"/>
                    <a:pt x="171546" y="101918"/>
                    <a:pt x="177641" y="94203"/>
                  </a:cubicBezTo>
                  <a:cubicBezTo>
                    <a:pt x="183737" y="86487"/>
                    <a:pt x="191262" y="80296"/>
                    <a:pt x="200121" y="75724"/>
                  </a:cubicBezTo>
                  <a:cubicBezTo>
                    <a:pt x="208979" y="71152"/>
                    <a:pt x="218980" y="68866"/>
                    <a:pt x="230220" y="68866"/>
                  </a:cubicBezTo>
                  <a:close/>
                  <a:moveTo>
                    <a:pt x="70866" y="14288"/>
                  </a:moveTo>
                  <a:cubicBezTo>
                    <a:pt x="87916" y="14288"/>
                    <a:pt x="103632" y="16574"/>
                    <a:pt x="118015" y="21146"/>
                  </a:cubicBezTo>
                  <a:lnTo>
                    <a:pt x="116110" y="49911"/>
                  </a:lnTo>
                  <a:cubicBezTo>
                    <a:pt x="109442" y="46863"/>
                    <a:pt x="102298" y="44673"/>
                    <a:pt x="94774" y="43244"/>
                  </a:cubicBezTo>
                  <a:cubicBezTo>
                    <a:pt x="87154" y="41815"/>
                    <a:pt x="79819" y="41149"/>
                    <a:pt x="72771" y="41149"/>
                  </a:cubicBezTo>
                  <a:cubicBezTo>
                    <a:pt x="68390" y="41149"/>
                    <a:pt x="64008" y="41720"/>
                    <a:pt x="59531" y="42768"/>
                  </a:cubicBezTo>
                  <a:cubicBezTo>
                    <a:pt x="55054" y="43911"/>
                    <a:pt x="51054" y="45625"/>
                    <a:pt x="47530" y="48197"/>
                  </a:cubicBezTo>
                  <a:cubicBezTo>
                    <a:pt x="44005" y="50674"/>
                    <a:pt x="41053" y="54007"/>
                    <a:pt x="38767" y="58008"/>
                  </a:cubicBezTo>
                  <a:cubicBezTo>
                    <a:pt x="36481" y="62008"/>
                    <a:pt x="35338" y="67152"/>
                    <a:pt x="35338" y="73152"/>
                  </a:cubicBezTo>
                  <a:cubicBezTo>
                    <a:pt x="35338" y="77725"/>
                    <a:pt x="36100" y="81630"/>
                    <a:pt x="37719" y="84868"/>
                  </a:cubicBezTo>
                  <a:cubicBezTo>
                    <a:pt x="39243" y="88107"/>
                    <a:pt x="41434" y="91059"/>
                    <a:pt x="44101" y="93726"/>
                  </a:cubicBezTo>
                  <a:cubicBezTo>
                    <a:pt x="46768" y="96393"/>
                    <a:pt x="49911" y="98679"/>
                    <a:pt x="53435" y="100775"/>
                  </a:cubicBezTo>
                  <a:cubicBezTo>
                    <a:pt x="56959" y="102870"/>
                    <a:pt x="60579" y="104871"/>
                    <a:pt x="64389" y="106776"/>
                  </a:cubicBezTo>
                  <a:lnTo>
                    <a:pt x="81534" y="114967"/>
                  </a:lnTo>
                  <a:cubicBezTo>
                    <a:pt x="87820" y="118015"/>
                    <a:pt x="93536" y="121254"/>
                    <a:pt x="98869" y="124587"/>
                  </a:cubicBezTo>
                  <a:cubicBezTo>
                    <a:pt x="104203" y="127921"/>
                    <a:pt x="108775" y="131922"/>
                    <a:pt x="112776" y="136494"/>
                  </a:cubicBezTo>
                  <a:cubicBezTo>
                    <a:pt x="116776" y="141066"/>
                    <a:pt x="119824" y="146400"/>
                    <a:pt x="122111" y="152496"/>
                  </a:cubicBezTo>
                  <a:cubicBezTo>
                    <a:pt x="124396" y="158592"/>
                    <a:pt x="125540" y="165926"/>
                    <a:pt x="125540" y="174403"/>
                  </a:cubicBezTo>
                  <a:cubicBezTo>
                    <a:pt x="125540" y="185547"/>
                    <a:pt x="123634" y="195168"/>
                    <a:pt x="119920" y="203359"/>
                  </a:cubicBezTo>
                  <a:cubicBezTo>
                    <a:pt x="116205" y="211551"/>
                    <a:pt x="111062" y="218218"/>
                    <a:pt x="104489" y="223457"/>
                  </a:cubicBezTo>
                  <a:cubicBezTo>
                    <a:pt x="97917" y="228696"/>
                    <a:pt x="90297" y="232601"/>
                    <a:pt x="81534" y="235268"/>
                  </a:cubicBezTo>
                  <a:cubicBezTo>
                    <a:pt x="72771" y="237840"/>
                    <a:pt x="63437" y="239173"/>
                    <a:pt x="53435" y="239173"/>
                  </a:cubicBezTo>
                  <a:cubicBezTo>
                    <a:pt x="45339" y="239173"/>
                    <a:pt x="36671" y="238507"/>
                    <a:pt x="27337" y="237078"/>
                  </a:cubicBezTo>
                  <a:cubicBezTo>
                    <a:pt x="18097" y="235649"/>
                    <a:pt x="8953" y="233458"/>
                    <a:pt x="0" y="230410"/>
                  </a:cubicBezTo>
                  <a:lnTo>
                    <a:pt x="1524" y="199930"/>
                  </a:lnTo>
                  <a:cubicBezTo>
                    <a:pt x="9620" y="204312"/>
                    <a:pt x="17716" y="207455"/>
                    <a:pt x="25717" y="209360"/>
                  </a:cubicBezTo>
                  <a:cubicBezTo>
                    <a:pt x="33718" y="211360"/>
                    <a:pt x="42386" y="212313"/>
                    <a:pt x="51816" y="212313"/>
                  </a:cubicBezTo>
                  <a:cubicBezTo>
                    <a:pt x="56769" y="212313"/>
                    <a:pt x="61722" y="211646"/>
                    <a:pt x="66484" y="210312"/>
                  </a:cubicBezTo>
                  <a:cubicBezTo>
                    <a:pt x="71247" y="208979"/>
                    <a:pt x="75533" y="206979"/>
                    <a:pt x="79248" y="204121"/>
                  </a:cubicBezTo>
                  <a:cubicBezTo>
                    <a:pt x="82963" y="201264"/>
                    <a:pt x="86011" y="197549"/>
                    <a:pt x="88297" y="192977"/>
                  </a:cubicBezTo>
                  <a:cubicBezTo>
                    <a:pt x="90583" y="188405"/>
                    <a:pt x="91726" y="182880"/>
                    <a:pt x="91726" y="176308"/>
                  </a:cubicBezTo>
                  <a:cubicBezTo>
                    <a:pt x="91726" y="171069"/>
                    <a:pt x="90773" y="166593"/>
                    <a:pt x="88773" y="162783"/>
                  </a:cubicBezTo>
                  <a:cubicBezTo>
                    <a:pt x="86773" y="158973"/>
                    <a:pt x="84201" y="155544"/>
                    <a:pt x="80963" y="152496"/>
                  </a:cubicBezTo>
                  <a:cubicBezTo>
                    <a:pt x="77724" y="149448"/>
                    <a:pt x="73914" y="146685"/>
                    <a:pt x="69532" y="144304"/>
                  </a:cubicBezTo>
                  <a:cubicBezTo>
                    <a:pt x="65151" y="141923"/>
                    <a:pt x="60579" y="139542"/>
                    <a:pt x="55816" y="137160"/>
                  </a:cubicBezTo>
                  <a:lnTo>
                    <a:pt x="39624" y="128969"/>
                  </a:lnTo>
                  <a:cubicBezTo>
                    <a:pt x="34671" y="126397"/>
                    <a:pt x="29813" y="123444"/>
                    <a:pt x="25241" y="120301"/>
                  </a:cubicBezTo>
                  <a:cubicBezTo>
                    <a:pt x="20669" y="117158"/>
                    <a:pt x="16669" y="113443"/>
                    <a:pt x="13335" y="109157"/>
                  </a:cubicBezTo>
                  <a:cubicBezTo>
                    <a:pt x="10001" y="104871"/>
                    <a:pt x="7334" y="100013"/>
                    <a:pt x="5429" y="94488"/>
                  </a:cubicBezTo>
                  <a:cubicBezTo>
                    <a:pt x="3429" y="88964"/>
                    <a:pt x="2476" y="82487"/>
                    <a:pt x="2476" y="75058"/>
                  </a:cubicBezTo>
                  <a:cubicBezTo>
                    <a:pt x="2476" y="64389"/>
                    <a:pt x="4477" y="55150"/>
                    <a:pt x="8572" y="47435"/>
                  </a:cubicBezTo>
                  <a:cubicBezTo>
                    <a:pt x="12668" y="39720"/>
                    <a:pt x="17907" y="33338"/>
                    <a:pt x="24479" y="28480"/>
                  </a:cubicBezTo>
                  <a:cubicBezTo>
                    <a:pt x="31051" y="23622"/>
                    <a:pt x="38386" y="20003"/>
                    <a:pt x="46482" y="17717"/>
                  </a:cubicBezTo>
                  <a:cubicBezTo>
                    <a:pt x="54578" y="15431"/>
                    <a:pt x="62674" y="14288"/>
                    <a:pt x="70866" y="14288"/>
                  </a:cubicBezTo>
                  <a:close/>
                  <a:moveTo>
                    <a:pt x="499872" y="6858"/>
                  </a:moveTo>
                  <a:lnTo>
                    <a:pt x="531114" y="6858"/>
                  </a:lnTo>
                  <a:lnTo>
                    <a:pt x="531114" y="38576"/>
                  </a:lnTo>
                  <a:lnTo>
                    <a:pt x="499872" y="38576"/>
                  </a:lnTo>
                  <a:close/>
                  <a:moveTo>
                    <a:pt x="1996155" y="0"/>
                  </a:moveTo>
                  <a:lnTo>
                    <a:pt x="2027397" y="0"/>
                  </a:lnTo>
                  <a:lnTo>
                    <a:pt x="2027397" y="186595"/>
                  </a:lnTo>
                  <a:cubicBezTo>
                    <a:pt x="2027397" y="195739"/>
                    <a:pt x="2027587" y="204311"/>
                    <a:pt x="2027873" y="212217"/>
                  </a:cubicBezTo>
                  <a:cubicBezTo>
                    <a:pt x="2028159" y="220123"/>
                    <a:pt x="2028540" y="227933"/>
                    <a:pt x="2028921" y="235553"/>
                  </a:cubicBezTo>
                  <a:lnTo>
                    <a:pt x="1999964" y="235553"/>
                  </a:lnTo>
                  <a:lnTo>
                    <a:pt x="1998060" y="208407"/>
                  </a:lnTo>
                  <a:cubicBezTo>
                    <a:pt x="1993297" y="218884"/>
                    <a:pt x="1986630" y="226600"/>
                    <a:pt x="1978057" y="231648"/>
                  </a:cubicBezTo>
                  <a:cubicBezTo>
                    <a:pt x="1969485" y="236696"/>
                    <a:pt x="1959864" y="239173"/>
                    <a:pt x="1949006" y="239173"/>
                  </a:cubicBezTo>
                  <a:cubicBezTo>
                    <a:pt x="1937100" y="239173"/>
                    <a:pt x="1927194" y="236696"/>
                    <a:pt x="1919002" y="231838"/>
                  </a:cubicBezTo>
                  <a:cubicBezTo>
                    <a:pt x="1910906" y="226981"/>
                    <a:pt x="1904238" y="220504"/>
                    <a:pt x="1899000" y="212407"/>
                  </a:cubicBezTo>
                  <a:cubicBezTo>
                    <a:pt x="1893761" y="204311"/>
                    <a:pt x="1890046" y="195167"/>
                    <a:pt x="1887760" y="184975"/>
                  </a:cubicBezTo>
                  <a:cubicBezTo>
                    <a:pt x="1885474" y="174784"/>
                    <a:pt x="1884331" y="164211"/>
                    <a:pt x="1884331" y="153257"/>
                  </a:cubicBezTo>
                  <a:cubicBezTo>
                    <a:pt x="1884331" y="142304"/>
                    <a:pt x="1885474" y="131826"/>
                    <a:pt x="1887760" y="121729"/>
                  </a:cubicBezTo>
                  <a:cubicBezTo>
                    <a:pt x="1890046" y="111633"/>
                    <a:pt x="1893761" y="102584"/>
                    <a:pt x="1899000" y="94774"/>
                  </a:cubicBezTo>
                  <a:cubicBezTo>
                    <a:pt x="1904238" y="86963"/>
                    <a:pt x="1910906" y="80677"/>
                    <a:pt x="1919002" y="76009"/>
                  </a:cubicBezTo>
                  <a:cubicBezTo>
                    <a:pt x="1927098" y="71342"/>
                    <a:pt x="1937100" y="68961"/>
                    <a:pt x="1949006" y="68961"/>
                  </a:cubicBezTo>
                  <a:cubicBezTo>
                    <a:pt x="1959007" y="68961"/>
                    <a:pt x="1968342" y="71533"/>
                    <a:pt x="1977105" y="76771"/>
                  </a:cubicBezTo>
                  <a:cubicBezTo>
                    <a:pt x="1985868" y="82010"/>
                    <a:pt x="1992154" y="89535"/>
                    <a:pt x="1996155" y="99346"/>
                  </a:cubicBezTo>
                  <a:close/>
                  <a:moveTo>
                    <a:pt x="1037368" y="0"/>
                  </a:moveTo>
                  <a:lnTo>
                    <a:pt x="1068610" y="0"/>
                  </a:lnTo>
                  <a:lnTo>
                    <a:pt x="1068610" y="99346"/>
                  </a:lnTo>
                  <a:cubicBezTo>
                    <a:pt x="1072515" y="89535"/>
                    <a:pt x="1078992" y="82010"/>
                    <a:pt x="1087946" y="76771"/>
                  </a:cubicBezTo>
                  <a:cubicBezTo>
                    <a:pt x="1096899" y="71533"/>
                    <a:pt x="1106329" y="68961"/>
                    <a:pt x="1116330" y="68961"/>
                  </a:cubicBezTo>
                  <a:cubicBezTo>
                    <a:pt x="1128237" y="68961"/>
                    <a:pt x="1138143" y="71342"/>
                    <a:pt x="1146334" y="76009"/>
                  </a:cubicBezTo>
                  <a:cubicBezTo>
                    <a:pt x="1154430" y="80677"/>
                    <a:pt x="1161002" y="86963"/>
                    <a:pt x="1166146" y="94774"/>
                  </a:cubicBezTo>
                  <a:cubicBezTo>
                    <a:pt x="1171289" y="102584"/>
                    <a:pt x="1174909" y="111633"/>
                    <a:pt x="1177100" y="121729"/>
                  </a:cubicBezTo>
                  <a:cubicBezTo>
                    <a:pt x="1179291" y="131826"/>
                    <a:pt x="1180338" y="142399"/>
                    <a:pt x="1180338" y="153257"/>
                  </a:cubicBezTo>
                  <a:cubicBezTo>
                    <a:pt x="1180338" y="164116"/>
                    <a:pt x="1179195" y="174688"/>
                    <a:pt x="1176909" y="184975"/>
                  </a:cubicBezTo>
                  <a:cubicBezTo>
                    <a:pt x="1174623" y="195263"/>
                    <a:pt x="1170909" y="204406"/>
                    <a:pt x="1165670" y="212407"/>
                  </a:cubicBezTo>
                  <a:cubicBezTo>
                    <a:pt x="1160431" y="220504"/>
                    <a:pt x="1153764" y="226981"/>
                    <a:pt x="1145667" y="231838"/>
                  </a:cubicBezTo>
                  <a:cubicBezTo>
                    <a:pt x="1137571" y="236696"/>
                    <a:pt x="1127570" y="239173"/>
                    <a:pt x="1115664" y="239173"/>
                  </a:cubicBezTo>
                  <a:cubicBezTo>
                    <a:pt x="1104805" y="239173"/>
                    <a:pt x="1095185" y="236696"/>
                    <a:pt x="1086803" y="231648"/>
                  </a:cubicBezTo>
                  <a:cubicBezTo>
                    <a:pt x="1078421" y="226600"/>
                    <a:pt x="1071658" y="218884"/>
                    <a:pt x="1066705" y="208407"/>
                  </a:cubicBezTo>
                  <a:lnTo>
                    <a:pt x="1066038" y="235553"/>
                  </a:lnTo>
                  <a:lnTo>
                    <a:pt x="1037368" y="235553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grpSp>
          <p:nvGrpSpPr>
            <p:cNvPr id="7" name="Gruppieren 6">
              <a:extLst>
                <a:ext uri="{FF2B5EF4-FFF2-40B4-BE49-F238E27FC236}">
                  <a16:creationId xmlns:a16="http://schemas.microsoft.com/office/drawing/2014/main" id="{863B5934-9DA1-CC98-91FB-140D8FE5F57C}"/>
                </a:ext>
              </a:extLst>
            </p:cNvPr>
            <p:cNvGrpSpPr/>
            <p:nvPr/>
          </p:nvGrpSpPr>
          <p:grpSpPr>
            <a:xfrm>
              <a:off x="5384017" y="2271830"/>
              <a:ext cx="1425574" cy="1425574"/>
              <a:chOff x="5423248" y="2756248"/>
              <a:chExt cx="1349978" cy="1349978"/>
            </a:xfrm>
          </p:grpSpPr>
          <p:sp>
            <p:nvSpPr>
              <p:cNvPr id="8" name="Freihandform: Form 7">
                <a:extLst>
                  <a:ext uri="{FF2B5EF4-FFF2-40B4-BE49-F238E27FC236}">
                    <a16:creationId xmlns:a16="http://schemas.microsoft.com/office/drawing/2014/main" id="{E42B5589-12BB-FCD9-9C6B-E4CF8D65697C}"/>
                  </a:ext>
                </a:extLst>
              </p:cNvPr>
              <p:cNvSpPr/>
              <p:nvPr/>
            </p:nvSpPr>
            <p:spPr>
              <a:xfrm>
                <a:off x="5423248" y="2756248"/>
                <a:ext cx="1349978" cy="1349978"/>
              </a:xfrm>
              <a:custGeom>
                <a:avLst/>
                <a:gdLst>
                  <a:gd name="connsiteX0" fmla="*/ 1349788 w 1349978"/>
                  <a:gd name="connsiteY0" fmla="*/ 1349978 h 1349978"/>
                  <a:gd name="connsiteX1" fmla="*/ 675037 w 1349978"/>
                  <a:gd name="connsiteY1" fmla="*/ 1205389 h 1349978"/>
                  <a:gd name="connsiteX2" fmla="*/ 0 w 1349978"/>
                  <a:gd name="connsiteY2" fmla="*/ 1349978 h 1349978"/>
                  <a:gd name="connsiteX3" fmla="*/ 0 w 1349978"/>
                  <a:gd name="connsiteY3" fmla="*/ 0 h 1349978"/>
                  <a:gd name="connsiteX4" fmla="*/ 1349978 w 1349978"/>
                  <a:gd name="connsiteY4" fmla="*/ 0 h 1349978"/>
                  <a:gd name="connsiteX5" fmla="*/ 1349788 w 1349978"/>
                  <a:gd name="connsiteY5" fmla="*/ 1349978 h 13499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49978" h="1349978">
                    <a:moveTo>
                      <a:pt x="1349788" y="1349978"/>
                    </a:moveTo>
                    <a:cubicBezTo>
                      <a:pt x="1143953" y="1257110"/>
                      <a:pt x="915543" y="1205389"/>
                      <a:pt x="675037" y="1205389"/>
                    </a:cubicBezTo>
                    <a:cubicBezTo>
                      <a:pt x="434530" y="1205389"/>
                      <a:pt x="205835" y="1257110"/>
                      <a:pt x="0" y="1349978"/>
                    </a:cubicBezTo>
                    <a:lnTo>
                      <a:pt x="0" y="0"/>
                    </a:lnTo>
                    <a:lnTo>
                      <a:pt x="1349978" y="0"/>
                    </a:lnTo>
                    <a:lnTo>
                      <a:pt x="1349788" y="1349978"/>
                    </a:lnTo>
                    <a:close/>
                  </a:path>
                </a:pathLst>
              </a:custGeom>
              <a:solidFill>
                <a:srgbClr val="0F2DB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grpSp>
            <p:nvGrpSpPr>
              <p:cNvPr id="9" name="Grafik 31">
                <a:extLst>
                  <a:ext uri="{FF2B5EF4-FFF2-40B4-BE49-F238E27FC236}">
                    <a16:creationId xmlns:a16="http://schemas.microsoft.com/office/drawing/2014/main" id="{C843A587-2B18-1090-ED2D-FCF324C8E1FB}"/>
                  </a:ext>
                </a:extLst>
              </p:cNvPr>
              <p:cNvGrpSpPr/>
              <p:nvPr/>
            </p:nvGrpSpPr>
            <p:grpSpPr>
              <a:xfrm>
                <a:off x="5474985" y="3134295"/>
                <a:ext cx="1244293" cy="294132"/>
                <a:chOff x="5474985" y="3134295"/>
                <a:chExt cx="1244293" cy="294132"/>
              </a:xfrm>
              <a:solidFill>
                <a:srgbClr val="FFFFFF"/>
              </a:solidFill>
            </p:grpSpPr>
            <p:sp>
              <p:nvSpPr>
                <p:cNvPr id="10" name="Freihandform: Form 9">
                  <a:extLst>
                    <a:ext uri="{FF2B5EF4-FFF2-40B4-BE49-F238E27FC236}">
                      <a16:creationId xmlns:a16="http://schemas.microsoft.com/office/drawing/2014/main" id="{B6AA41E6-1668-F3A3-6A78-9D4EEE3BC1D8}"/>
                    </a:ext>
                  </a:extLst>
                </p:cNvPr>
                <p:cNvSpPr/>
                <p:nvPr/>
              </p:nvSpPr>
              <p:spPr>
                <a:xfrm>
                  <a:off x="5474985" y="3134295"/>
                  <a:ext cx="247353" cy="293941"/>
                </a:xfrm>
                <a:custGeom>
                  <a:avLst/>
                  <a:gdLst>
                    <a:gd name="connsiteX0" fmla="*/ 109998 w 247353"/>
                    <a:gd name="connsiteY0" fmla="*/ 30956 h 293941"/>
                    <a:gd name="connsiteX1" fmla="*/ 41418 w 247353"/>
                    <a:gd name="connsiteY1" fmla="*/ 95250 h 293941"/>
                    <a:gd name="connsiteX2" fmla="*/ 11129 w 247353"/>
                    <a:gd name="connsiteY2" fmla="*/ 95250 h 293941"/>
                    <a:gd name="connsiteX3" fmla="*/ 11129 w 247353"/>
                    <a:gd name="connsiteY3" fmla="*/ 0 h 293941"/>
                    <a:gd name="connsiteX4" fmla="*/ 247349 w 247353"/>
                    <a:gd name="connsiteY4" fmla="*/ 0 h 293941"/>
                    <a:gd name="connsiteX5" fmla="*/ 179340 w 247353"/>
                    <a:gd name="connsiteY5" fmla="*/ 151733 h 293941"/>
                    <a:gd name="connsiteX6" fmla="*/ 111141 w 247353"/>
                    <a:gd name="connsiteY6" fmla="*/ 262795 h 293941"/>
                    <a:gd name="connsiteX7" fmla="*/ 149432 w 247353"/>
                    <a:gd name="connsiteY7" fmla="*/ 262795 h 293941"/>
                    <a:gd name="connsiteX8" fmla="*/ 210011 w 247353"/>
                    <a:gd name="connsiteY8" fmla="*/ 198501 h 293941"/>
                    <a:gd name="connsiteX9" fmla="*/ 241634 w 247353"/>
                    <a:gd name="connsiteY9" fmla="*/ 198501 h 293941"/>
                    <a:gd name="connsiteX10" fmla="*/ 241634 w 247353"/>
                    <a:gd name="connsiteY10" fmla="*/ 293942 h 293941"/>
                    <a:gd name="connsiteX11" fmla="*/ 270 w 247353"/>
                    <a:gd name="connsiteY11" fmla="*/ 293942 h 293941"/>
                    <a:gd name="connsiteX12" fmla="*/ 75137 w 247353"/>
                    <a:gd name="connsiteY12" fmla="*/ 133731 h 293941"/>
                    <a:gd name="connsiteX13" fmla="*/ 138573 w 247353"/>
                    <a:gd name="connsiteY13" fmla="*/ 30671 h 293941"/>
                    <a:gd name="connsiteX14" fmla="*/ 109998 w 247353"/>
                    <a:gd name="connsiteY14" fmla="*/ 30861 h 2939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247353" h="293941">
                      <a:moveTo>
                        <a:pt x="109998" y="30956"/>
                      </a:moveTo>
                      <a:cubicBezTo>
                        <a:pt x="46562" y="30956"/>
                        <a:pt x="41418" y="95250"/>
                        <a:pt x="41418" y="95250"/>
                      </a:cubicBezTo>
                      <a:lnTo>
                        <a:pt x="11129" y="95250"/>
                      </a:lnTo>
                      <a:lnTo>
                        <a:pt x="11129" y="0"/>
                      </a:lnTo>
                      <a:lnTo>
                        <a:pt x="247349" y="0"/>
                      </a:lnTo>
                      <a:cubicBezTo>
                        <a:pt x="247349" y="0"/>
                        <a:pt x="249254" y="73628"/>
                        <a:pt x="179340" y="151733"/>
                      </a:cubicBezTo>
                      <a:cubicBezTo>
                        <a:pt x="179340" y="151733"/>
                        <a:pt x="112856" y="228981"/>
                        <a:pt x="111141" y="262795"/>
                      </a:cubicBezTo>
                      <a:lnTo>
                        <a:pt x="149432" y="262795"/>
                      </a:lnTo>
                      <a:cubicBezTo>
                        <a:pt x="204391" y="262795"/>
                        <a:pt x="210011" y="198501"/>
                        <a:pt x="210011" y="198501"/>
                      </a:cubicBezTo>
                      <a:lnTo>
                        <a:pt x="241634" y="198501"/>
                      </a:lnTo>
                      <a:lnTo>
                        <a:pt x="241634" y="293942"/>
                      </a:lnTo>
                      <a:lnTo>
                        <a:pt x="270" y="293942"/>
                      </a:lnTo>
                      <a:cubicBezTo>
                        <a:pt x="270" y="293942"/>
                        <a:pt x="-8588" y="221647"/>
                        <a:pt x="75137" y="133731"/>
                      </a:cubicBezTo>
                      <a:cubicBezTo>
                        <a:pt x="75137" y="133731"/>
                        <a:pt x="126667" y="76200"/>
                        <a:pt x="138573" y="30671"/>
                      </a:cubicBezTo>
                      <a:lnTo>
                        <a:pt x="109998" y="3086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  <p:sp>
              <p:nvSpPr>
                <p:cNvPr id="11" name="Freihandform: Form 10">
                  <a:extLst>
                    <a:ext uri="{FF2B5EF4-FFF2-40B4-BE49-F238E27FC236}">
                      <a16:creationId xmlns:a16="http://schemas.microsoft.com/office/drawing/2014/main" id="{97F282B5-F481-6992-EAD2-6A45C254E44F}"/>
                    </a:ext>
                  </a:extLst>
                </p:cNvPr>
                <p:cNvSpPr/>
                <p:nvPr/>
              </p:nvSpPr>
              <p:spPr>
                <a:xfrm>
                  <a:off x="6030181" y="3134295"/>
                  <a:ext cx="156495" cy="293750"/>
                </a:xfrm>
                <a:custGeom>
                  <a:avLst/>
                  <a:gdLst>
                    <a:gd name="connsiteX0" fmla="*/ 156496 w 156495"/>
                    <a:gd name="connsiteY0" fmla="*/ 293751 h 293750"/>
                    <a:gd name="connsiteX1" fmla="*/ 156496 w 156495"/>
                    <a:gd name="connsiteY1" fmla="*/ 262604 h 293750"/>
                    <a:gd name="connsiteX2" fmla="*/ 149352 w 156495"/>
                    <a:gd name="connsiteY2" fmla="*/ 262604 h 293750"/>
                    <a:gd name="connsiteX3" fmla="*/ 125730 w 156495"/>
                    <a:gd name="connsiteY3" fmla="*/ 238982 h 293750"/>
                    <a:gd name="connsiteX4" fmla="*/ 125730 w 156495"/>
                    <a:gd name="connsiteY4" fmla="*/ 54769 h 293750"/>
                    <a:gd name="connsiteX5" fmla="*/ 149352 w 156495"/>
                    <a:gd name="connsiteY5" fmla="*/ 31147 h 293750"/>
                    <a:gd name="connsiteX6" fmla="*/ 156496 w 156495"/>
                    <a:gd name="connsiteY6" fmla="*/ 31147 h 293750"/>
                    <a:gd name="connsiteX7" fmla="*/ 156496 w 156495"/>
                    <a:gd name="connsiteY7" fmla="*/ 0 h 293750"/>
                    <a:gd name="connsiteX8" fmla="*/ 0 w 156495"/>
                    <a:gd name="connsiteY8" fmla="*/ 0 h 293750"/>
                    <a:gd name="connsiteX9" fmla="*/ 0 w 156495"/>
                    <a:gd name="connsiteY9" fmla="*/ 31147 h 293750"/>
                    <a:gd name="connsiteX10" fmla="*/ 7144 w 156495"/>
                    <a:gd name="connsiteY10" fmla="*/ 31147 h 293750"/>
                    <a:gd name="connsiteX11" fmla="*/ 30956 w 156495"/>
                    <a:gd name="connsiteY11" fmla="*/ 54769 h 293750"/>
                    <a:gd name="connsiteX12" fmla="*/ 30956 w 156495"/>
                    <a:gd name="connsiteY12" fmla="*/ 238982 h 293750"/>
                    <a:gd name="connsiteX13" fmla="*/ 7144 w 156495"/>
                    <a:gd name="connsiteY13" fmla="*/ 262604 h 293750"/>
                    <a:gd name="connsiteX14" fmla="*/ 0 w 156495"/>
                    <a:gd name="connsiteY14" fmla="*/ 262604 h 293750"/>
                    <a:gd name="connsiteX15" fmla="*/ 0 w 156495"/>
                    <a:gd name="connsiteY15" fmla="*/ 293751 h 293750"/>
                    <a:gd name="connsiteX16" fmla="*/ 156496 w 156495"/>
                    <a:gd name="connsiteY16" fmla="*/ 293751 h 2937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56495" h="293750">
                      <a:moveTo>
                        <a:pt x="156496" y="293751"/>
                      </a:moveTo>
                      <a:lnTo>
                        <a:pt x="156496" y="262604"/>
                      </a:lnTo>
                      <a:lnTo>
                        <a:pt x="149352" y="262604"/>
                      </a:lnTo>
                      <a:cubicBezTo>
                        <a:pt x="136398" y="262604"/>
                        <a:pt x="125730" y="251936"/>
                        <a:pt x="125730" y="238982"/>
                      </a:cubicBezTo>
                      <a:lnTo>
                        <a:pt x="125730" y="54769"/>
                      </a:lnTo>
                      <a:cubicBezTo>
                        <a:pt x="125730" y="41815"/>
                        <a:pt x="136303" y="31147"/>
                        <a:pt x="149352" y="31147"/>
                      </a:cubicBezTo>
                      <a:lnTo>
                        <a:pt x="156496" y="31147"/>
                      </a:lnTo>
                      <a:lnTo>
                        <a:pt x="156496" y="0"/>
                      </a:lnTo>
                      <a:lnTo>
                        <a:pt x="0" y="0"/>
                      </a:lnTo>
                      <a:lnTo>
                        <a:pt x="0" y="31147"/>
                      </a:lnTo>
                      <a:lnTo>
                        <a:pt x="7144" y="31147"/>
                      </a:lnTo>
                      <a:cubicBezTo>
                        <a:pt x="20383" y="31147"/>
                        <a:pt x="30956" y="41720"/>
                        <a:pt x="30956" y="54769"/>
                      </a:cubicBezTo>
                      <a:lnTo>
                        <a:pt x="30956" y="238982"/>
                      </a:lnTo>
                      <a:cubicBezTo>
                        <a:pt x="30956" y="251936"/>
                        <a:pt x="20383" y="262604"/>
                        <a:pt x="7144" y="262604"/>
                      </a:cubicBezTo>
                      <a:lnTo>
                        <a:pt x="0" y="262604"/>
                      </a:lnTo>
                      <a:lnTo>
                        <a:pt x="0" y="293751"/>
                      </a:lnTo>
                      <a:lnTo>
                        <a:pt x="156496" y="29375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  <p:sp>
              <p:nvSpPr>
                <p:cNvPr id="12" name="Freihandform: Form 11">
                  <a:extLst>
                    <a:ext uri="{FF2B5EF4-FFF2-40B4-BE49-F238E27FC236}">
                      <a16:creationId xmlns:a16="http://schemas.microsoft.com/office/drawing/2014/main" id="{BF12957F-B4EA-4B55-3259-2C65DDC6F5C2}"/>
                    </a:ext>
                  </a:extLst>
                </p:cNvPr>
                <p:cNvSpPr/>
                <p:nvPr/>
              </p:nvSpPr>
              <p:spPr>
                <a:xfrm>
                  <a:off x="5748718" y="3134295"/>
                  <a:ext cx="248983" cy="294132"/>
                </a:xfrm>
                <a:custGeom>
                  <a:avLst/>
                  <a:gdLst>
                    <a:gd name="connsiteX0" fmla="*/ 248983 w 248983"/>
                    <a:gd name="connsiteY0" fmla="*/ 294037 h 294132"/>
                    <a:gd name="connsiteX1" fmla="*/ 248983 w 248983"/>
                    <a:gd name="connsiteY1" fmla="*/ 198596 h 294132"/>
                    <a:gd name="connsiteX2" fmla="*/ 217361 w 248983"/>
                    <a:gd name="connsiteY2" fmla="*/ 198596 h 294132"/>
                    <a:gd name="connsiteX3" fmla="*/ 156496 w 248983"/>
                    <a:gd name="connsiteY3" fmla="*/ 262890 h 294132"/>
                    <a:gd name="connsiteX4" fmla="*/ 124873 w 248983"/>
                    <a:gd name="connsiteY4" fmla="*/ 262890 h 294132"/>
                    <a:gd name="connsiteX5" fmla="*/ 124873 w 248983"/>
                    <a:gd name="connsiteY5" fmla="*/ 162687 h 294132"/>
                    <a:gd name="connsiteX6" fmla="*/ 136112 w 248983"/>
                    <a:gd name="connsiteY6" fmla="*/ 162687 h 294132"/>
                    <a:gd name="connsiteX7" fmla="*/ 159925 w 248983"/>
                    <a:gd name="connsiteY7" fmla="*/ 186500 h 294132"/>
                    <a:gd name="connsiteX8" fmla="*/ 159925 w 248983"/>
                    <a:gd name="connsiteY8" fmla="*/ 198406 h 294132"/>
                    <a:gd name="connsiteX9" fmla="*/ 191071 w 248983"/>
                    <a:gd name="connsiteY9" fmla="*/ 198406 h 294132"/>
                    <a:gd name="connsiteX10" fmla="*/ 191071 w 248983"/>
                    <a:gd name="connsiteY10" fmla="*/ 95631 h 294132"/>
                    <a:gd name="connsiteX11" fmla="*/ 159925 w 248983"/>
                    <a:gd name="connsiteY11" fmla="*/ 95631 h 294132"/>
                    <a:gd name="connsiteX12" fmla="*/ 159925 w 248983"/>
                    <a:gd name="connsiteY12" fmla="*/ 107537 h 294132"/>
                    <a:gd name="connsiteX13" fmla="*/ 136112 w 248983"/>
                    <a:gd name="connsiteY13" fmla="*/ 131350 h 294132"/>
                    <a:gd name="connsiteX14" fmla="*/ 124873 w 248983"/>
                    <a:gd name="connsiteY14" fmla="*/ 131350 h 294132"/>
                    <a:gd name="connsiteX15" fmla="*/ 124873 w 248983"/>
                    <a:gd name="connsiteY15" fmla="*/ 31147 h 294132"/>
                    <a:gd name="connsiteX16" fmla="*/ 156496 w 248983"/>
                    <a:gd name="connsiteY16" fmla="*/ 31147 h 294132"/>
                    <a:gd name="connsiteX17" fmla="*/ 217361 w 248983"/>
                    <a:gd name="connsiteY17" fmla="*/ 95441 h 294132"/>
                    <a:gd name="connsiteX18" fmla="*/ 248983 w 248983"/>
                    <a:gd name="connsiteY18" fmla="*/ 95441 h 294132"/>
                    <a:gd name="connsiteX19" fmla="*/ 248983 w 248983"/>
                    <a:gd name="connsiteY19" fmla="*/ 0 h 294132"/>
                    <a:gd name="connsiteX20" fmla="*/ 0 w 248983"/>
                    <a:gd name="connsiteY20" fmla="*/ 0 h 294132"/>
                    <a:gd name="connsiteX21" fmla="*/ 0 w 248983"/>
                    <a:gd name="connsiteY21" fmla="*/ 31337 h 294132"/>
                    <a:gd name="connsiteX22" fmla="*/ 7144 w 248983"/>
                    <a:gd name="connsiteY22" fmla="*/ 31337 h 294132"/>
                    <a:gd name="connsiteX23" fmla="*/ 30766 w 248983"/>
                    <a:gd name="connsiteY23" fmla="*/ 54959 h 294132"/>
                    <a:gd name="connsiteX24" fmla="*/ 30766 w 248983"/>
                    <a:gd name="connsiteY24" fmla="*/ 239173 h 294132"/>
                    <a:gd name="connsiteX25" fmla="*/ 7144 w 248983"/>
                    <a:gd name="connsiteY25" fmla="*/ 262795 h 294132"/>
                    <a:gd name="connsiteX26" fmla="*/ 0 w 248983"/>
                    <a:gd name="connsiteY26" fmla="*/ 262795 h 294132"/>
                    <a:gd name="connsiteX27" fmla="*/ 0 w 248983"/>
                    <a:gd name="connsiteY27" fmla="*/ 293942 h 294132"/>
                    <a:gd name="connsiteX28" fmla="*/ 248983 w 248983"/>
                    <a:gd name="connsiteY28" fmla="*/ 294132 h 2941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48983" h="294132">
                      <a:moveTo>
                        <a:pt x="248983" y="294037"/>
                      </a:moveTo>
                      <a:lnTo>
                        <a:pt x="248983" y="198596"/>
                      </a:lnTo>
                      <a:lnTo>
                        <a:pt x="217361" y="198596"/>
                      </a:lnTo>
                      <a:cubicBezTo>
                        <a:pt x="217361" y="198596"/>
                        <a:pt x="211550" y="262890"/>
                        <a:pt x="156496" y="262890"/>
                      </a:cubicBezTo>
                      <a:lnTo>
                        <a:pt x="124873" y="262890"/>
                      </a:lnTo>
                      <a:lnTo>
                        <a:pt x="124873" y="162687"/>
                      </a:lnTo>
                      <a:lnTo>
                        <a:pt x="136112" y="162687"/>
                      </a:lnTo>
                      <a:cubicBezTo>
                        <a:pt x="149352" y="162687"/>
                        <a:pt x="159925" y="173355"/>
                        <a:pt x="159925" y="186500"/>
                      </a:cubicBezTo>
                      <a:lnTo>
                        <a:pt x="159925" y="198406"/>
                      </a:lnTo>
                      <a:lnTo>
                        <a:pt x="191071" y="198406"/>
                      </a:lnTo>
                      <a:lnTo>
                        <a:pt x="191071" y="95631"/>
                      </a:lnTo>
                      <a:lnTo>
                        <a:pt x="159925" y="95631"/>
                      </a:lnTo>
                      <a:lnTo>
                        <a:pt x="159925" y="107537"/>
                      </a:lnTo>
                      <a:cubicBezTo>
                        <a:pt x="159925" y="120777"/>
                        <a:pt x="149352" y="131350"/>
                        <a:pt x="136112" y="131350"/>
                      </a:cubicBezTo>
                      <a:lnTo>
                        <a:pt x="124873" y="131350"/>
                      </a:lnTo>
                      <a:lnTo>
                        <a:pt x="124873" y="31147"/>
                      </a:lnTo>
                      <a:lnTo>
                        <a:pt x="156496" y="31147"/>
                      </a:lnTo>
                      <a:cubicBezTo>
                        <a:pt x="211455" y="31147"/>
                        <a:pt x="217361" y="95441"/>
                        <a:pt x="217361" y="95441"/>
                      </a:cubicBezTo>
                      <a:lnTo>
                        <a:pt x="248983" y="95441"/>
                      </a:lnTo>
                      <a:lnTo>
                        <a:pt x="248983" y="0"/>
                      </a:lnTo>
                      <a:lnTo>
                        <a:pt x="0" y="0"/>
                      </a:lnTo>
                      <a:lnTo>
                        <a:pt x="0" y="31337"/>
                      </a:lnTo>
                      <a:lnTo>
                        <a:pt x="7144" y="31337"/>
                      </a:lnTo>
                      <a:cubicBezTo>
                        <a:pt x="20098" y="31337"/>
                        <a:pt x="30766" y="42005"/>
                        <a:pt x="30766" y="54959"/>
                      </a:cubicBezTo>
                      <a:lnTo>
                        <a:pt x="30766" y="239173"/>
                      </a:lnTo>
                      <a:cubicBezTo>
                        <a:pt x="30766" y="252127"/>
                        <a:pt x="20193" y="262795"/>
                        <a:pt x="7144" y="262795"/>
                      </a:cubicBezTo>
                      <a:lnTo>
                        <a:pt x="0" y="262795"/>
                      </a:lnTo>
                      <a:lnTo>
                        <a:pt x="0" y="293942"/>
                      </a:lnTo>
                      <a:lnTo>
                        <a:pt x="248983" y="294132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  <p:sp>
              <p:nvSpPr>
                <p:cNvPr id="13" name="Freihandform: Form 12">
                  <a:extLst>
                    <a:ext uri="{FF2B5EF4-FFF2-40B4-BE49-F238E27FC236}">
                      <a16:creationId xmlns:a16="http://schemas.microsoft.com/office/drawing/2014/main" id="{36032F4D-FA47-181A-12C2-E30D17435B8C}"/>
                    </a:ext>
                  </a:extLst>
                </p:cNvPr>
                <p:cNvSpPr/>
                <p:nvPr/>
              </p:nvSpPr>
              <p:spPr>
                <a:xfrm>
                  <a:off x="6217588" y="3134295"/>
                  <a:ext cx="237562" cy="293941"/>
                </a:xfrm>
                <a:custGeom>
                  <a:avLst/>
                  <a:gdLst>
                    <a:gd name="connsiteX0" fmla="*/ 133586 w 237562"/>
                    <a:gd name="connsiteY0" fmla="*/ 30956 h 293941"/>
                    <a:gd name="connsiteX1" fmla="*/ 201976 w 237562"/>
                    <a:gd name="connsiteY1" fmla="*/ 95250 h 293941"/>
                    <a:gd name="connsiteX2" fmla="*/ 232551 w 237562"/>
                    <a:gd name="connsiteY2" fmla="*/ 95250 h 293941"/>
                    <a:gd name="connsiteX3" fmla="*/ 232551 w 237562"/>
                    <a:gd name="connsiteY3" fmla="*/ 0 h 293941"/>
                    <a:gd name="connsiteX4" fmla="*/ 6713 w 237562"/>
                    <a:gd name="connsiteY4" fmla="*/ 0 h 293941"/>
                    <a:gd name="connsiteX5" fmla="*/ 64339 w 237562"/>
                    <a:gd name="connsiteY5" fmla="*/ 151733 h 293941"/>
                    <a:gd name="connsiteX6" fmla="*/ 132348 w 237562"/>
                    <a:gd name="connsiteY6" fmla="*/ 262795 h 293941"/>
                    <a:gd name="connsiteX7" fmla="*/ 94248 w 237562"/>
                    <a:gd name="connsiteY7" fmla="*/ 262795 h 293941"/>
                    <a:gd name="connsiteX8" fmla="*/ 33383 w 237562"/>
                    <a:gd name="connsiteY8" fmla="*/ 198501 h 293941"/>
                    <a:gd name="connsiteX9" fmla="*/ 1760 w 237562"/>
                    <a:gd name="connsiteY9" fmla="*/ 198501 h 293941"/>
                    <a:gd name="connsiteX10" fmla="*/ 1760 w 237562"/>
                    <a:gd name="connsiteY10" fmla="*/ 293942 h 293941"/>
                    <a:gd name="connsiteX11" fmla="*/ 229312 w 237562"/>
                    <a:gd name="connsiteY11" fmla="*/ 293942 h 293941"/>
                    <a:gd name="connsiteX12" fmla="*/ 168257 w 237562"/>
                    <a:gd name="connsiteY12" fmla="*/ 133731 h 293941"/>
                    <a:gd name="connsiteX13" fmla="*/ 104821 w 237562"/>
                    <a:gd name="connsiteY13" fmla="*/ 30671 h 293941"/>
                    <a:gd name="connsiteX14" fmla="*/ 133586 w 237562"/>
                    <a:gd name="connsiteY14" fmla="*/ 30861 h 2939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237562" h="293941">
                      <a:moveTo>
                        <a:pt x="133586" y="30956"/>
                      </a:moveTo>
                      <a:cubicBezTo>
                        <a:pt x="197023" y="30956"/>
                        <a:pt x="201976" y="95250"/>
                        <a:pt x="201976" y="95250"/>
                      </a:cubicBezTo>
                      <a:lnTo>
                        <a:pt x="232551" y="95250"/>
                      </a:lnTo>
                      <a:lnTo>
                        <a:pt x="232551" y="0"/>
                      </a:lnTo>
                      <a:lnTo>
                        <a:pt x="6713" y="0"/>
                      </a:lnTo>
                      <a:cubicBezTo>
                        <a:pt x="6713" y="0"/>
                        <a:pt x="-29006" y="46768"/>
                        <a:pt x="64339" y="151733"/>
                      </a:cubicBezTo>
                      <a:cubicBezTo>
                        <a:pt x="64339" y="151733"/>
                        <a:pt x="130538" y="228981"/>
                        <a:pt x="132348" y="262795"/>
                      </a:cubicBezTo>
                      <a:lnTo>
                        <a:pt x="94248" y="262795"/>
                      </a:lnTo>
                      <a:cubicBezTo>
                        <a:pt x="39289" y="262795"/>
                        <a:pt x="33383" y="198501"/>
                        <a:pt x="33383" y="198501"/>
                      </a:cubicBezTo>
                      <a:lnTo>
                        <a:pt x="1760" y="198501"/>
                      </a:lnTo>
                      <a:lnTo>
                        <a:pt x="1760" y="293942"/>
                      </a:lnTo>
                      <a:lnTo>
                        <a:pt x="229312" y="293942"/>
                      </a:lnTo>
                      <a:cubicBezTo>
                        <a:pt x="229312" y="293942"/>
                        <a:pt x="270651" y="249365"/>
                        <a:pt x="168257" y="133731"/>
                      </a:cubicBezTo>
                      <a:cubicBezTo>
                        <a:pt x="168257" y="133731"/>
                        <a:pt x="114536" y="78581"/>
                        <a:pt x="104821" y="30671"/>
                      </a:cubicBezTo>
                      <a:lnTo>
                        <a:pt x="133586" y="3086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  <p:sp>
              <p:nvSpPr>
                <p:cNvPr id="14" name="Freihandform: Form 13">
                  <a:extLst>
                    <a:ext uri="{FF2B5EF4-FFF2-40B4-BE49-F238E27FC236}">
                      <a16:creationId xmlns:a16="http://schemas.microsoft.com/office/drawing/2014/main" id="{1C736AA4-C56E-F35C-2BDC-944AA91655A2}"/>
                    </a:ext>
                  </a:extLst>
                </p:cNvPr>
                <p:cNvSpPr/>
                <p:nvPr/>
              </p:nvSpPr>
              <p:spPr>
                <a:xfrm>
                  <a:off x="6481716" y="3134295"/>
                  <a:ext cx="237562" cy="293941"/>
                </a:xfrm>
                <a:custGeom>
                  <a:avLst/>
                  <a:gdLst>
                    <a:gd name="connsiteX0" fmla="*/ 133586 w 237562"/>
                    <a:gd name="connsiteY0" fmla="*/ 30956 h 293941"/>
                    <a:gd name="connsiteX1" fmla="*/ 201976 w 237562"/>
                    <a:gd name="connsiteY1" fmla="*/ 95250 h 293941"/>
                    <a:gd name="connsiteX2" fmla="*/ 232265 w 237562"/>
                    <a:gd name="connsiteY2" fmla="*/ 95250 h 293941"/>
                    <a:gd name="connsiteX3" fmla="*/ 232265 w 237562"/>
                    <a:gd name="connsiteY3" fmla="*/ 0 h 293941"/>
                    <a:gd name="connsiteX4" fmla="*/ 6713 w 237562"/>
                    <a:gd name="connsiteY4" fmla="*/ 0 h 293941"/>
                    <a:gd name="connsiteX5" fmla="*/ 64339 w 237562"/>
                    <a:gd name="connsiteY5" fmla="*/ 151733 h 293941"/>
                    <a:gd name="connsiteX6" fmla="*/ 132348 w 237562"/>
                    <a:gd name="connsiteY6" fmla="*/ 262795 h 293941"/>
                    <a:gd name="connsiteX7" fmla="*/ 94248 w 237562"/>
                    <a:gd name="connsiteY7" fmla="*/ 262795 h 293941"/>
                    <a:gd name="connsiteX8" fmla="*/ 33383 w 237562"/>
                    <a:gd name="connsiteY8" fmla="*/ 198501 h 293941"/>
                    <a:gd name="connsiteX9" fmla="*/ 1760 w 237562"/>
                    <a:gd name="connsiteY9" fmla="*/ 198501 h 293941"/>
                    <a:gd name="connsiteX10" fmla="*/ 1760 w 237562"/>
                    <a:gd name="connsiteY10" fmla="*/ 293942 h 293941"/>
                    <a:gd name="connsiteX11" fmla="*/ 229313 w 237562"/>
                    <a:gd name="connsiteY11" fmla="*/ 293942 h 293941"/>
                    <a:gd name="connsiteX12" fmla="*/ 168257 w 237562"/>
                    <a:gd name="connsiteY12" fmla="*/ 133731 h 293941"/>
                    <a:gd name="connsiteX13" fmla="*/ 104821 w 237562"/>
                    <a:gd name="connsiteY13" fmla="*/ 30671 h 293941"/>
                    <a:gd name="connsiteX14" fmla="*/ 133586 w 237562"/>
                    <a:gd name="connsiteY14" fmla="*/ 30861 h 2939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237562" h="293941">
                      <a:moveTo>
                        <a:pt x="133586" y="30956"/>
                      </a:moveTo>
                      <a:cubicBezTo>
                        <a:pt x="196832" y="30956"/>
                        <a:pt x="201976" y="95250"/>
                        <a:pt x="201976" y="95250"/>
                      </a:cubicBezTo>
                      <a:lnTo>
                        <a:pt x="232265" y="95250"/>
                      </a:lnTo>
                      <a:lnTo>
                        <a:pt x="232265" y="0"/>
                      </a:lnTo>
                      <a:lnTo>
                        <a:pt x="6713" y="0"/>
                      </a:lnTo>
                      <a:cubicBezTo>
                        <a:pt x="6713" y="0"/>
                        <a:pt x="-29006" y="46768"/>
                        <a:pt x="64339" y="151733"/>
                      </a:cubicBezTo>
                      <a:cubicBezTo>
                        <a:pt x="64339" y="151733"/>
                        <a:pt x="130538" y="228981"/>
                        <a:pt x="132348" y="262795"/>
                      </a:cubicBezTo>
                      <a:lnTo>
                        <a:pt x="94248" y="262795"/>
                      </a:lnTo>
                      <a:cubicBezTo>
                        <a:pt x="39289" y="262795"/>
                        <a:pt x="33383" y="198501"/>
                        <a:pt x="33383" y="198501"/>
                      </a:cubicBezTo>
                      <a:lnTo>
                        <a:pt x="1760" y="198501"/>
                      </a:lnTo>
                      <a:lnTo>
                        <a:pt x="1760" y="293942"/>
                      </a:lnTo>
                      <a:lnTo>
                        <a:pt x="229313" y="293942"/>
                      </a:lnTo>
                      <a:cubicBezTo>
                        <a:pt x="229313" y="293942"/>
                        <a:pt x="270651" y="249365"/>
                        <a:pt x="168257" y="133731"/>
                      </a:cubicBezTo>
                      <a:cubicBezTo>
                        <a:pt x="168257" y="133731"/>
                        <a:pt x="114536" y="78581"/>
                        <a:pt x="104821" y="30671"/>
                      </a:cubicBezTo>
                      <a:lnTo>
                        <a:pt x="133586" y="3086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</p:grpSp>
        </p:grpSp>
      </p:grp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913A3DFD-4822-8B6E-9630-AA68A1AE982A}"/>
              </a:ext>
            </a:extLst>
          </p:cNvPr>
          <p:cNvGrpSpPr/>
          <p:nvPr userDrawn="1"/>
        </p:nvGrpSpPr>
        <p:grpSpPr>
          <a:xfrm>
            <a:off x="307324" y="-697715"/>
            <a:ext cx="11367557" cy="411958"/>
            <a:chOff x="307324" y="6944501"/>
            <a:chExt cx="11367557" cy="411958"/>
          </a:xfrm>
        </p:grpSpPr>
        <p:grpSp>
          <p:nvGrpSpPr>
            <p:cNvPr id="3" name="Gruppieren 2">
              <a:extLst>
                <a:ext uri="{FF2B5EF4-FFF2-40B4-BE49-F238E27FC236}">
                  <a16:creationId xmlns:a16="http://schemas.microsoft.com/office/drawing/2014/main" id="{A4C20355-BCB3-E763-9B1B-3D9825AEBF79}"/>
                </a:ext>
              </a:extLst>
            </p:cNvPr>
            <p:cNvGrpSpPr/>
            <p:nvPr/>
          </p:nvGrpSpPr>
          <p:grpSpPr>
            <a:xfrm rot="16200000">
              <a:off x="205653" y="7046174"/>
              <a:ext cx="411956" cy="208614"/>
              <a:chOff x="-615197" y="4303061"/>
              <a:chExt cx="411956" cy="208614"/>
            </a:xfrm>
          </p:grpSpPr>
          <p:cxnSp>
            <p:nvCxnSpPr>
              <p:cNvPr id="24" name="Gerader Verbinder 23">
                <a:extLst>
                  <a:ext uri="{FF2B5EF4-FFF2-40B4-BE49-F238E27FC236}">
                    <a16:creationId xmlns:a16="http://schemas.microsoft.com/office/drawing/2014/main" id="{9FFF98CC-F2E2-DE10-D2FC-AF71C733C7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C1406A42-2E68-73AE-7AB1-69E087E72965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15.50</a:t>
                </a:r>
              </a:p>
            </p:txBody>
          </p:sp>
        </p:grpSp>
        <p:grpSp>
          <p:nvGrpSpPr>
            <p:cNvPr id="4" name="Gruppieren 3">
              <a:extLst>
                <a:ext uri="{FF2B5EF4-FFF2-40B4-BE49-F238E27FC236}">
                  <a16:creationId xmlns:a16="http://schemas.microsoft.com/office/drawing/2014/main" id="{43CBFAFE-81B5-6291-1321-080CE4147155}"/>
                </a:ext>
              </a:extLst>
            </p:cNvPr>
            <p:cNvGrpSpPr/>
            <p:nvPr/>
          </p:nvGrpSpPr>
          <p:grpSpPr>
            <a:xfrm rot="16200000">
              <a:off x="5641253" y="7046174"/>
              <a:ext cx="411956" cy="208614"/>
              <a:chOff x="-615197" y="4303061"/>
              <a:chExt cx="411956" cy="208614"/>
            </a:xfrm>
          </p:grpSpPr>
          <p:cxnSp>
            <p:nvCxnSpPr>
              <p:cNvPr id="22" name="Gerader Verbinder 21">
                <a:extLst>
                  <a:ext uri="{FF2B5EF4-FFF2-40B4-BE49-F238E27FC236}">
                    <a16:creationId xmlns:a16="http://schemas.microsoft.com/office/drawing/2014/main" id="{52BF028B-96CC-547C-218E-370554B7B5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BA9CA45A-61FE-0091-D8C8-DDF1CD370686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00.40</a:t>
                </a:r>
              </a:p>
            </p:txBody>
          </p:sp>
        </p:grpSp>
        <p:grpSp>
          <p:nvGrpSpPr>
            <p:cNvPr id="15" name="Gruppieren 14">
              <a:extLst>
                <a:ext uri="{FF2B5EF4-FFF2-40B4-BE49-F238E27FC236}">
                  <a16:creationId xmlns:a16="http://schemas.microsoft.com/office/drawing/2014/main" id="{D382B2C9-5BB0-EBD9-7E00-76E322E0254D}"/>
                </a:ext>
              </a:extLst>
            </p:cNvPr>
            <p:cNvGrpSpPr/>
            <p:nvPr/>
          </p:nvGrpSpPr>
          <p:grpSpPr>
            <a:xfrm rot="5400000">
              <a:off x="6093326" y="7050196"/>
              <a:ext cx="411957" cy="200568"/>
              <a:chOff x="-615198" y="4354167"/>
              <a:chExt cx="411957" cy="200568"/>
            </a:xfrm>
          </p:grpSpPr>
          <p:cxnSp>
            <p:nvCxnSpPr>
              <p:cNvPr id="20" name="Gerader Verbinder 19">
                <a:extLst>
                  <a:ext uri="{FF2B5EF4-FFF2-40B4-BE49-F238E27FC236}">
                    <a16:creationId xmlns:a16="http://schemas.microsoft.com/office/drawing/2014/main" id="{34217B82-2958-74B8-0461-74D8604F112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0DDED74F-E2CC-5E6F-54C4-F86518B9592E}"/>
                  </a:ext>
                </a:extLst>
              </p:cNvPr>
              <p:cNvSpPr txBox="1"/>
              <p:nvPr/>
            </p:nvSpPr>
            <p:spPr>
              <a:xfrm rot="10800000">
                <a:off x="-615198" y="4354167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00.40</a:t>
                </a:r>
              </a:p>
            </p:txBody>
          </p:sp>
        </p:grpSp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1BE6CF50-92C1-DF85-4496-B2F9921856B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890022" y="7150480"/>
              <a:ext cx="411956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Gruppieren 16">
              <a:extLst>
                <a:ext uri="{FF2B5EF4-FFF2-40B4-BE49-F238E27FC236}">
                  <a16:creationId xmlns:a16="http://schemas.microsoft.com/office/drawing/2014/main" id="{E2C3B7EE-5B5E-A61D-01DE-2B16499E2B86}"/>
                </a:ext>
              </a:extLst>
            </p:cNvPr>
            <p:cNvGrpSpPr/>
            <p:nvPr/>
          </p:nvGrpSpPr>
          <p:grpSpPr>
            <a:xfrm rot="16200000">
              <a:off x="11364596" y="7046174"/>
              <a:ext cx="411956" cy="208614"/>
              <a:chOff x="-615197" y="4303061"/>
              <a:chExt cx="411956" cy="208614"/>
            </a:xfrm>
          </p:grpSpPr>
          <p:cxnSp>
            <p:nvCxnSpPr>
              <p:cNvPr id="18" name="Gerader Verbinder 17">
                <a:extLst>
                  <a:ext uri="{FF2B5EF4-FFF2-40B4-BE49-F238E27FC236}">
                    <a16:creationId xmlns:a16="http://schemas.microsoft.com/office/drawing/2014/main" id="{528350D0-6CC2-2A97-BC57-A94EB601AD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2755AE7A-46E8-0964-64DE-689693424F84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15.50</a:t>
                </a:r>
              </a:p>
            </p:txBody>
          </p:sp>
        </p:grp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68FD5322-5A95-1620-93DB-95D219A41DC1}"/>
              </a:ext>
            </a:extLst>
          </p:cNvPr>
          <p:cNvGrpSpPr/>
          <p:nvPr userDrawn="1"/>
        </p:nvGrpSpPr>
        <p:grpSpPr>
          <a:xfrm>
            <a:off x="-697714" y="80201"/>
            <a:ext cx="411956" cy="6713707"/>
            <a:chOff x="-502267" y="80201"/>
            <a:chExt cx="411956" cy="6713707"/>
          </a:xfrm>
        </p:grpSpPr>
        <p:grpSp>
          <p:nvGrpSpPr>
            <p:cNvPr id="27" name="Gruppieren 26">
              <a:extLst>
                <a:ext uri="{FF2B5EF4-FFF2-40B4-BE49-F238E27FC236}">
                  <a16:creationId xmlns:a16="http://schemas.microsoft.com/office/drawing/2014/main" id="{E9C9AB00-61C4-5DC9-5CAC-493EE27AB8C4}"/>
                </a:ext>
              </a:extLst>
            </p:cNvPr>
            <p:cNvGrpSpPr/>
            <p:nvPr/>
          </p:nvGrpSpPr>
          <p:grpSpPr>
            <a:xfrm>
              <a:off x="-502267" y="6593340"/>
              <a:ext cx="411956" cy="200568"/>
              <a:chOff x="-615197" y="4452994"/>
              <a:chExt cx="411956" cy="200568"/>
            </a:xfrm>
          </p:grpSpPr>
          <p:sp>
            <p:nvSpPr>
              <p:cNvPr id="62" name="Textfeld 61">
                <a:extLst>
                  <a:ext uri="{FF2B5EF4-FFF2-40B4-BE49-F238E27FC236}">
                    <a16:creationId xmlns:a16="http://schemas.microsoft.com/office/drawing/2014/main" id="{ADE99AC2-3571-9FF9-8398-7E9FDC227716}"/>
                  </a:ext>
                </a:extLst>
              </p:cNvPr>
              <p:cNvSpPr txBox="1"/>
              <p:nvPr/>
            </p:nvSpPr>
            <p:spPr>
              <a:xfrm>
                <a:off x="-615197" y="4452994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08.92</a:t>
                </a:r>
              </a:p>
            </p:txBody>
          </p:sp>
          <p:cxnSp>
            <p:nvCxnSpPr>
              <p:cNvPr id="63" name="Gerader Verbinder 62">
                <a:extLst>
                  <a:ext uri="{FF2B5EF4-FFF2-40B4-BE49-F238E27FC236}">
                    <a16:creationId xmlns:a16="http://schemas.microsoft.com/office/drawing/2014/main" id="{43964C9E-A529-958D-F86F-ECAB96940C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497389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Gruppieren 27">
              <a:extLst>
                <a:ext uri="{FF2B5EF4-FFF2-40B4-BE49-F238E27FC236}">
                  <a16:creationId xmlns:a16="http://schemas.microsoft.com/office/drawing/2014/main" id="{4874587C-65CC-504A-7CF8-1ED42E983245}"/>
                </a:ext>
              </a:extLst>
            </p:cNvPr>
            <p:cNvGrpSpPr/>
            <p:nvPr/>
          </p:nvGrpSpPr>
          <p:grpSpPr>
            <a:xfrm>
              <a:off x="-502267" y="5876163"/>
              <a:ext cx="411956" cy="216662"/>
              <a:chOff x="-615197" y="4295013"/>
              <a:chExt cx="411956" cy="216662"/>
            </a:xfrm>
          </p:grpSpPr>
          <p:cxnSp>
            <p:nvCxnSpPr>
              <p:cNvPr id="60" name="Gerader Verbinder 59">
                <a:extLst>
                  <a:ext uri="{FF2B5EF4-FFF2-40B4-BE49-F238E27FC236}">
                    <a16:creationId xmlns:a16="http://schemas.microsoft.com/office/drawing/2014/main" id="{59C24BF2-34B5-38AC-FBBE-2BB3E8ACAD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" name="Textfeld 60">
                <a:extLst>
                  <a:ext uri="{FF2B5EF4-FFF2-40B4-BE49-F238E27FC236}">
                    <a16:creationId xmlns:a16="http://schemas.microsoft.com/office/drawing/2014/main" id="{A570D2E1-F1D2-BC29-04E0-5BFDAE711CE9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07.40</a:t>
                </a:r>
              </a:p>
            </p:txBody>
          </p:sp>
        </p:grpSp>
        <p:grpSp>
          <p:nvGrpSpPr>
            <p:cNvPr id="29" name="Gruppieren 28">
              <a:extLst>
                <a:ext uri="{FF2B5EF4-FFF2-40B4-BE49-F238E27FC236}">
                  <a16:creationId xmlns:a16="http://schemas.microsoft.com/office/drawing/2014/main" id="{49673260-912F-3DA1-861B-FC8C88087D2B}"/>
                </a:ext>
              </a:extLst>
            </p:cNvPr>
            <p:cNvGrpSpPr/>
            <p:nvPr/>
          </p:nvGrpSpPr>
          <p:grpSpPr>
            <a:xfrm>
              <a:off x="-502267" y="3212338"/>
              <a:ext cx="411956" cy="216662"/>
              <a:chOff x="-615197" y="4295013"/>
              <a:chExt cx="411956" cy="216662"/>
            </a:xfrm>
          </p:grpSpPr>
          <p:cxnSp>
            <p:nvCxnSpPr>
              <p:cNvPr id="58" name="Gerader Verbinder 57">
                <a:extLst>
                  <a:ext uri="{FF2B5EF4-FFF2-40B4-BE49-F238E27FC236}">
                    <a16:creationId xmlns:a16="http://schemas.microsoft.com/office/drawing/2014/main" id="{D7D2744A-8170-2D85-2C6D-2EA455F5F0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Textfeld 58">
                <a:extLst>
                  <a:ext uri="{FF2B5EF4-FFF2-40B4-BE49-F238E27FC236}">
                    <a16:creationId xmlns:a16="http://schemas.microsoft.com/office/drawing/2014/main" id="{55F2A196-1F81-9316-F9A8-F4AD931DA77E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00.00</a:t>
                </a:r>
              </a:p>
            </p:txBody>
          </p:sp>
        </p:grpSp>
        <p:grpSp>
          <p:nvGrpSpPr>
            <p:cNvPr id="30" name="Gruppieren 29">
              <a:extLst>
                <a:ext uri="{FF2B5EF4-FFF2-40B4-BE49-F238E27FC236}">
                  <a16:creationId xmlns:a16="http://schemas.microsoft.com/office/drawing/2014/main" id="{76400927-9927-BEE0-6404-917A48FCAAFB}"/>
                </a:ext>
              </a:extLst>
            </p:cNvPr>
            <p:cNvGrpSpPr/>
            <p:nvPr/>
          </p:nvGrpSpPr>
          <p:grpSpPr>
            <a:xfrm>
              <a:off x="-502267" y="835851"/>
              <a:ext cx="411956" cy="216662"/>
              <a:chOff x="-615197" y="4295013"/>
              <a:chExt cx="411956" cy="216662"/>
            </a:xfrm>
          </p:grpSpPr>
          <p:cxnSp>
            <p:nvCxnSpPr>
              <p:cNvPr id="55" name="Gerader Verbinder 54">
                <a:extLst>
                  <a:ext uri="{FF2B5EF4-FFF2-40B4-BE49-F238E27FC236}">
                    <a16:creationId xmlns:a16="http://schemas.microsoft.com/office/drawing/2014/main" id="{8AA916D3-9156-EAEC-6F12-8B7CBEA9CF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Textfeld 55">
                <a:extLst>
                  <a:ext uri="{FF2B5EF4-FFF2-40B4-BE49-F238E27FC236}">
                    <a16:creationId xmlns:a16="http://schemas.microsoft.com/office/drawing/2014/main" id="{3C8DD13C-5EA5-6963-70CB-3939F14A1363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06.60</a:t>
                </a:r>
              </a:p>
            </p:txBody>
          </p:sp>
        </p:grpSp>
        <p:grpSp>
          <p:nvGrpSpPr>
            <p:cNvPr id="31" name="Gruppieren 30">
              <a:extLst>
                <a:ext uri="{FF2B5EF4-FFF2-40B4-BE49-F238E27FC236}">
                  <a16:creationId xmlns:a16="http://schemas.microsoft.com/office/drawing/2014/main" id="{969AF16B-CD60-C9C7-F71E-2C4CEFFA63FD}"/>
                </a:ext>
              </a:extLst>
            </p:cNvPr>
            <p:cNvGrpSpPr/>
            <p:nvPr/>
          </p:nvGrpSpPr>
          <p:grpSpPr>
            <a:xfrm>
              <a:off x="-502267" y="1412113"/>
              <a:ext cx="411956" cy="216662"/>
              <a:chOff x="-615197" y="4295013"/>
              <a:chExt cx="411956" cy="216662"/>
            </a:xfrm>
          </p:grpSpPr>
          <p:cxnSp>
            <p:nvCxnSpPr>
              <p:cNvPr id="35" name="Gerader Verbinder 34">
                <a:extLst>
                  <a:ext uri="{FF2B5EF4-FFF2-40B4-BE49-F238E27FC236}">
                    <a16:creationId xmlns:a16="http://schemas.microsoft.com/office/drawing/2014/main" id="{909C336D-CB68-1FE3-F222-4A63ED5698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feld 35">
                <a:extLst>
                  <a:ext uri="{FF2B5EF4-FFF2-40B4-BE49-F238E27FC236}">
                    <a16:creationId xmlns:a16="http://schemas.microsoft.com/office/drawing/2014/main" id="{9830AC02-58B6-FB45-40A1-7A52C1AA1B3C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05.00</a:t>
                </a:r>
              </a:p>
            </p:txBody>
          </p:sp>
        </p:grpSp>
        <p:grpSp>
          <p:nvGrpSpPr>
            <p:cNvPr id="32" name="Gruppieren 31">
              <a:extLst>
                <a:ext uri="{FF2B5EF4-FFF2-40B4-BE49-F238E27FC236}">
                  <a16:creationId xmlns:a16="http://schemas.microsoft.com/office/drawing/2014/main" id="{6208E748-D5E2-B5ED-9080-2C0E1E31D2C2}"/>
                </a:ext>
              </a:extLst>
            </p:cNvPr>
            <p:cNvGrpSpPr/>
            <p:nvPr/>
          </p:nvGrpSpPr>
          <p:grpSpPr>
            <a:xfrm>
              <a:off x="-502267" y="80201"/>
              <a:ext cx="411956" cy="216662"/>
              <a:chOff x="-615197" y="4258501"/>
              <a:chExt cx="411956" cy="216662"/>
            </a:xfrm>
          </p:grpSpPr>
          <p:cxnSp>
            <p:nvCxnSpPr>
              <p:cNvPr id="33" name="Gerader Verbinder 32">
                <a:extLst>
                  <a:ext uri="{FF2B5EF4-FFF2-40B4-BE49-F238E27FC236}">
                    <a16:creationId xmlns:a16="http://schemas.microsoft.com/office/drawing/2014/main" id="{60913B7C-5CEB-CBF9-DF24-CDDBAFD2F4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475163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Textfeld 33">
                <a:extLst>
                  <a:ext uri="{FF2B5EF4-FFF2-40B4-BE49-F238E27FC236}">
                    <a16:creationId xmlns:a16="http://schemas.microsoft.com/office/drawing/2014/main" id="{319CAA1A-1B89-DC2C-DDF0-81BA8720F4DB}"/>
                  </a:ext>
                </a:extLst>
              </p:cNvPr>
              <p:cNvSpPr txBox="1"/>
              <p:nvPr/>
            </p:nvSpPr>
            <p:spPr>
              <a:xfrm>
                <a:off x="-615197" y="425850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08.70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707362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演示文稿封面 | 对外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8">
            <a:extLst>
              <a:ext uri="{FF2B5EF4-FFF2-40B4-BE49-F238E27FC236}">
                <a16:creationId xmlns:a16="http://schemas.microsoft.com/office/drawing/2014/main" id="{7292093E-44AE-4A88-A4CB-D23B1DD324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319" y="642855"/>
            <a:ext cx="7228674" cy="369332"/>
          </a:xfrm>
        </p:spPr>
        <p:txBody>
          <a:bodyPr wrap="square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400">
                <a:latin typeface="Microsoft YaHei" panose="020B0503020204020204" pitchFamily="34" charset="-122"/>
                <a:cs typeface="ZEISS Frutiger Next W1G Lt"/>
              </a:defRPr>
            </a:lvl1pPr>
          </a:lstStyle>
          <a:p>
            <a:pPr lvl="0"/>
            <a:r>
              <a:rPr lang="zh-CN" altLang="en-US" dirty="0"/>
              <a:t>编辑主文本格式</a:t>
            </a:r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D2196AA1-313D-4990-8CC0-383A233A263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2351880"/>
            <a:ext cx="12192000" cy="4506119"/>
          </a:xfrm>
          <a:solidFill>
            <a:schemeClr val="bg2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cxnSp>
        <p:nvCxnSpPr>
          <p:cNvPr id="13" name="Gerade Verbindung 22">
            <a:extLst>
              <a:ext uri="{FF2B5EF4-FFF2-40B4-BE49-F238E27FC236}">
                <a16:creationId xmlns:a16="http://schemas.microsoft.com/office/drawing/2014/main" id="{1E2BE177-B8AE-4CA3-8B0C-241AD815C55F}"/>
              </a:ext>
            </a:extLst>
          </p:cNvPr>
          <p:cNvCxnSpPr>
            <a:cxnSpLocks/>
          </p:cNvCxnSpPr>
          <p:nvPr/>
        </p:nvCxnSpPr>
        <p:spPr>
          <a:xfrm>
            <a:off x="8512714" y="0"/>
            <a:ext cx="0" cy="1308100"/>
          </a:xfrm>
          <a:prstGeom prst="line">
            <a:avLst/>
          </a:prstGeom>
          <a:ln w="6350">
            <a:solidFill>
              <a:srgbClr val="DCE3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35">
            <a:extLst>
              <a:ext uri="{FF2B5EF4-FFF2-40B4-BE49-F238E27FC236}">
                <a16:creationId xmlns:a16="http://schemas.microsoft.com/office/drawing/2014/main" id="{9A76B5C1-E9F7-44AB-B776-CC664C7A0794}"/>
              </a:ext>
            </a:extLst>
          </p:cNvPr>
          <p:cNvCxnSpPr>
            <a:cxnSpLocks/>
          </p:cNvCxnSpPr>
          <p:nvPr/>
        </p:nvCxnSpPr>
        <p:spPr>
          <a:xfrm>
            <a:off x="8512714" y="1632585"/>
            <a:ext cx="0" cy="432088"/>
          </a:xfrm>
          <a:prstGeom prst="line">
            <a:avLst/>
          </a:prstGeom>
          <a:ln w="6350">
            <a:solidFill>
              <a:srgbClr val="DCE3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57DAACFA-7C59-48D1-9F81-779220D25C6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11763" y="642855"/>
            <a:ext cx="1524435" cy="553998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de-DE" sz="1200" dirty="0">
                <a:solidFill>
                  <a:srgbClr val="778592"/>
                </a:solidFill>
              </a:defRPr>
            </a:lvl1pPr>
          </a:lstStyle>
          <a:p>
            <a:pPr lvl="0">
              <a:spcAft>
                <a:spcPts val="0"/>
              </a:spcAft>
            </a:pPr>
            <a:r>
              <a:rPr lang="ja-JP" altLang="en-US" dirty="0"/>
              <a:t>作者</a:t>
            </a:r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88152D2B-35E5-4A91-AE38-A35FB08EB1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319" y="299633"/>
            <a:ext cx="7228672" cy="369332"/>
          </a:xfrm>
        </p:spPr>
        <p:txBody>
          <a:bodyPr/>
          <a:lstStyle/>
          <a:p>
            <a:r>
              <a:rPr lang="zh-CN" altLang="en-US" dirty="0"/>
              <a:t>编辑主封面格式</a:t>
            </a:r>
          </a:p>
        </p:txBody>
      </p:sp>
      <p:sp>
        <p:nvSpPr>
          <p:cNvPr id="17" name="Datumsplatzhalter 5">
            <a:extLst>
              <a:ext uri="{FF2B5EF4-FFF2-40B4-BE49-F238E27FC236}">
                <a16:creationId xmlns:a16="http://schemas.microsoft.com/office/drawing/2014/main" id="{6D6CFA25-81B0-4B58-93D4-51D5C0FD3384}"/>
              </a:ext>
            </a:extLst>
          </p:cNvPr>
          <p:cNvSpPr>
            <a:spLocks noGrp="1"/>
          </p:cNvSpPr>
          <p:nvPr>
            <p:ph type="dt" sz="half" idx="23"/>
          </p:nvPr>
        </p:nvSpPr>
        <p:spPr>
          <a:xfrm>
            <a:off x="8711763" y="1756296"/>
            <a:ext cx="65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>
              <a:defRPr sz="1200" b="0">
                <a:solidFill>
                  <a:srgbClr val="778592"/>
                </a:solidFill>
              </a:defRPr>
            </a:lvl1pPr>
          </a:lstStyle>
          <a:p>
            <a:endParaRPr lang="de-DE" dirty="0"/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7497F824-268F-91D2-BDA4-44027150418B}"/>
              </a:ext>
            </a:extLst>
          </p:cNvPr>
          <p:cNvGrpSpPr/>
          <p:nvPr/>
        </p:nvGrpSpPr>
        <p:grpSpPr>
          <a:xfrm>
            <a:off x="307324" y="-697715"/>
            <a:ext cx="11367557" cy="411958"/>
            <a:chOff x="307324" y="6944501"/>
            <a:chExt cx="11367557" cy="411958"/>
          </a:xfrm>
        </p:grpSpPr>
        <p:grpSp>
          <p:nvGrpSpPr>
            <p:cNvPr id="4" name="Gruppieren 3">
              <a:extLst>
                <a:ext uri="{FF2B5EF4-FFF2-40B4-BE49-F238E27FC236}">
                  <a16:creationId xmlns:a16="http://schemas.microsoft.com/office/drawing/2014/main" id="{2C6E6A85-2B03-EA9D-4515-6B0AFDAEA3EF}"/>
                </a:ext>
              </a:extLst>
            </p:cNvPr>
            <p:cNvGrpSpPr/>
            <p:nvPr/>
          </p:nvGrpSpPr>
          <p:grpSpPr>
            <a:xfrm rot="16200000">
              <a:off x="205653" y="7046174"/>
              <a:ext cx="411956" cy="208614"/>
              <a:chOff x="-615197" y="4303061"/>
              <a:chExt cx="411956" cy="208614"/>
            </a:xfrm>
          </p:grpSpPr>
          <p:cxnSp>
            <p:nvCxnSpPr>
              <p:cNvPr id="21" name="Gerader Verbinder 20">
                <a:extLst>
                  <a:ext uri="{FF2B5EF4-FFF2-40B4-BE49-F238E27FC236}">
                    <a16:creationId xmlns:a16="http://schemas.microsoft.com/office/drawing/2014/main" id="{025A3086-D6C1-E2BE-B1F7-DC63C59415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39CF13CA-5C8C-099F-0B17-D41628FCBCE0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15.50</a:t>
                </a:r>
              </a:p>
            </p:txBody>
          </p:sp>
        </p:grpSp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06FDDF2C-3851-C947-8B3D-884628B67F13}"/>
                </a:ext>
              </a:extLst>
            </p:cNvPr>
            <p:cNvGrpSpPr/>
            <p:nvPr/>
          </p:nvGrpSpPr>
          <p:grpSpPr>
            <a:xfrm rot="16200000">
              <a:off x="5641253" y="7046174"/>
              <a:ext cx="411956" cy="208614"/>
              <a:chOff x="-615197" y="4303061"/>
              <a:chExt cx="411956" cy="208614"/>
            </a:xfrm>
          </p:grpSpPr>
          <p:cxnSp>
            <p:nvCxnSpPr>
              <p:cNvPr id="19" name="Gerader Verbinder 18">
                <a:extLst>
                  <a:ext uri="{FF2B5EF4-FFF2-40B4-BE49-F238E27FC236}">
                    <a16:creationId xmlns:a16="http://schemas.microsoft.com/office/drawing/2014/main" id="{66A17F32-7CE5-7CA8-B1F1-E64C2A526B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7D532C9C-FDFD-300E-E26F-79BFAB485C4E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00.40</a:t>
                </a:r>
              </a:p>
            </p:txBody>
          </p:sp>
        </p:grpSp>
        <p:grpSp>
          <p:nvGrpSpPr>
            <p:cNvPr id="6" name="Gruppieren 5">
              <a:extLst>
                <a:ext uri="{FF2B5EF4-FFF2-40B4-BE49-F238E27FC236}">
                  <a16:creationId xmlns:a16="http://schemas.microsoft.com/office/drawing/2014/main" id="{47E49BF9-9455-F30A-581E-4CFF8FE6E50C}"/>
                </a:ext>
              </a:extLst>
            </p:cNvPr>
            <p:cNvGrpSpPr/>
            <p:nvPr/>
          </p:nvGrpSpPr>
          <p:grpSpPr>
            <a:xfrm rot="5400000">
              <a:off x="6093326" y="7050196"/>
              <a:ext cx="411957" cy="200568"/>
              <a:chOff x="-615198" y="4354167"/>
              <a:chExt cx="411957" cy="200568"/>
            </a:xfrm>
          </p:grpSpPr>
          <p:cxnSp>
            <p:nvCxnSpPr>
              <p:cNvPr id="15" name="Gerader Verbinder 14">
                <a:extLst>
                  <a:ext uri="{FF2B5EF4-FFF2-40B4-BE49-F238E27FC236}">
                    <a16:creationId xmlns:a16="http://schemas.microsoft.com/office/drawing/2014/main" id="{97532FB6-84A7-B487-70A9-F9C0D81CB3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958B3092-051B-F3BF-6458-ED31D1CC20F9}"/>
                  </a:ext>
                </a:extLst>
              </p:cNvPr>
              <p:cNvSpPr txBox="1"/>
              <p:nvPr/>
            </p:nvSpPr>
            <p:spPr>
              <a:xfrm rot="10800000">
                <a:off x="-615198" y="4354167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00.40</a:t>
                </a:r>
              </a:p>
            </p:txBody>
          </p:sp>
        </p:grpSp>
        <p:cxnSp>
          <p:nvCxnSpPr>
            <p:cNvPr id="7" name="Gerader Verbinder 6">
              <a:extLst>
                <a:ext uri="{FF2B5EF4-FFF2-40B4-BE49-F238E27FC236}">
                  <a16:creationId xmlns:a16="http://schemas.microsoft.com/office/drawing/2014/main" id="{2353D863-48EB-DAA4-DB2E-6CC7BEB5E58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890022" y="7150480"/>
              <a:ext cx="411956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Gruppieren 7">
              <a:extLst>
                <a:ext uri="{FF2B5EF4-FFF2-40B4-BE49-F238E27FC236}">
                  <a16:creationId xmlns:a16="http://schemas.microsoft.com/office/drawing/2014/main" id="{EF4798A6-A49B-CE38-8DA7-526AE022D0A3}"/>
                </a:ext>
              </a:extLst>
            </p:cNvPr>
            <p:cNvGrpSpPr/>
            <p:nvPr/>
          </p:nvGrpSpPr>
          <p:grpSpPr>
            <a:xfrm rot="16200000">
              <a:off x="11364596" y="7046174"/>
              <a:ext cx="411956" cy="208614"/>
              <a:chOff x="-615197" y="4303061"/>
              <a:chExt cx="411956" cy="208614"/>
            </a:xfrm>
          </p:grpSpPr>
          <p:cxnSp>
            <p:nvCxnSpPr>
              <p:cNvPr id="10" name="Gerader Verbinder 9">
                <a:extLst>
                  <a:ext uri="{FF2B5EF4-FFF2-40B4-BE49-F238E27FC236}">
                    <a16:creationId xmlns:a16="http://schemas.microsoft.com/office/drawing/2014/main" id="{60037F93-98A6-20CA-C51A-0777ED75E6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8B6F652C-5BB4-A4FF-03E8-21B084709875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15.50</a:t>
                </a:r>
              </a:p>
            </p:txBody>
          </p:sp>
        </p:grpSp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B9F02A89-B0BB-13A5-A505-F04CE2AC0F81}"/>
              </a:ext>
            </a:extLst>
          </p:cNvPr>
          <p:cNvGrpSpPr/>
          <p:nvPr/>
        </p:nvGrpSpPr>
        <p:grpSpPr>
          <a:xfrm>
            <a:off x="-697714" y="80201"/>
            <a:ext cx="411956" cy="6713707"/>
            <a:chOff x="-502267" y="80201"/>
            <a:chExt cx="411956" cy="6713707"/>
          </a:xfrm>
        </p:grpSpPr>
        <p:grpSp>
          <p:nvGrpSpPr>
            <p:cNvPr id="24" name="Gruppieren 23">
              <a:extLst>
                <a:ext uri="{FF2B5EF4-FFF2-40B4-BE49-F238E27FC236}">
                  <a16:creationId xmlns:a16="http://schemas.microsoft.com/office/drawing/2014/main" id="{302A21FC-569C-4FA9-406F-0CC8DD9924EA}"/>
                </a:ext>
              </a:extLst>
            </p:cNvPr>
            <p:cNvGrpSpPr/>
            <p:nvPr/>
          </p:nvGrpSpPr>
          <p:grpSpPr>
            <a:xfrm>
              <a:off x="-502267" y="6593340"/>
              <a:ext cx="411956" cy="200568"/>
              <a:chOff x="-615197" y="4452994"/>
              <a:chExt cx="411956" cy="200568"/>
            </a:xfrm>
          </p:grpSpPr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AE667106-3C6D-9118-A71D-7E26E59D3474}"/>
                  </a:ext>
                </a:extLst>
              </p:cNvPr>
              <p:cNvSpPr txBox="1"/>
              <p:nvPr/>
            </p:nvSpPr>
            <p:spPr>
              <a:xfrm>
                <a:off x="-615197" y="4452994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08.92</a:t>
                </a:r>
              </a:p>
            </p:txBody>
          </p:sp>
          <p:cxnSp>
            <p:nvCxnSpPr>
              <p:cNvPr id="41" name="Gerader Verbinder 40">
                <a:extLst>
                  <a:ext uri="{FF2B5EF4-FFF2-40B4-BE49-F238E27FC236}">
                    <a16:creationId xmlns:a16="http://schemas.microsoft.com/office/drawing/2014/main" id="{F8E2AF63-D39E-79E7-2131-949AD18300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497389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uppieren 24">
              <a:extLst>
                <a:ext uri="{FF2B5EF4-FFF2-40B4-BE49-F238E27FC236}">
                  <a16:creationId xmlns:a16="http://schemas.microsoft.com/office/drawing/2014/main" id="{110FFA22-7974-B799-F40F-45BA7FDC4ED4}"/>
                </a:ext>
              </a:extLst>
            </p:cNvPr>
            <p:cNvGrpSpPr/>
            <p:nvPr/>
          </p:nvGrpSpPr>
          <p:grpSpPr>
            <a:xfrm>
              <a:off x="-502267" y="5876163"/>
              <a:ext cx="411956" cy="216662"/>
              <a:chOff x="-615197" y="4295013"/>
              <a:chExt cx="411956" cy="216662"/>
            </a:xfrm>
          </p:grpSpPr>
          <p:cxnSp>
            <p:nvCxnSpPr>
              <p:cNvPr id="38" name="Gerader Verbinder 37">
                <a:extLst>
                  <a:ext uri="{FF2B5EF4-FFF2-40B4-BE49-F238E27FC236}">
                    <a16:creationId xmlns:a16="http://schemas.microsoft.com/office/drawing/2014/main" id="{2FADA8F2-9096-F1C5-2DC4-99B3E5AAD3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Textfeld 38">
                <a:extLst>
                  <a:ext uri="{FF2B5EF4-FFF2-40B4-BE49-F238E27FC236}">
                    <a16:creationId xmlns:a16="http://schemas.microsoft.com/office/drawing/2014/main" id="{DDEB9B34-BF68-9E69-BC3C-A029DDE41D61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07.40</a:t>
                </a:r>
              </a:p>
            </p:txBody>
          </p:sp>
        </p:grpSp>
        <p:grpSp>
          <p:nvGrpSpPr>
            <p:cNvPr id="26" name="Gruppieren 25">
              <a:extLst>
                <a:ext uri="{FF2B5EF4-FFF2-40B4-BE49-F238E27FC236}">
                  <a16:creationId xmlns:a16="http://schemas.microsoft.com/office/drawing/2014/main" id="{F4D16604-4458-EB02-826D-4D657989294F}"/>
                </a:ext>
              </a:extLst>
            </p:cNvPr>
            <p:cNvGrpSpPr/>
            <p:nvPr/>
          </p:nvGrpSpPr>
          <p:grpSpPr>
            <a:xfrm>
              <a:off x="-502267" y="3212338"/>
              <a:ext cx="411956" cy="216662"/>
              <a:chOff x="-615197" y="4295013"/>
              <a:chExt cx="411956" cy="216662"/>
            </a:xfrm>
          </p:grpSpPr>
          <p:cxnSp>
            <p:nvCxnSpPr>
              <p:cNvPr id="36" name="Gerader Verbinder 35">
                <a:extLst>
                  <a:ext uri="{FF2B5EF4-FFF2-40B4-BE49-F238E27FC236}">
                    <a16:creationId xmlns:a16="http://schemas.microsoft.com/office/drawing/2014/main" id="{A0A88B92-BB71-35C4-FE7D-8681A9742D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Textfeld 36">
                <a:extLst>
                  <a:ext uri="{FF2B5EF4-FFF2-40B4-BE49-F238E27FC236}">
                    <a16:creationId xmlns:a16="http://schemas.microsoft.com/office/drawing/2014/main" id="{2758FF39-0A99-DC2E-44B4-EEFEE13746F2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00.00</a:t>
                </a:r>
              </a:p>
            </p:txBody>
          </p:sp>
        </p:grpSp>
        <p:grpSp>
          <p:nvGrpSpPr>
            <p:cNvPr id="27" name="Gruppieren 26">
              <a:extLst>
                <a:ext uri="{FF2B5EF4-FFF2-40B4-BE49-F238E27FC236}">
                  <a16:creationId xmlns:a16="http://schemas.microsoft.com/office/drawing/2014/main" id="{0CF3F89F-BD93-08F5-4057-5E49A1CEBD7E}"/>
                </a:ext>
              </a:extLst>
            </p:cNvPr>
            <p:cNvGrpSpPr/>
            <p:nvPr/>
          </p:nvGrpSpPr>
          <p:grpSpPr>
            <a:xfrm>
              <a:off x="-502267" y="835851"/>
              <a:ext cx="411956" cy="216662"/>
              <a:chOff x="-615197" y="4295013"/>
              <a:chExt cx="411956" cy="216662"/>
            </a:xfrm>
          </p:grpSpPr>
          <p:cxnSp>
            <p:nvCxnSpPr>
              <p:cNvPr id="34" name="Gerader Verbinder 33">
                <a:extLst>
                  <a:ext uri="{FF2B5EF4-FFF2-40B4-BE49-F238E27FC236}">
                    <a16:creationId xmlns:a16="http://schemas.microsoft.com/office/drawing/2014/main" id="{9B422915-358E-7171-26C7-D74076E9CE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feld 34">
                <a:extLst>
                  <a:ext uri="{FF2B5EF4-FFF2-40B4-BE49-F238E27FC236}">
                    <a16:creationId xmlns:a16="http://schemas.microsoft.com/office/drawing/2014/main" id="{34D76580-83AE-97B8-39CC-FEF32938C2E4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06.60</a:t>
                </a:r>
              </a:p>
            </p:txBody>
          </p:sp>
        </p:grpSp>
        <p:grpSp>
          <p:nvGrpSpPr>
            <p:cNvPr id="28" name="Gruppieren 27">
              <a:extLst>
                <a:ext uri="{FF2B5EF4-FFF2-40B4-BE49-F238E27FC236}">
                  <a16:creationId xmlns:a16="http://schemas.microsoft.com/office/drawing/2014/main" id="{C22B798D-CCAF-7486-6758-747E90F9D5C3}"/>
                </a:ext>
              </a:extLst>
            </p:cNvPr>
            <p:cNvGrpSpPr/>
            <p:nvPr/>
          </p:nvGrpSpPr>
          <p:grpSpPr>
            <a:xfrm>
              <a:off x="-502267" y="1412113"/>
              <a:ext cx="411956" cy="216662"/>
              <a:chOff x="-615197" y="4295013"/>
              <a:chExt cx="411956" cy="216662"/>
            </a:xfrm>
          </p:grpSpPr>
          <p:cxnSp>
            <p:nvCxnSpPr>
              <p:cNvPr id="32" name="Gerader Verbinder 31">
                <a:extLst>
                  <a:ext uri="{FF2B5EF4-FFF2-40B4-BE49-F238E27FC236}">
                    <a16:creationId xmlns:a16="http://schemas.microsoft.com/office/drawing/2014/main" id="{294E5F82-19A7-5049-A06F-A436D97D0F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Textfeld 32">
                <a:extLst>
                  <a:ext uri="{FF2B5EF4-FFF2-40B4-BE49-F238E27FC236}">
                    <a16:creationId xmlns:a16="http://schemas.microsoft.com/office/drawing/2014/main" id="{E250B3B1-2BFD-79FD-566B-C8EBA8D2ED53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05.00</a:t>
                </a:r>
              </a:p>
            </p:txBody>
          </p:sp>
        </p:grpSp>
        <p:grpSp>
          <p:nvGrpSpPr>
            <p:cNvPr id="29" name="Gruppieren 28">
              <a:extLst>
                <a:ext uri="{FF2B5EF4-FFF2-40B4-BE49-F238E27FC236}">
                  <a16:creationId xmlns:a16="http://schemas.microsoft.com/office/drawing/2014/main" id="{C51EB585-5CD5-47DE-63C3-D08D6E0D6871}"/>
                </a:ext>
              </a:extLst>
            </p:cNvPr>
            <p:cNvGrpSpPr/>
            <p:nvPr/>
          </p:nvGrpSpPr>
          <p:grpSpPr>
            <a:xfrm>
              <a:off x="-502267" y="80201"/>
              <a:ext cx="411956" cy="216662"/>
              <a:chOff x="-615197" y="4258501"/>
              <a:chExt cx="411956" cy="216662"/>
            </a:xfrm>
          </p:grpSpPr>
          <p:cxnSp>
            <p:nvCxnSpPr>
              <p:cNvPr id="30" name="Gerader Verbinder 29">
                <a:extLst>
                  <a:ext uri="{FF2B5EF4-FFF2-40B4-BE49-F238E27FC236}">
                    <a16:creationId xmlns:a16="http://schemas.microsoft.com/office/drawing/2014/main" id="{2609B69D-A878-C46E-1B44-B709D3E36B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475163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0870B9B2-AD40-3ADE-6D2D-BACB42C6468B}"/>
                  </a:ext>
                </a:extLst>
              </p:cNvPr>
              <p:cNvSpPr txBox="1"/>
              <p:nvPr/>
            </p:nvSpPr>
            <p:spPr>
              <a:xfrm>
                <a:off x="-615197" y="425850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08.70</a:t>
                </a:r>
              </a:p>
            </p:txBody>
          </p:sp>
        </p:grpSp>
      </p:grpSp>
      <p:grpSp>
        <p:nvGrpSpPr>
          <p:cNvPr id="43" name="Gruppieren 42">
            <a:extLst>
              <a:ext uri="{FF2B5EF4-FFF2-40B4-BE49-F238E27FC236}">
                <a16:creationId xmlns:a16="http://schemas.microsoft.com/office/drawing/2014/main" id="{1B3244E1-2E98-6ED2-C25A-BDE635DF279A}"/>
              </a:ext>
            </a:extLst>
          </p:cNvPr>
          <p:cNvGrpSpPr/>
          <p:nvPr/>
        </p:nvGrpSpPr>
        <p:grpSpPr>
          <a:xfrm>
            <a:off x="11170442" y="299244"/>
            <a:ext cx="505400" cy="505400"/>
            <a:chOff x="5423248" y="2756248"/>
            <a:chExt cx="1349978" cy="1349978"/>
          </a:xfrm>
        </p:grpSpPr>
        <p:sp>
          <p:nvSpPr>
            <p:cNvPr id="44" name="Freihandform: Form 43">
              <a:extLst>
                <a:ext uri="{FF2B5EF4-FFF2-40B4-BE49-F238E27FC236}">
                  <a16:creationId xmlns:a16="http://schemas.microsoft.com/office/drawing/2014/main" id="{40020326-3497-E973-317E-FEFBA41DE852}"/>
                </a:ext>
              </a:extLst>
            </p:cNvPr>
            <p:cNvSpPr/>
            <p:nvPr/>
          </p:nvSpPr>
          <p:spPr>
            <a:xfrm>
              <a:off x="5423248" y="2756248"/>
              <a:ext cx="1349978" cy="1349978"/>
            </a:xfrm>
            <a:custGeom>
              <a:avLst/>
              <a:gdLst>
                <a:gd name="connsiteX0" fmla="*/ 1349788 w 1349978"/>
                <a:gd name="connsiteY0" fmla="*/ 1349978 h 1349978"/>
                <a:gd name="connsiteX1" fmla="*/ 675037 w 1349978"/>
                <a:gd name="connsiteY1" fmla="*/ 1205389 h 1349978"/>
                <a:gd name="connsiteX2" fmla="*/ 0 w 1349978"/>
                <a:gd name="connsiteY2" fmla="*/ 1349978 h 1349978"/>
                <a:gd name="connsiteX3" fmla="*/ 0 w 1349978"/>
                <a:gd name="connsiteY3" fmla="*/ 0 h 1349978"/>
                <a:gd name="connsiteX4" fmla="*/ 1349978 w 1349978"/>
                <a:gd name="connsiteY4" fmla="*/ 0 h 1349978"/>
                <a:gd name="connsiteX5" fmla="*/ 1349788 w 1349978"/>
                <a:gd name="connsiteY5" fmla="*/ 1349978 h 1349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9978" h="1349978">
                  <a:moveTo>
                    <a:pt x="1349788" y="1349978"/>
                  </a:moveTo>
                  <a:cubicBezTo>
                    <a:pt x="1143953" y="1257110"/>
                    <a:pt x="915543" y="1205389"/>
                    <a:pt x="675037" y="1205389"/>
                  </a:cubicBezTo>
                  <a:cubicBezTo>
                    <a:pt x="434530" y="1205389"/>
                    <a:pt x="205835" y="1257110"/>
                    <a:pt x="0" y="1349978"/>
                  </a:cubicBezTo>
                  <a:lnTo>
                    <a:pt x="0" y="0"/>
                  </a:lnTo>
                  <a:lnTo>
                    <a:pt x="1349978" y="0"/>
                  </a:lnTo>
                  <a:lnTo>
                    <a:pt x="1349788" y="1349978"/>
                  </a:lnTo>
                  <a:close/>
                </a:path>
              </a:pathLst>
            </a:custGeom>
            <a:solidFill>
              <a:srgbClr val="0F2D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grpSp>
          <p:nvGrpSpPr>
            <p:cNvPr id="45" name="Grafik 31">
              <a:extLst>
                <a:ext uri="{FF2B5EF4-FFF2-40B4-BE49-F238E27FC236}">
                  <a16:creationId xmlns:a16="http://schemas.microsoft.com/office/drawing/2014/main" id="{99774E98-55EE-1C5C-9C2C-2A744CB4390A}"/>
                </a:ext>
              </a:extLst>
            </p:cNvPr>
            <p:cNvGrpSpPr/>
            <p:nvPr/>
          </p:nvGrpSpPr>
          <p:grpSpPr>
            <a:xfrm>
              <a:off x="5474985" y="3134295"/>
              <a:ext cx="1244293" cy="294132"/>
              <a:chOff x="5474985" y="3134295"/>
              <a:chExt cx="1244293" cy="294132"/>
            </a:xfrm>
            <a:solidFill>
              <a:srgbClr val="FFFFFF"/>
            </a:solidFill>
          </p:grpSpPr>
          <p:sp>
            <p:nvSpPr>
              <p:cNvPr id="46" name="Freihandform: Form 45">
                <a:extLst>
                  <a:ext uri="{FF2B5EF4-FFF2-40B4-BE49-F238E27FC236}">
                    <a16:creationId xmlns:a16="http://schemas.microsoft.com/office/drawing/2014/main" id="{F757F9DD-E703-909C-2E33-80F6585EB8D7}"/>
                  </a:ext>
                </a:extLst>
              </p:cNvPr>
              <p:cNvSpPr/>
              <p:nvPr/>
            </p:nvSpPr>
            <p:spPr>
              <a:xfrm>
                <a:off x="5474985" y="3134295"/>
                <a:ext cx="247353" cy="293941"/>
              </a:xfrm>
              <a:custGeom>
                <a:avLst/>
                <a:gdLst>
                  <a:gd name="connsiteX0" fmla="*/ 109998 w 247353"/>
                  <a:gd name="connsiteY0" fmla="*/ 30956 h 293941"/>
                  <a:gd name="connsiteX1" fmla="*/ 41418 w 247353"/>
                  <a:gd name="connsiteY1" fmla="*/ 95250 h 293941"/>
                  <a:gd name="connsiteX2" fmla="*/ 11129 w 247353"/>
                  <a:gd name="connsiteY2" fmla="*/ 95250 h 293941"/>
                  <a:gd name="connsiteX3" fmla="*/ 11129 w 247353"/>
                  <a:gd name="connsiteY3" fmla="*/ 0 h 293941"/>
                  <a:gd name="connsiteX4" fmla="*/ 247349 w 247353"/>
                  <a:gd name="connsiteY4" fmla="*/ 0 h 293941"/>
                  <a:gd name="connsiteX5" fmla="*/ 179340 w 247353"/>
                  <a:gd name="connsiteY5" fmla="*/ 151733 h 293941"/>
                  <a:gd name="connsiteX6" fmla="*/ 111141 w 247353"/>
                  <a:gd name="connsiteY6" fmla="*/ 262795 h 293941"/>
                  <a:gd name="connsiteX7" fmla="*/ 149432 w 247353"/>
                  <a:gd name="connsiteY7" fmla="*/ 262795 h 293941"/>
                  <a:gd name="connsiteX8" fmla="*/ 210011 w 247353"/>
                  <a:gd name="connsiteY8" fmla="*/ 198501 h 293941"/>
                  <a:gd name="connsiteX9" fmla="*/ 241634 w 247353"/>
                  <a:gd name="connsiteY9" fmla="*/ 198501 h 293941"/>
                  <a:gd name="connsiteX10" fmla="*/ 241634 w 247353"/>
                  <a:gd name="connsiteY10" fmla="*/ 293942 h 293941"/>
                  <a:gd name="connsiteX11" fmla="*/ 270 w 247353"/>
                  <a:gd name="connsiteY11" fmla="*/ 293942 h 293941"/>
                  <a:gd name="connsiteX12" fmla="*/ 75137 w 247353"/>
                  <a:gd name="connsiteY12" fmla="*/ 133731 h 293941"/>
                  <a:gd name="connsiteX13" fmla="*/ 138573 w 247353"/>
                  <a:gd name="connsiteY13" fmla="*/ 30671 h 293941"/>
                  <a:gd name="connsiteX14" fmla="*/ 109998 w 247353"/>
                  <a:gd name="connsiteY14" fmla="*/ 30861 h 293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47353" h="293941">
                    <a:moveTo>
                      <a:pt x="109998" y="30956"/>
                    </a:moveTo>
                    <a:cubicBezTo>
                      <a:pt x="46562" y="30956"/>
                      <a:pt x="41418" y="95250"/>
                      <a:pt x="41418" y="95250"/>
                    </a:cubicBezTo>
                    <a:lnTo>
                      <a:pt x="11129" y="95250"/>
                    </a:lnTo>
                    <a:lnTo>
                      <a:pt x="11129" y="0"/>
                    </a:lnTo>
                    <a:lnTo>
                      <a:pt x="247349" y="0"/>
                    </a:lnTo>
                    <a:cubicBezTo>
                      <a:pt x="247349" y="0"/>
                      <a:pt x="249254" y="73628"/>
                      <a:pt x="179340" y="151733"/>
                    </a:cubicBezTo>
                    <a:cubicBezTo>
                      <a:pt x="179340" y="151733"/>
                      <a:pt x="112856" y="228981"/>
                      <a:pt x="111141" y="262795"/>
                    </a:cubicBezTo>
                    <a:lnTo>
                      <a:pt x="149432" y="262795"/>
                    </a:lnTo>
                    <a:cubicBezTo>
                      <a:pt x="204391" y="262795"/>
                      <a:pt x="210011" y="198501"/>
                      <a:pt x="210011" y="198501"/>
                    </a:cubicBezTo>
                    <a:lnTo>
                      <a:pt x="241634" y="198501"/>
                    </a:lnTo>
                    <a:lnTo>
                      <a:pt x="241634" y="293942"/>
                    </a:lnTo>
                    <a:lnTo>
                      <a:pt x="270" y="293942"/>
                    </a:lnTo>
                    <a:cubicBezTo>
                      <a:pt x="270" y="293942"/>
                      <a:pt x="-8588" y="221647"/>
                      <a:pt x="75137" y="133731"/>
                    </a:cubicBezTo>
                    <a:cubicBezTo>
                      <a:pt x="75137" y="133731"/>
                      <a:pt x="126667" y="76200"/>
                      <a:pt x="138573" y="30671"/>
                    </a:cubicBezTo>
                    <a:lnTo>
                      <a:pt x="109998" y="3086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7" name="Freihandform: Form 46">
                <a:extLst>
                  <a:ext uri="{FF2B5EF4-FFF2-40B4-BE49-F238E27FC236}">
                    <a16:creationId xmlns:a16="http://schemas.microsoft.com/office/drawing/2014/main" id="{B113225A-63B1-7459-78F7-236CACBC8B65}"/>
                  </a:ext>
                </a:extLst>
              </p:cNvPr>
              <p:cNvSpPr/>
              <p:nvPr/>
            </p:nvSpPr>
            <p:spPr>
              <a:xfrm>
                <a:off x="6030181" y="3134295"/>
                <a:ext cx="156495" cy="293750"/>
              </a:xfrm>
              <a:custGeom>
                <a:avLst/>
                <a:gdLst>
                  <a:gd name="connsiteX0" fmla="*/ 156496 w 156495"/>
                  <a:gd name="connsiteY0" fmla="*/ 293751 h 293750"/>
                  <a:gd name="connsiteX1" fmla="*/ 156496 w 156495"/>
                  <a:gd name="connsiteY1" fmla="*/ 262604 h 293750"/>
                  <a:gd name="connsiteX2" fmla="*/ 149352 w 156495"/>
                  <a:gd name="connsiteY2" fmla="*/ 262604 h 293750"/>
                  <a:gd name="connsiteX3" fmla="*/ 125730 w 156495"/>
                  <a:gd name="connsiteY3" fmla="*/ 238982 h 293750"/>
                  <a:gd name="connsiteX4" fmla="*/ 125730 w 156495"/>
                  <a:gd name="connsiteY4" fmla="*/ 54769 h 293750"/>
                  <a:gd name="connsiteX5" fmla="*/ 149352 w 156495"/>
                  <a:gd name="connsiteY5" fmla="*/ 31147 h 293750"/>
                  <a:gd name="connsiteX6" fmla="*/ 156496 w 156495"/>
                  <a:gd name="connsiteY6" fmla="*/ 31147 h 293750"/>
                  <a:gd name="connsiteX7" fmla="*/ 156496 w 156495"/>
                  <a:gd name="connsiteY7" fmla="*/ 0 h 293750"/>
                  <a:gd name="connsiteX8" fmla="*/ 0 w 156495"/>
                  <a:gd name="connsiteY8" fmla="*/ 0 h 293750"/>
                  <a:gd name="connsiteX9" fmla="*/ 0 w 156495"/>
                  <a:gd name="connsiteY9" fmla="*/ 31147 h 293750"/>
                  <a:gd name="connsiteX10" fmla="*/ 7144 w 156495"/>
                  <a:gd name="connsiteY10" fmla="*/ 31147 h 293750"/>
                  <a:gd name="connsiteX11" fmla="*/ 30956 w 156495"/>
                  <a:gd name="connsiteY11" fmla="*/ 54769 h 293750"/>
                  <a:gd name="connsiteX12" fmla="*/ 30956 w 156495"/>
                  <a:gd name="connsiteY12" fmla="*/ 238982 h 293750"/>
                  <a:gd name="connsiteX13" fmla="*/ 7144 w 156495"/>
                  <a:gd name="connsiteY13" fmla="*/ 262604 h 293750"/>
                  <a:gd name="connsiteX14" fmla="*/ 0 w 156495"/>
                  <a:gd name="connsiteY14" fmla="*/ 262604 h 293750"/>
                  <a:gd name="connsiteX15" fmla="*/ 0 w 156495"/>
                  <a:gd name="connsiteY15" fmla="*/ 293751 h 293750"/>
                  <a:gd name="connsiteX16" fmla="*/ 156496 w 156495"/>
                  <a:gd name="connsiteY16" fmla="*/ 293751 h 293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56495" h="293750">
                    <a:moveTo>
                      <a:pt x="156496" y="293751"/>
                    </a:moveTo>
                    <a:lnTo>
                      <a:pt x="156496" y="262604"/>
                    </a:lnTo>
                    <a:lnTo>
                      <a:pt x="149352" y="262604"/>
                    </a:lnTo>
                    <a:cubicBezTo>
                      <a:pt x="136398" y="262604"/>
                      <a:pt x="125730" y="251936"/>
                      <a:pt x="125730" y="238982"/>
                    </a:cubicBezTo>
                    <a:lnTo>
                      <a:pt x="125730" y="54769"/>
                    </a:lnTo>
                    <a:cubicBezTo>
                      <a:pt x="125730" y="41815"/>
                      <a:pt x="136303" y="31147"/>
                      <a:pt x="149352" y="31147"/>
                    </a:cubicBezTo>
                    <a:lnTo>
                      <a:pt x="156496" y="31147"/>
                    </a:lnTo>
                    <a:lnTo>
                      <a:pt x="156496" y="0"/>
                    </a:lnTo>
                    <a:lnTo>
                      <a:pt x="0" y="0"/>
                    </a:lnTo>
                    <a:lnTo>
                      <a:pt x="0" y="31147"/>
                    </a:lnTo>
                    <a:lnTo>
                      <a:pt x="7144" y="31147"/>
                    </a:lnTo>
                    <a:cubicBezTo>
                      <a:pt x="20383" y="31147"/>
                      <a:pt x="30956" y="41720"/>
                      <a:pt x="30956" y="54769"/>
                    </a:cubicBezTo>
                    <a:lnTo>
                      <a:pt x="30956" y="238982"/>
                    </a:lnTo>
                    <a:cubicBezTo>
                      <a:pt x="30956" y="251936"/>
                      <a:pt x="20383" y="262604"/>
                      <a:pt x="7144" y="262604"/>
                    </a:cubicBezTo>
                    <a:lnTo>
                      <a:pt x="0" y="262604"/>
                    </a:lnTo>
                    <a:lnTo>
                      <a:pt x="0" y="293751"/>
                    </a:lnTo>
                    <a:lnTo>
                      <a:pt x="156496" y="29375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8" name="Freihandform: Form 47">
                <a:extLst>
                  <a:ext uri="{FF2B5EF4-FFF2-40B4-BE49-F238E27FC236}">
                    <a16:creationId xmlns:a16="http://schemas.microsoft.com/office/drawing/2014/main" id="{568C3745-FCE5-4734-0FDA-8406434600D0}"/>
                  </a:ext>
                </a:extLst>
              </p:cNvPr>
              <p:cNvSpPr/>
              <p:nvPr/>
            </p:nvSpPr>
            <p:spPr>
              <a:xfrm>
                <a:off x="5748718" y="3134295"/>
                <a:ext cx="248983" cy="294132"/>
              </a:xfrm>
              <a:custGeom>
                <a:avLst/>
                <a:gdLst>
                  <a:gd name="connsiteX0" fmla="*/ 248983 w 248983"/>
                  <a:gd name="connsiteY0" fmla="*/ 294037 h 294132"/>
                  <a:gd name="connsiteX1" fmla="*/ 248983 w 248983"/>
                  <a:gd name="connsiteY1" fmla="*/ 198596 h 294132"/>
                  <a:gd name="connsiteX2" fmla="*/ 217361 w 248983"/>
                  <a:gd name="connsiteY2" fmla="*/ 198596 h 294132"/>
                  <a:gd name="connsiteX3" fmla="*/ 156496 w 248983"/>
                  <a:gd name="connsiteY3" fmla="*/ 262890 h 294132"/>
                  <a:gd name="connsiteX4" fmla="*/ 124873 w 248983"/>
                  <a:gd name="connsiteY4" fmla="*/ 262890 h 294132"/>
                  <a:gd name="connsiteX5" fmla="*/ 124873 w 248983"/>
                  <a:gd name="connsiteY5" fmla="*/ 162687 h 294132"/>
                  <a:gd name="connsiteX6" fmla="*/ 136112 w 248983"/>
                  <a:gd name="connsiteY6" fmla="*/ 162687 h 294132"/>
                  <a:gd name="connsiteX7" fmla="*/ 159925 w 248983"/>
                  <a:gd name="connsiteY7" fmla="*/ 186500 h 294132"/>
                  <a:gd name="connsiteX8" fmla="*/ 159925 w 248983"/>
                  <a:gd name="connsiteY8" fmla="*/ 198406 h 294132"/>
                  <a:gd name="connsiteX9" fmla="*/ 191071 w 248983"/>
                  <a:gd name="connsiteY9" fmla="*/ 198406 h 294132"/>
                  <a:gd name="connsiteX10" fmla="*/ 191071 w 248983"/>
                  <a:gd name="connsiteY10" fmla="*/ 95631 h 294132"/>
                  <a:gd name="connsiteX11" fmla="*/ 159925 w 248983"/>
                  <a:gd name="connsiteY11" fmla="*/ 95631 h 294132"/>
                  <a:gd name="connsiteX12" fmla="*/ 159925 w 248983"/>
                  <a:gd name="connsiteY12" fmla="*/ 107537 h 294132"/>
                  <a:gd name="connsiteX13" fmla="*/ 136112 w 248983"/>
                  <a:gd name="connsiteY13" fmla="*/ 131350 h 294132"/>
                  <a:gd name="connsiteX14" fmla="*/ 124873 w 248983"/>
                  <a:gd name="connsiteY14" fmla="*/ 131350 h 294132"/>
                  <a:gd name="connsiteX15" fmla="*/ 124873 w 248983"/>
                  <a:gd name="connsiteY15" fmla="*/ 31147 h 294132"/>
                  <a:gd name="connsiteX16" fmla="*/ 156496 w 248983"/>
                  <a:gd name="connsiteY16" fmla="*/ 31147 h 294132"/>
                  <a:gd name="connsiteX17" fmla="*/ 217361 w 248983"/>
                  <a:gd name="connsiteY17" fmla="*/ 95441 h 294132"/>
                  <a:gd name="connsiteX18" fmla="*/ 248983 w 248983"/>
                  <a:gd name="connsiteY18" fmla="*/ 95441 h 294132"/>
                  <a:gd name="connsiteX19" fmla="*/ 248983 w 248983"/>
                  <a:gd name="connsiteY19" fmla="*/ 0 h 294132"/>
                  <a:gd name="connsiteX20" fmla="*/ 0 w 248983"/>
                  <a:gd name="connsiteY20" fmla="*/ 0 h 294132"/>
                  <a:gd name="connsiteX21" fmla="*/ 0 w 248983"/>
                  <a:gd name="connsiteY21" fmla="*/ 31337 h 294132"/>
                  <a:gd name="connsiteX22" fmla="*/ 7144 w 248983"/>
                  <a:gd name="connsiteY22" fmla="*/ 31337 h 294132"/>
                  <a:gd name="connsiteX23" fmla="*/ 30766 w 248983"/>
                  <a:gd name="connsiteY23" fmla="*/ 54959 h 294132"/>
                  <a:gd name="connsiteX24" fmla="*/ 30766 w 248983"/>
                  <a:gd name="connsiteY24" fmla="*/ 239173 h 294132"/>
                  <a:gd name="connsiteX25" fmla="*/ 7144 w 248983"/>
                  <a:gd name="connsiteY25" fmla="*/ 262795 h 294132"/>
                  <a:gd name="connsiteX26" fmla="*/ 0 w 248983"/>
                  <a:gd name="connsiteY26" fmla="*/ 262795 h 294132"/>
                  <a:gd name="connsiteX27" fmla="*/ 0 w 248983"/>
                  <a:gd name="connsiteY27" fmla="*/ 293942 h 294132"/>
                  <a:gd name="connsiteX28" fmla="*/ 248983 w 248983"/>
                  <a:gd name="connsiteY28" fmla="*/ 294132 h 2941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48983" h="294132">
                    <a:moveTo>
                      <a:pt x="248983" y="294037"/>
                    </a:moveTo>
                    <a:lnTo>
                      <a:pt x="248983" y="198596"/>
                    </a:lnTo>
                    <a:lnTo>
                      <a:pt x="217361" y="198596"/>
                    </a:lnTo>
                    <a:cubicBezTo>
                      <a:pt x="217361" y="198596"/>
                      <a:pt x="211550" y="262890"/>
                      <a:pt x="156496" y="262890"/>
                    </a:cubicBezTo>
                    <a:lnTo>
                      <a:pt x="124873" y="262890"/>
                    </a:lnTo>
                    <a:lnTo>
                      <a:pt x="124873" y="162687"/>
                    </a:lnTo>
                    <a:lnTo>
                      <a:pt x="136112" y="162687"/>
                    </a:lnTo>
                    <a:cubicBezTo>
                      <a:pt x="149352" y="162687"/>
                      <a:pt x="159925" y="173355"/>
                      <a:pt x="159925" y="186500"/>
                    </a:cubicBezTo>
                    <a:lnTo>
                      <a:pt x="159925" y="198406"/>
                    </a:lnTo>
                    <a:lnTo>
                      <a:pt x="191071" y="198406"/>
                    </a:lnTo>
                    <a:lnTo>
                      <a:pt x="191071" y="95631"/>
                    </a:lnTo>
                    <a:lnTo>
                      <a:pt x="159925" y="95631"/>
                    </a:lnTo>
                    <a:lnTo>
                      <a:pt x="159925" y="107537"/>
                    </a:lnTo>
                    <a:cubicBezTo>
                      <a:pt x="159925" y="120777"/>
                      <a:pt x="149352" y="131350"/>
                      <a:pt x="136112" y="131350"/>
                    </a:cubicBezTo>
                    <a:lnTo>
                      <a:pt x="124873" y="131350"/>
                    </a:lnTo>
                    <a:lnTo>
                      <a:pt x="124873" y="31147"/>
                    </a:lnTo>
                    <a:lnTo>
                      <a:pt x="156496" y="31147"/>
                    </a:lnTo>
                    <a:cubicBezTo>
                      <a:pt x="211455" y="31147"/>
                      <a:pt x="217361" y="95441"/>
                      <a:pt x="217361" y="95441"/>
                    </a:cubicBezTo>
                    <a:lnTo>
                      <a:pt x="248983" y="95441"/>
                    </a:lnTo>
                    <a:lnTo>
                      <a:pt x="248983" y="0"/>
                    </a:lnTo>
                    <a:lnTo>
                      <a:pt x="0" y="0"/>
                    </a:lnTo>
                    <a:lnTo>
                      <a:pt x="0" y="31337"/>
                    </a:lnTo>
                    <a:lnTo>
                      <a:pt x="7144" y="31337"/>
                    </a:lnTo>
                    <a:cubicBezTo>
                      <a:pt x="20098" y="31337"/>
                      <a:pt x="30766" y="42005"/>
                      <a:pt x="30766" y="54959"/>
                    </a:cubicBezTo>
                    <a:lnTo>
                      <a:pt x="30766" y="239173"/>
                    </a:lnTo>
                    <a:cubicBezTo>
                      <a:pt x="30766" y="252127"/>
                      <a:pt x="20193" y="262795"/>
                      <a:pt x="7144" y="262795"/>
                    </a:cubicBezTo>
                    <a:lnTo>
                      <a:pt x="0" y="262795"/>
                    </a:lnTo>
                    <a:lnTo>
                      <a:pt x="0" y="293942"/>
                    </a:lnTo>
                    <a:lnTo>
                      <a:pt x="248983" y="294132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9" name="Freihandform: Form 48">
                <a:extLst>
                  <a:ext uri="{FF2B5EF4-FFF2-40B4-BE49-F238E27FC236}">
                    <a16:creationId xmlns:a16="http://schemas.microsoft.com/office/drawing/2014/main" id="{86EE44F4-3B89-690C-7585-754865630021}"/>
                  </a:ext>
                </a:extLst>
              </p:cNvPr>
              <p:cNvSpPr/>
              <p:nvPr/>
            </p:nvSpPr>
            <p:spPr>
              <a:xfrm>
                <a:off x="6217588" y="3134295"/>
                <a:ext cx="237562" cy="293941"/>
              </a:xfrm>
              <a:custGeom>
                <a:avLst/>
                <a:gdLst>
                  <a:gd name="connsiteX0" fmla="*/ 133586 w 237562"/>
                  <a:gd name="connsiteY0" fmla="*/ 30956 h 293941"/>
                  <a:gd name="connsiteX1" fmla="*/ 201976 w 237562"/>
                  <a:gd name="connsiteY1" fmla="*/ 95250 h 293941"/>
                  <a:gd name="connsiteX2" fmla="*/ 232551 w 237562"/>
                  <a:gd name="connsiteY2" fmla="*/ 95250 h 293941"/>
                  <a:gd name="connsiteX3" fmla="*/ 232551 w 237562"/>
                  <a:gd name="connsiteY3" fmla="*/ 0 h 293941"/>
                  <a:gd name="connsiteX4" fmla="*/ 6713 w 237562"/>
                  <a:gd name="connsiteY4" fmla="*/ 0 h 293941"/>
                  <a:gd name="connsiteX5" fmla="*/ 64339 w 237562"/>
                  <a:gd name="connsiteY5" fmla="*/ 151733 h 293941"/>
                  <a:gd name="connsiteX6" fmla="*/ 132348 w 237562"/>
                  <a:gd name="connsiteY6" fmla="*/ 262795 h 293941"/>
                  <a:gd name="connsiteX7" fmla="*/ 94248 w 237562"/>
                  <a:gd name="connsiteY7" fmla="*/ 262795 h 293941"/>
                  <a:gd name="connsiteX8" fmla="*/ 33383 w 237562"/>
                  <a:gd name="connsiteY8" fmla="*/ 198501 h 293941"/>
                  <a:gd name="connsiteX9" fmla="*/ 1760 w 237562"/>
                  <a:gd name="connsiteY9" fmla="*/ 198501 h 293941"/>
                  <a:gd name="connsiteX10" fmla="*/ 1760 w 237562"/>
                  <a:gd name="connsiteY10" fmla="*/ 293942 h 293941"/>
                  <a:gd name="connsiteX11" fmla="*/ 229312 w 237562"/>
                  <a:gd name="connsiteY11" fmla="*/ 293942 h 293941"/>
                  <a:gd name="connsiteX12" fmla="*/ 168257 w 237562"/>
                  <a:gd name="connsiteY12" fmla="*/ 133731 h 293941"/>
                  <a:gd name="connsiteX13" fmla="*/ 104821 w 237562"/>
                  <a:gd name="connsiteY13" fmla="*/ 30671 h 293941"/>
                  <a:gd name="connsiteX14" fmla="*/ 133586 w 237562"/>
                  <a:gd name="connsiteY14" fmla="*/ 30861 h 293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37562" h="293941">
                    <a:moveTo>
                      <a:pt x="133586" y="30956"/>
                    </a:moveTo>
                    <a:cubicBezTo>
                      <a:pt x="197023" y="30956"/>
                      <a:pt x="201976" y="95250"/>
                      <a:pt x="201976" y="95250"/>
                    </a:cubicBezTo>
                    <a:lnTo>
                      <a:pt x="232551" y="95250"/>
                    </a:lnTo>
                    <a:lnTo>
                      <a:pt x="232551" y="0"/>
                    </a:lnTo>
                    <a:lnTo>
                      <a:pt x="6713" y="0"/>
                    </a:lnTo>
                    <a:cubicBezTo>
                      <a:pt x="6713" y="0"/>
                      <a:pt x="-29006" y="46768"/>
                      <a:pt x="64339" y="151733"/>
                    </a:cubicBezTo>
                    <a:cubicBezTo>
                      <a:pt x="64339" y="151733"/>
                      <a:pt x="130538" y="228981"/>
                      <a:pt x="132348" y="262795"/>
                    </a:cubicBezTo>
                    <a:lnTo>
                      <a:pt x="94248" y="262795"/>
                    </a:lnTo>
                    <a:cubicBezTo>
                      <a:pt x="39289" y="262795"/>
                      <a:pt x="33383" y="198501"/>
                      <a:pt x="33383" y="198501"/>
                    </a:cubicBezTo>
                    <a:lnTo>
                      <a:pt x="1760" y="198501"/>
                    </a:lnTo>
                    <a:lnTo>
                      <a:pt x="1760" y="293942"/>
                    </a:lnTo>
                    <a:lnTo>
                      <a:pt x="229312" y="293942"/>
                    </a:lnTo>
                    <a:cubicBezTo>
                      <a:pt x="229312" y="293942"/>
                      <a:pt x="270651" y="249365"/>
                      <a:pt x="168257" y="133731"/>
                    </a:cubicBezTo>
                    <a:cubicBezTo>
                      <a:pt x="168257" y="133731"/>
                      <a:pt x="114536" y="78581"/>
                      <a:pt x="104821" y="30671"/>
                    </a:cubicBezTo>
                    <a:lnTo>
                      <a:pt x="133586" y="3086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50" name="Freihandform: Form 49">
                <a:extLst>
                  <a:ext uri="{FF2B5EF4-FFF2-40B4-BE49-F238E27FC236}">
                    <a16:creationId xmlns:a16="http://schemas.microsoft.com/office/drawing/2014/main" id="{18F79DB6-5A06-4B88-29B1-CE2643D965B8}"/>
                  </a:ext>
                </a:extLst>
              </p:cNvPr>
              <p:cNvSpPr/>
              <p:nvPr/>
            </p:nvSpPr>
            <p:spPr>
              <a:xfrm>
                <a:off x="6481716" y="3134295"/>
                <a:ext cx="237562" cy="293941"/>
              </a:xfrm>
              <a:custGeom>
                <a:avLst/>
                <a:gdLst>
                  <a:gd name="connsiteX0" fmla="*/ 133586 w 237562"/>
                  <a:gd name="connsiteY0" fmla="*/ 30956 h 293941"/>
                  <a:gd name="connsiteX1" fmla="*/ 201976 w 237562"/>
                  <a:gd name="connsiteY1" fmla="*/ 95250 h 293941"/>
                  <a:gd name="connsiteX2" fmla="*/ 232265 w 237562"/>
                  <a:gd name="connsiteY2" fmla="*/ 95250 h 293941"/>
                  <a:gd name="connsiteX3" fmla="*/ 232265 w 237562"/>
                  <a:gd name="connsiteY3" fmla="*/ 0 h 293941"/>
                  <a:gd name="connsiteX4" fmla="*/ 6713 w 237562"/>
                  <a:gd name="connsiteY4" fmla="*/ 0 h 293941"/>
                  <a:gd name="connsiteX5" fmla="*/ 64339 w 237562"/>
                  <a:gd name="connsiteY5" fmla="*/ 151733 h 293941"/>
                  <a:gd name="connsiteX6" fmla="*/ 132348 w 237562"/>
                  <a:gd name="connsiteY6" fmla="*/ 262795 h 293941"/>
                  <a:gd name="connsiteX7" fmla="*/ 94248 w 237562"/>
                  <a:gd name="connsiteY7" fmla="*/ 262795 h 293941"/>
                  <a:gd name="connsiteX8" fmla="*/ 33383 w 237562"/>
                  <a:gd name="connsiteY8" fmla="*/ 198501 h 293941"/>
                  <a:gd name="connsiteX9" fmla="*/ 1760 w 237562"/>
                  <a:gd name="connsiteY9" fmla="*/ 198501 h 293941"/>
                  <a:gd name="connsiteX10" fmla="*/ 1760 w 237562"/>
                  <a:gd name="connsiteY10" fmla="*/ 293942 h 293941"/>
                  <a:gd name="connsiteX11" fmla="*/ 229313 w 237562"/>
                  <a:gd name="connsiteY11" fmla="*/ 293942 h 293941"/>
                  <a:gd name="connsiteX12" fmla="*/ 168257 w 237562"/>
                  <a:gd name="connsiteY12" fmla="*/ 133731 h 293941"/>
                  <a:gd name="connsiteX13" fmla="*/ 104821 w 237562"/>
                  <a:gd name="connsiteY13" fmla="*/ 30671 h 293941"/>
                  <a:gd name="connsiteX14" fmla="*/ 133586 w 237562"/>
                  <a:gd name="connsiteY14" fmla="*/ 30861 h 293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37562" h="293941">
                    <a:moveTo>
                      <a:pt x="133586" y="30956"/>
                    </a:moveTo>
                    <a:cubicBezTo>
                      <a:pt x="196832" y="30956"/>
                      <a:pt x="201976" y="95250"/>
                      <a:pt x="201976" y="95250"/>
                    </a:cubicBezTo>
                    <a:lnTo>
                      <a:pt x="232265" y="95250"/>
                    </a:lnTo>
                    <a:lnTo>
                      <a:pt x="232265" y="0"/>
                    </a:lnTo>
                    <a:lnTo>
                      <a:pt x="6713" y="0"/>
                    </a:lnTo>
                    <a:cubicBezTo>
                      <a:pt x="6713" y="0"/>
                      <a:pt x="-29006" y="46768"/>
                      <a:pt x="64339" y="151733"/>
                    </a:cubicBezTo>
                    <a:cubicBezTo>
                      <a:pt x="64339" y="151733"/>
                      <a:pt x="130538" y="228981"/>
                      <a:pt x="132348" y="262795"/>
                    </a:cubicBezTo>
                    <a:lnTo>
                      <a:pt x="94248" y="262795"/>
                    </a:lnTo>
                    <a:cubicBezTo>
                      <a:pt x="39289" y="262795"/>
                      <a:pt x="33383" y="198501"/>
                      <a:pt x="33383" y="198501"/>
                    </a:cubicBezTo>
                    <a:lnTo>
                      <a:pt x="1760" y="198501"/>
                    </a:lnTo>
                    <a:lnTo>
                      <a:pt x="1760" y="293942"/>
                    </a:lnTo>
                    <a:lnTo>
                      <a:pt x="229313" y="293942"/>
                    </a:lnTo>
                    <a:cubicBezTo>
                      <a:pt x="229313" y="293942"/>
                      <a:pt x="270651" y="249365"/>
                      <a:pt x="168257" y="133731"/>
                    </a:cubicBezTo>
                    <a:cubicBezTo>
                      <a:pt x="168257" y="133731"/>
                      <a:pt x="114536" y="78581"/>
                      <a:pt x="104821" y="30671"/>
                    </a:cubicBezTo>
                    <a:lnTo>
                      <a:pt x="133586" y="3086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</p:grpSp>
      </p:grpSp>
      <p:grpSp>
        <p:nvGrpSpPr>
          <p:cNvPr id="42" name="Gruppieren 41">
            <a:extLst>
              <a:ext uri="{FF2B5EF4-FFF2-40B4-BE49-F238E27FC236}">
                <a16:creationId xmlns:a16="http://schemas.microsoft.com/office/drawing/2014/main" id="{B310EB87-B4E4-20B8-A1E1-84E83674D4DA}"/>
              </a:ext>
            </a:extLst>
          </p:cNvPr>
          <p:cNvGrpSpPr/>
          <p:nvPr userDrawn="1"/>
        </p:nvGrpSpPr>
        <p:grpSpPr>
          <a:xfrm>
            <a:off x="307324" y="-697715"/>
            <a:ext cx="11367557" cy="411958"/>
            <a:chOff x="307324" y="6944501"/>
            <a:chExt cx="11367557" cy="411958"/>
          </a:xfrm>
        </p:grpSpPr>
        <p:grpSp>
          <p:nvGrpSpPr>
            <p:cNvPr id="51" name="Gruppieren 50">
              <a:extLst>
                <a:ext uri="{FF2B5EF4-FFF2-40B4-BE49-F238E27FC236}">
                  <a16:creationId xmlns:a16="http://schemas.microsoft.com/office/drawing/2014/main" id="{26FF8089-449A-01AE-886E-AA00F67A418F}"/>
                </a:ext>
              </a:extLst>
            </p:cNvPr>
            <p:cNvGrpSpPr/>
            <p:nvPr/>
          </p:nvGrpSpPr>
          <p:grpSpPr>
            <a:xfrm rot="16200000">
              <a:off x="205653" y="7046174"/>
              <a:ext cx="411956" cy="208614"/>
              <a:chOff x="-615197" y="4303061"/>
              <a:chExt cx="411956" cy="208614"/>
            </a:xfrm>
          </p:grpSpPr>
          <p:cxnSp>
            <p:nvCxnSpPr>
              <p:cNvPr id="62" name="Gerader Verbinder 61">
                <a:extLst>
                  <a:ext uri="{FF2B5EF4-FFF2-40B4-BE49-F238E27FC236}">
                    <a16:creationId xmlns:a16="http://schemas.microsoft.com/office/drawing/2014/main" id="{8ADCCB1F-6387-84DB-9BF4-063856C53E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Textfeld 62">
                <a:extLst>
                  <a:ext uri="{FF2B5EF4-FFF2-40B4-BE49-F238E27FC236}">
                    <a16:creationId xmlns:a16="http://schemas.microsoft.com/office/drawing/2014/main" id="{8CB94D27-944E-ABCF-3784-0BF0EE4B3CB0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15.50</a:t>
                </a:r>
              </a:p>
            </p:txBody>
          </p:sp>
        </p:grpSp>
        <p:grpSp>
          <p:nvGrpSpPr>
            <p:cNvPr id="52" name="Gruppieren 51">
              <a:extLst>
                <a:ext uri="{FF2B5EF4-FFF2-40B4-BE49-F238E27FC236}">
                  <a16:creationId xmlns:a16="http://schemas.microsoft.com/office/drawing/2014/main" id="{2BE04FD3-833C-C152-D4F0-A276CC689578}"/>
                </a:ext>
              </a:extLst>
            </p:cNvPr>
            <p:cNvGrpSpPr/>
            <p:nvPr/>
          </p:nvGrpSpPr>
          <p:grpSpPr>
            <a:xfrm rot="16200000">
              <a:off x="5641253" y="7046174"/>
              <a:ext cx="411956" cy="208614"/>
              <a:chOff x="-615197" y="4303061"/>
              <a:chExt cx="411956" cy="208614"/>
            </a:xfrm>
          </p:grpSpPr>
          <p:cxnSp>
            <p:nvCxnSpPr>
              <p:cNvPr id="60" name="Gerader Verbinder 59">
                <a:extLst>
                  <a:ext uri="{FF2B5EF4-FFF2-40B4-BE49-F238E27FC236}">
                    <a16:creationId xmlns:a16="http://schemas.microsoft.com/office/drawing/2014/main" id="{3E1CE66A-4A73-032E-6416-C16CA2FFD7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" name="Textfeld 60">
                <a:extLst>
                  <a:ext uri="{FF2B5EF4-FFF2-40B4-BE49-F238E27FC236}">
                    <a16:creationId xmlns:a16="http://schemas.microsoft.com/office/drawing/2014/main" id="{B9CBA935-B5CB-1F76-7855-34F80DC503EA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00.40</a:t>
                </a:r>
              </a:p>
            </p:txBody>
          </p:sp>
        </p:grpSp>
        <p:grpSp>
          <p:nvGrpSpPr>
            <p:cNvPr id="53" name="Gruppieren 52">
              <a:extLst>
                <a:ext uri="{FF2B5EF4-FFF2-40B4-BE49-F238E27FC236}">
                  <a16:creationId xmlns:a16="http://schemas.microsoft.com/office/drawing/2014/main" id="{C8DED1BF-ECF0-337C-0DEF-88B09EF6477D}"/>
                </a:ext>
              </a:extLst>
            </p:cNvPr>
            <p:cNvGrpSpPr/>
            <p:nvPr/>
          </p:nvGrpSpPr>
          <p:grpSpPr>
            <a:xfrm rot="5400000">
              <a:off x="6093326" y="7050196"/>
              <a:ext cx="411957" cy="200568"/>
              <a:chOff x="-615198" y="4354167"/>
              <a:chExt cx="411957" cy="200568"/>
            </a:xfrm>
          </p:grpSpPr>
          <p:cxnSp>
            <p:nvCxnSpPr>
              <p:cNvPr id="58" name="Gerader Verbinder 57">
                <a:extLst>
                  <a:ext uri="{FF2B5EF4-FFF2-40B4-BE49-F238E27FC236}">
                    <a16:creationId xmlns:a16="http://schemas.microsoft.com/office/drawing/2014/main" id="{87E7AD87-0E77-F663-B15C-A13C08F49E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Textfeld 58">
                <a:extLst>
                  <a:ext uri="{FF2B5EF4-FFF2-40B4-BE49-F238E27FC236}">
                    <a16:creationId xmlns:a16="http://schemas.microsoft.com/office/drawing/2014/main" id="{5ED3A128-B06A-E49A-5870-8B386EB6FED3}"/>
                  </a:ext>
                </a:extLst>
              </p:cNvPr>
              <p:cNvSpPr txBox="1"/>
              <p:nvPr/>
            </p:nvSpPr>
            <p:spPr>
              <a:xfrm rot="10800000">
                <a:off x="-615198" y="4354167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00.40</a:t>
                </a:r>
              </a:p>
            </p:txBody>
          </p:sp>
        </p:grpSp>
        <p:cxnSp>
          <p:nvCxnSpPr>
            <p:cNvPr id="54" name="Gerader Verbinder 53">
              <a:extLst>
                <a:ext uri="{FF2B5EF4-FFF2-40B4-BE49-F238E27FC236}">
                  <a16:creationId xmlns:a16="http://schemas.microsoft.com/office/drawing/2014/main" id="{C3742B77-1A5D-D06B-28CC-4237C5A9140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890022" y="7150480"/>
              <a:ext cx="411956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5" name="Gruppieren 54">
              <a:extLst>
                <a:ext uri="{FF2B5EF4-FFF2-40B4-BE49-F238E27FC236}">
                  <a16:creationId xmlns:a16="http://schemas.microsoft.com/office/drawing/2014/main" id="{1EC58AC4-548C-F4AD-6184-0B992FCA4729}"/>
                </a:ext>
              </a:extLst>
            </p:cNvPr>
            <p:cNvGrpSpPr/>
            <p:nvPr/>
          </p:nvGrpSpPr>
          <p:grpSpPr>
            <a:xfrm rot="16200000">
              <a:off x="11364596" y="7046174"/>
              <a:ext cx="411956" cy="208614"/>
              <a:chOff x="-615197" y="4303061"/>
              <a:chExt cx="411956" cy="208614"/>
            </a:xfrm>
          </p:grpSpPr>
          <p:cxnSp>
            <p:nvCxnSpPr>
              <p:cNvPr id="56" name="Gerader Verbinder 55">
                <a:extLst>
                  <a:ext uri="{FF2B5EF4-FFF2-40B4-BE49-F238E27FC236}">
                    <a16:creationId xmlns:a16="http://schemas.microsoft.com/office/drawing/2014/main" id="{46C75674-FF40-C37B-351B-C463F10F43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Textfeld 56">
                <a:extLst>
                  <a:ext uri="{FF2B5EF4-FFF2-40B4-BE49-F238E27FC236}">
                    <a16:creationId xmlns:a16="http://schemas.microsoft.com/office/drawing/2014/main" id="{2AC26139-CBE9-F281-E003-67445450E0EC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15.50</a:t>
                </a:r>
              </a:p>
            </p:txBody>
          </p:sp>
        </p:grpSp>
      </p:grpSp>
      <p:grpSp>
        <p:nvGrpSpPr>
          <p:cNvPr id="64" name="Gruppieren 63">
            <a:extLst>
              <a:ext uri="{FF2B5EF4-FFF2-40B4-BE49-F238E27FC236}">
                <a16:creationId xmlns:a16="http://schemas.microsoft.com/office/drawing/2014/main" id="{40A2EAB0-4A20-8C79-818A-087BF3EAB1E9}"/>
              </a:ext>
            </a:extLst>
          </p:cNvPr>
          <p:cNvGrpSpPr/>
          <p:nvPr userDrawn="1"/>
        </p:nvGrpSpPr>
        <p:grpSpPr>
          <a:xfrm>
            <a:off x="-697714" y="80201"/>
            <a:ext cx="411956" cy="6713707"/>
            <a:chOff x="-502267" y="80201"/>
            <a:chExt cx="411956" cy="6713707"/>
          </a:xfrm>
        </p:grpSpPr>
        <p:grpSp>
          <p:nvGrpSpPr>
            <p:cNvPr id="65" name="Gruppieren 64">
              <a:extLst>
                <a:ext uri="{FF2B5EF4-FFF2-40B4-BE49-F238E27FC236}">
                  <a16:creationId xmlns:a16="http://schemas.microsoft.com/office/drawing/2014/main" id="{23424155-FDB8-F46B-7849-9497D60642AE}"/>
                </a:ext>
              </a:extLst>
            </p:cNvPr>
            <p:cNvGrpSpPr/>
            <p:nvPr/>
          </p:nvGrpSpPr>
          <p:grpSpPr>
            <a:xfrm>
              <a:off x="-502267" y="6593340"/>
              <a:ext cx="411956" cy="200568"/>
              <a:chOff x="-615197" y="4452994"/>
              <a:chExt cx="411956" cy="200568"/>
            </a:xfrm>
          </p:grpSpPr>
          <p:sp>
            <p:nvSpPr>
              <p:cNvPr id="81" name="Textfeld 80">
                <a:extLst>
                  <a:ext uri="{FF2B5EF4-FFF2-40B4-BE49-F238E27FC236}">
                    <a16:creationId xmlns:a16="http://schemas.microsoft.com/office/drawing/2014/main" id="{2AF3AF67-A613-B2B3-CFA7-380D30CB779B}"/>
                  </a:ext>
                </a:extLst>
              </p:cNvPr>
              <p:cNvSpPr txBox="1"/>
              <p:nvPr/>
            </p:nvSpPr>
            <p:spPr>
              <a:xfrm>
                <a:off x="-615197" y="4452994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08.92</a:t>
                </a:r>
              </a:p>
            </p:txBody>
          </p:sp>
          <p:cxnSp>
            <p:nvCxnSpPr>
              <p:cNvPr id="82" name="Gerader Verbinder 81">
                <a:extLst>
                  <a:ext uri="{FF2B5EF4-FFF2-40B4-BE49-F238E27FC236}">
                    <a16:creationId xmlns:a16="http://schemas.microsoft.com/office/drawing/2014/main" id="{45A4FBAF-4839-A074-A01E-343B2000C1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497389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6" name="Gruppieren 65">
              <a:extLst>
                <a:ext uri="{FF2B5EF4-FFF2-40B4-BE49-F238E27FC236}">
                  <a16:creationId xmlns:a16="http://schemas.microsoft.com/office/drawing/2014/main" id="{95CE1027-BCA3-F0C4-865C-6A32A8062478}"/>
                </a:ext>
              </a:extLst>
            </p:cNvPr>
            <p:cNvGrpSpPr/>
            <p:nvPr/>
          </p:nvGrpSpPr>
          <p:grpSpPr>
            <a:xfrm>
              <a:off x="-502267" y="5876163"/>
              <a:ext cx="411956" cy="216662"/>
              <a:chOff x="-615197" y="4295013"/>
              <a:chExt cx="411956" cy="216662"/>
            </a:xfrm>
          </p:grpSpPr>
          <p:cxnSp>
            <p:nvCxnSpPr>
              <p:cNvPr id="79" name="Gerader Verbinder 78">
                <a:extLst>
                  <a:ext uri="{FF2B5EF4-FFF2-40B4-BE49-F238E27FC236}">
                    <a16:creationId xmlns:a16="http://schemas.microsoft.com/office/drawing/2014/main" id="{29FD6367-1F46-0F45-D5F9-966F95A3B4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0" name="Textfeld 79">
                <a:extLst>
                  <a:ext uri="{FF2B5EF4-FFF2-40B4-BE49-F238E27FC236}">
                    <a16:creationId xmlns:a16="http://schemas.microsoft.com/office/drawing/2014/main" id="{8D904285-BF4F-20ED-FDBF-EB067000458B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07.40</a:t>
                </a:r>
              </a:p>
            </p:txBody>
          </p:sp>
        </p:grpSp>
        <p:grpSp>
          <p:nvGrpSpPr>
            <p:cNvPr id="67" name="Gruppieren 66">
              <a:extLst>
                <a:ext uri="{FF2B5EF4-FFF2-40B4-BE49-F238E27FC236}">
                  <a16:creationId xmlns:a16="http://schemas.microsoft.com/office/drawing/2014/main" id="{8DF26EB8-A2FE-0927-043A-AFA7F89AB4CA}"/>
                </a:ext>
              </a:extLst>
            </p:cNvPr>
            <p:cNvGrpSpPr/>
            <p:nvPr/>
          </p:nvGrpSpPr>
          <p:grpSpPr>
            <a:xfrm>
              <a:off x="-502267" y="3212338"/>
              <a:ext cx="411956" cy="216662"/>
              <a:chOff x="-615197" y="4295013"/>
              <a:chExt cx="411956" cy="216662"/>
            </a:xfrm>
          </p:grpSpPr>
          <p:cxnSp>
            <p:nvCxnSpPr>
              <p:cNvPr id="77" name="Gerader Verbinder 76">
                <a:extLst>
                  <a:ext uri="{FF2B5EF4-FFF2-40B4-BE49-F238E27FC236}">
                    <a16:creationId xmlns:a16="http://schemas.microsoft.com/office/drawing/2014/main" id="{9C496343-D12B-0E7E-3B5F-86DE9B2D07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8" name="Textfeld 77">
                <a:extLst>
                  <a:ext uri="{FF2B5EF4-FFF2-40B4-BE49-F238E27FC236}">
                    <a16:creationId xmlns:a16="http://schemas.microsoft.com/office/drawing/2014/main" id="{8464BC33-65CB-E2F5-33E5-BA13AF8FCEE9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00.00</a:t>
                </a:r>
              </a:p>
            </p:txBody>
          </p:sp>
        </p:grpSp>
        <p:grpSp>
          <p:nvGrpSpPr>
            <p:cNvPr id="68" name="Gruppieren 67">
              <a:extLst>
                <a:ext uri="{FF2B5EF4-FFF2-40B4-BE49-F238E27FC236}">
                  <a16:creationId xmlns:a16="http://schemas.microsoft.com/office/drawing/2014/main" id="{C2811842-785E-ABB7-56D9-D26F13711801}"/>
                </a:ext>
              </a:extLst>
            </p:cNvPr>
            <p:cNvGrpSpPr/>
            <p:nvPr/>
          </p:nvGrpSpPr>
          <p:grpSpPr>
            <a:xfrm>
              <a:off x="-502267" y="835851"/>
              <a:ext cx="411956" cy="216662"/>
              <a:chOff x="-615197" y="4295013"/>
              <a:chExt cx="411956" cy="216662"/>
            </a:xfrm>
          </p:grpSpPr>
          <p:cxnSp>
            <p:nvCxnSpPr>
              <p:cNvPr id="75" name="Gerader Verbinder 74">
                <a:extLst>
                  <a:ext uri="{FF2B5EF4-FFF2-40B4-BE49-F238E27FC236}">
                    <a16:creationId xmlns:a16="http://schemas.microsoft.com/office/drawing/2014/main" id="{FFA3CDF8-A3D3-1C34-1451-FCF7F5298D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6" name="Textfeld 75">
                <a:extLst>
                  <a:ext uri="{FF2B5EF4-FFF2-40B4-BE49-F238E27FC236}">
                    <a16:creationId xmlns:a16="http://schemas.microsoft.com/office/drawing/2014/main" id="{B046331B-A35D-264A-160C-84D5B9831AA0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06.60</a:t>
                </a:r>
              </a:p>
            </p:txBody>
          </p:sp>
        </p:grpSp>
        <p:grpSp>
          <p:nvGrpSpPr>
            <p:cNvPr id="69" name="Gruppieren 68">
              <a:extLst>
                <a:ext uri="{FF2B5EF4-FFF2-40B4-BE49-F238E27FC236}">
                  <a16:creationId xmlns:a16="http://schemas.microsoft.com/office/drawing/2014/main" id="{370BDE1F-BD3B-BE32-FC98-2673F47B2CB3}"/>
                </a:ext>
              </a:extLst>
            </p:cNvPr>
            <p:cNvGrpSpPr/>
            <p:nvPr/>
          </p:nvGrpSpPr>
          <p:grpSpPr>
            <a:xfrm>
              <a:off x="-502267" y="1412113"/>
              <a:ext cx="411956" cy="216662"/>
              <a:chOff x="-615197" y="4295013"/>
              <a:chExt cx="411956" cy="216662"/>
            </a:xfrm>
          </p:grpSpPr>
          <p:cxnSp>
            <p:nvCxnSpPr>
              <p:cNvPr id="73" name="Gerader Verbinder 72">
                <a:extLst>
                  <a:ext uri="{FF2B5EF4-FFF2-40B4-BE49-F238E27FC236}">
                    <a16:creationId xmlns:a16="http://schemas.microsoft.com/office/drawing/2014/main" id="{2A080E99-0CA9-A1B3-65AF-9BEE66901C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" name="Textfeld 73">
                <a:extLst>
                  <a:ext uri="{FF2B5EF4-FFF2-40B4-BE49-F238E27FC236}">
                    <a16:creationId xmlns:a16="http://schemas.microsoft.com/office/drawing/2014/main" id="{CBDCD781-5D06-C7E4-B2BA-C14D38002A67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05.00</a:t>
                </a:r>
              </a:p>
            </p:txBody>
          </p:sp>
        </p:grpSp>
        <p:grpSp>
          <p:nvGrpSpPr>
            <p:cNvPr id="70" name="Gruppieren 69">
              <a:extLst>
                <a:ext uri="{FF2B5EF4-FFF2-40B4-BE49-F238E27FC236}">
                  <a16:creationId xmlns:a16="http://schemas.microsoft.com/office/drawing/2014/main" id="{158131F4-FC8C-20AF-3940-F27C16A33C29}"/>
                </a:ext>
              </a:extLst>
            </p:cNvPr>
            <p:cNvGrpSpPr/>
            <p:nvPr/>
          </p:nvGrpSpPr>
          <p:grpSpPr>
            <a:xfrm>
              <a:off x="-502267" y="80201"/>
              <a:ext cx="411956" cy="216662"/>
              <a:chOff x="-615197" y="4258501"/>
              <a:chExt cx="411956" cy="216662"/>
            </a:xfrm>
          </p:grpSpPr>
          <p:cxnSp>
            <p:nvCxnSpPr>
              <p:cNvPr id="71" name="Gerader Verbinder 70">
                <a:extLst>
                  <a:ext uri="{FF2B5EF4-FFF2-40B4-BE49-F238E27FC236}">
                    <a16:creationId xmlns:a16="http://schemas.microsoft.com/office/drawing/2014/main" id="{831FB0C6-62FB-8EA0-B6FF-6A72E2CBD3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475163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Textfeld 71">
                <a:extLst>
                  <a:ext uri="{FF2B5EF4-FFF2-40B4-BE49-F238E27FC236}">
                    <a16:creationId xmlns:a16="http://schemas.microsoft.com/office/drawing/2014/main" id="{8FA34890-606A-F7E9-AB4B-169B902C0EE0}"/>
                  </a:ext>
                </a:extLst>
              </p:cNvPr>
              <p:cNvSpPr txBox="1"/>
              <p:nvPr/>
            </p:nvSpPr>
            <p:spPr>
              <a:xfrm>
                <a:off x="-615197" y="425850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08.70</a:t>
                </a:r>
              </a:p>
            </p:txBody>
          </p:sp>
        </p:grpSp>
      </p:grpSp>
      <p:grpSp>
        <p:nvGrpSpPr>
          <p:cNvPr id="83" name="Gruppieren 82">
            <a:extLst>
              <a:ext uri="{FF2B5EF4-FFF2-40B4-BE49-F238E27FC236}">
                <a16:creationId xmlns:a16="http://schemas.microsoft.com/office/drawing/2014/main" id="{B7160EA3-A9E3-27EA-CDE5-3EE8800179A2}"/>
              </a:ext>
            </a:extLst>
          </p:cNvPr>
          <p:cNvGrpSpPr/>
          <p:nvPr userDrawn="1"/>
        </p:nvGrpSpPr>
        <p:grpSpPr>
          <a:xfrm>
            <a:off x="11170442" y="299244"/>
            <a:ext cx="505400" cy="505400"/>
            <a:chOff x="5423248" y="2756248"/>
            <a:chExt cx="1349978" cy="1349978"/>
          </a:xfrm>
        </p:grpSpPr>
        <p:sp>
          <p:nvSpPr>
            <p:cNvPr id="84" name="Freihandform: Form 83">
              <a:extLst>
                <a:ext uri="{FF2B5EF4-FFF2-40B4-BE49-F238E27FC236}">
                  <a16:creationId xmlns:a16="http://schemas.microsoft.com/office/drawing/2014/main" id="{E9B4D648-23E3-D6F1-8996-F113F8BC4692}"/>
                </a:ext>
              </a:extLst>
            </p:cNvPr>
            <p:cNvSpPr/>
            <p:nvPr/>
          </p:nvSpPr>
          <p:spPr>
            <a:xfrm>
              <a:off x="5423248" y="2756248"/>
              <a:ext cx="1349978" cy="1349978"/>
            </a:xfrm>
            <a:custGeom>
              <a:avLst/>
              <a:gdLst>
                <a:gd name="connsiteX0" fmla="*/ 1349788 w 1349978"/>
                <a:gd name="connsiteY0" fmla="*/ 1349978 h 1349978"/>
                <a:gd name="connsiteX1" fmla="*/ 675037 w 1349978"/>
                <a:gd name="connsiteY1" fmla="*/ 1205389 h 1349978"/>
                <a:gd name="connsiteX2" fmla="*/ 0 w 1349978"/>
                <a:gd name="connsiteY2" fmla="*/ 1349978 h 1349978"/>
                <a:gd name="connsiteX3" fmla="*/ 0 w 1349978"/>
                <a:gd name="connsiteY3" fmla="*/ 0 h 1349978"/>
                <a:gd name="connsiteX4" fmla="*/ 1349978 w 1349978"/>
                <a:gd name="connsiteY4" fmla="*/ 0 h 1349978"/>
                <a:gd name="connsiteX5" fmla="*/ 1349788 w 1349978"/>
                <a:gd name="connsiteY5" fmla="*/ 1349978 h 1349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9978" h="1349978">
                  <a:moveTo>
                    <a:pt x="1349788" y="1349978"/>
                  </a:moveTo>
                  <a:cubicBezTo>
                    <a:pt x="1143953" y="1257110"/>
                    <a:pt x="915543" y="1205389"/>
                    <a:pt x="675037" y="1205389"/>
                  </a:cubicBezTo>
                  <a:cubicBezTo>
                    <a:pt x="434530" y="1205389"/>
                    <a:pt x="205835" y="1257110"/>
                    <a:pt x="0" y="1349978"/>
                  </a:cubicBezTo>
                  <a:lnTo>
                    <a:pt x="0" y="0"/>
                  </a:lnTo>
                  <a:lnTo>
                    <a:pt x="1349978" y="0"/>
                  </a:lnTo>
                  <a:lnTo>
                    <a:pt x="1349788" y="1349978"/>
                  </a:lnTo>
                  <a:close/>
                </a:path>
              </a:pathLst>
            </a:custGeom>
            <a:solidFill>
              <a:srgbClr val="0F2D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grpSp>
          <p:nvGrpSpPr>
            <p:cNvPr id="85" name="Grafik 31">
              <a:extLst>
                <a:ext uri="{FF2B5EF4-FFF2-40B4-BE49-F238E27FC236}">
                  <a16:creationId xmlns:a16="http://schemas.microsoft.com/office/drawing/2014/main" id="{DC8A7261-4FC8-CC2D-8547-91B4478A8AA5}"/>
                </a:ext>
              </a:extLst>
            </p:cNvPr>
            <p:cNvGrpSpPr/>
            <p:nvPr/>
          </p:nvGrpSpPr>
          <p:grpSpPr>
            <a:xfrm>
              <a:off x="5474985" y="3134295"/>
              <a:ext cx="1244293" cy="294132"/>
              <a:chOff x="5474985" y="3134295"/>
              <a:chExt cx="1244293" cy="294132"/>
            </a:xfrm>
            <a:solidFill>
              <a:srgbClr val="FFFFFF"/>
            </a:solidFill>
          </p:grpSpPr>
          <p:sp>
            <p:nvSpPr>
              <p:cNvPr id="86" name="Freihandform: Form 85">
                <a:extLst>
                  <a:ext uri="{FF2B5EF4-FFF2-40B4-BE49-F238E27FC236}">
                    <a16:creationId xmlns:a16="http://schemas.microsoft.com/office/drawing/2014/main" id="{38159B60-D013-FD2D-1E03-CC5EF701669D}"/>
                  </a:ext>
                </a:extLst>
              </p:cNvPr>
              <p:cNvSpPr/>
              <p:nvPr/>
            </p:nvSpPr>
            <p:spPr>
              <a:xfrm>
                <a:off x="5474985" y="3134295"/>
                <a:ext cx="247353" cy="293941"/>
              </a:xfrm>
              <a:custGeom>
                <a:avLst/>
                <a:gdLst>
                  <a:gd name="connsiteX0" fmla="*/ 109998 w 247353"/>
                  <a:gd name="connsiteY0" fmla="*/ 30956 h 293941"/>
                  <a:gd name="connsiteX1" fmla="*/ 41418 w 247353"/>
                  <a:gd name="connsiteY1" fmla="*/ 95250 h 293941"/>
                  <a:gd name="connsiteX2" fmla="*/ 11129 w 247353"/>
                  <a:gd name="connsiteY2" fmla="*/ 95250 h 293941"/>
                  <a:gd name="connsiteX3" fmla="*/ 11129 w 247353"/>
                  <a:gd name="connsiteY3" fmla="*/ 0 h 293941"/>
                  <a:gd name="connsiteX4" fmla="*/ 247349 w 247353"/>
                  <a:gd name="connsiteY4" fmla="*/ 0 h 293941"/>
                  <a:gd name="connsiteX5" fmla="*/ 179340 w 247353"/>
                  <a:gd name="connsiteY5" fmla="*/ 151733 h 293941"/>
                  <a:gd name="connsiteX6" fmla="*/ 111141 w 247353"/>
                  <a:gd name="connsiteY6" fmla="*/ 262795 h 293941"/>
                  <a:gd name="connsiteX7" fmla="*/ 149432 w 247353"/>
                  <a:gd name="connsiteY7" fmla="*/ 262795 h 293941"/>
                  <a:gd name="connsiteX8" fmla="*/ 210011 w 247353"/>
                  <a:gd name="connsiteY8" fmla="*/ 198501 h 293941"/>
                  <a:gd name="connsiteX9" fmla="*/ 241634 w 247353"/>
                  <a:gd name="connsiteY9" fmla="*/ 198501 h 293941"/>
                  <a:gd name="connsiteX10" fmla="*/ 241634 w 247353"/>
                  <a:gd name="connsiteY10" fmla="*/ 293942 h 293941"/>
                  <a:gd name="connsiteX11" fmla="*/ 270 w 247353"/>
                  <a:gd name="connsiteY11" fmla="*/ 293942 h 293941"/>
                  <a:gd name="connsiteX12" fmla="*/ 75137 w 247353"/>
                  <a:gd name="connsiteY12" fmla="*/ 133731 h 293941"/>
                  <a:gd name="connsiteX13" fmla="*/ 138573 w 247353"/>
                  <a:gd name="connsiteY13" fmla="*/ 30671 h 293941"/>
                  <a:gd name="connsiteX14" fmla="*/ 109998 w 247353"/>
                  <a:gd name="connsiteY14" fmla="*/ 30861 h 293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47353" h="293941">
                    <a:moveTo>
                      <a:pt x="109998" y="30956"/>
                    </a:moveTo>
                    <a:cubicBezTo>
                      <a:pt x="46562" y="30956"/>
                      <a:pt x="41418" y="95250"/>
                      <a:pt x="41418" y="95250"/>
                    </a:cubicBezTo>
                    <a:lnTo>
                      <a:pt x="11129" y="95250"/>
                    </a:lnTo>
                    <a:lnTo>
                      <a:pt x="11129" y="0"/>
                    </a:lnTo>
                    <a:lnTo>
                      <a:pt x="247349" y="0"/>
                    </a:lnTo>
                    <a:cubicBezTo>
                      <a:pt x="247349" y="0"/>
                      <a:pt x="249254" y="73628"/>
                      <a:pt x="179340" y="151733"/>
                    </a:cubicBezTo>
                    <a:cubicBezTo>
                      <a:pt x="179340" y="151733"/>
                      <a:pt x="112856" y="228981"/>
                      <a:pt x="111141" y="262795"/>
                    </a:cubicBezTo>
                    <a:lnTo>
                      <a:pt x="149432" y="262795"/>
                    </a:lnTo>
                    <a:cubicBezTo>
                      <a:pt x="204391" y="262795"/>
                      <a:pt x="210011" y="198501"/>
                      <a:pt x="210011" y="198501"/>
                    </a:cubicBezTo>
                    <a:lnTo>
                      <a:pt x="241634" y="198501"/>
                    </a:lnTo>
                    <a:lnTo>
                      <a:pt x="241634" y="293942"/>
                    </a:lnTo>
                    <a:lnTo>
                      <a:pt x="270" y="293942"/>
                    </a:lnTo>
                    <a:cubicBezTo>
                      <a:pt x="270" y="293942"/>
                      <a:pt x="-8588" y="221647"/>
                      <a:pt x="75137" y="133731"/>
                    </a:cubicBezTo>
                    <a:cubicBezTo>
                      <a:pt x="75137" y="133731"/>
                      <a:pt x="126667" y="76200"/>
                      <a:pt x="138573" y="30671"/>
                    </a:cubicBezTo>
                    <a:lnTo>
                      <a:pt x="109998" y="3086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87" name="Freihandform: Form 86">
                <a:extLst>
                  <a:ext uri="{FF2B5EF4-FFF2-40B4-BE49-F238E27FC236}">
                    <a16:creationId xmlns:a16="http://schemas.microsoft.com/office/drawing/2014/main" id="{2BDB3CD2-2803-0032-F937-0A392D546A4E}"/>
                  </a:ext>
                </a:extLst>
              </p:cNvPr>
              <p:cNvSpPr/>
              <p:nvPr/>
            </p:nvSpPr>
            <p:spPr>
              <a:xfrm>
                <a:off x="6030181" y="3134295"/>
                <a:ext cx="156495" cy="293750"/>
              </a:xfrm>
              <a:custGeom>
                <a:avLst/>
                <a:gdLst>
                  <a:gd name="connsiteX0" fmla="*/ 156496 w 156495"/>
                  <a:gd name="connsiteY0" fmla="*/ 293751 h 293750"/>
                  <a:gd name="connsiteX1" fmla="*/ 156496 w 156495"/>
                  <a:gd name="connsiteY1" fmla="*/ 262604 h 293750"/>
                  <a:gd name="connsiteX2" fmla="*/ 149352 w 156495"/>
                  <a:gd name="connsiteY2" fmla="*/ 262604 h 293750"/>
                  <a:gd name="connsiteX3" fmla="*/ 125730 w 156495"/>
                  <a:gd name="connsiteY3" fmla="*/ 238982 h 293750"/>
                  <a:gd name="connsiteX4" fmla="*/ 125730 w 156495"/>
                  <a:gd name="connsiteY4" fmla="*/ 54769 h 293750"/>
                  <a:gd name="connsiteX5" fmla="*/ 149352 w 156495"/>
                  <a:gd name="connsiteY5" fmla="*/ 31147 h 293750"/>
                  <a:gd name="connsiteX6" fmla="*/ 156496 w 156495"/>
                  <a:gd name="connsiteY6" fmla="*/ 31147 h 293750"/>
                  <a:gd name="connsiteX7" fmla="*/ 156496 w 156495"/>
                  <a:gd name="connsiteY7" fmla="*/ 0 h 293750"/>
                  <a:gd name="connsiteX8" fmla="*/ 0 w 156495"/>
                  <a:gd name="connsiteY8" fmla="*/ 0 h 293750"/>
                  <a:gd name="connsiteX9" fmla="*/ 0 w 156495"/>
                  <a:gd name="connsiteY9" fmla="*/ 31147 h 293750"/>
                  <a:gd name="connsiteX10" fmla="*/ 7144 w 156495"/>
                  <a:gd name="connsiteY10" fmla="*/ 31147 h 293750"/>
                  <a:gd name="connsiteX11" fmla="*/ 30956 w 156495"/>
                  <a:gd name="connsiteY11" fmla="*/ 54769 h 293750"/>
                  <a:gd name="connsiteX12" fmla="*/ 30956 w 156495"/>
                  <a:gd name="connsiteY12" fmla="*/ 238982 h 293750"/>
                  <a:gd name="connsiteX13" fmla="*/ 7144 w 156495"/>
                  <a:gd name="connsiteY13" fmla="*/ 262604 h 293750"/>
                  <a:gd name="connsiteX14" fmla="*/ 0 w 156495"/>
                  <a:gd name="connsiteY14" fmla="*/ 262604 h 293750"/>
                  <a:gd name="connsiteX15" fmla="*/ 0 w 156495"/>
                  <a:gd name="connsiteY15" fmla="*/ 293751 h 293750"/>
                  <a:gd name="connsiteX16" fmla="*/ 156496 w 156495"/>
                  <a:gd name="connsiteY16" fmla="*/ 293751 h 293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56495" h="293750">
                    <a:moveTo>
                      <a:pt x="156496" y="293751"/>
                    </a:moveTo>
                    <a:lnTo>
                      <a:pt x="156496" y="262604"/>
                    </a:lnTo>
                    <a:lnTo>
                      <a:pt x="149352" y="262604"/>
                    </a:lnTo>
                    <a:cubicBezTo>
                      <a:pt x="136398" y="262604"/>
                      <a:pt x="125730" y="251936"/>
                      <a:pt x="125730" y="238982"/>
                    </a:cubicBezTo>
                    <a:lnTo>
                      <a:pt x="125730" y="54769"/>
                    </a:lnTo>
                    <a:cubicBezTo>
                      <a:pt x="125730" y="41815"/>
                      <a:pt x="136303" y="31147"/>
                      <a:pt x="149352" y="31147"/>
                    </a:cubicBezTo>
                    <a:lnTo>
                      <a:pt x="156496" y="31147"/>
                    </a:lnTo>
                    <a:lnTo>
                      <a:pt x="156496" y="0"/>
                    </a:lnTo>
                    <a:lnTo>
                      <a:pt x="0" y="0"/>
                    </a:lnTo>
                    <a:lnTo>
                      <a:pt x="0" y="31147"/>
                    </a:lnTo>
                    <a:lnTo>
                      <a:pt x="7144" y="31147"/>
                    </a:lnTo>
                    <a:cubicBezTo>
                      <a:pt x="20383" y="31147"/>
                      <a:pt x="30956" y="41720"/>
                      <a:pt x="30956" y="54769"/>
                    </a:cubicBezTo>
                    <a:lnTo>
                      <a:pt x="30956" y="238982"/>
                    </a:lnTo>
                    <a:cubicBezTo>
                      <a:pt x="30956" y="251936"/>
                      <a:pt x="20383" y="262604"/>
                      <a:pt x="7144" y="262604"/>
                    </a:cubicBezTo>
                    <a:lnTo>
                      <a:pt x="0" y="262604"/>
                    </a:lnTo>
                    <a:lnTo>
                      <a:pt x="0" y="293751"/>
                    </a:lnTo>
                    <a:lnTo>
                      <a:pt x="156496" y="29375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88" name="Freihandform: Form 87">
                <a:extLst>
                  <a:ext uri="{FF2B5EF4-FFF2-40B4-BE49-F238E27FC236}">
                    <a16:creationId xmlns:a16="http://schemas.microsoft.com/office/drawing/2014/main" id="{26DC1641-1786-CBA3-16B1-BA7A24D4D648}"/>
                  </a:ext>
                </a:extLst>
              </p:cNvPr>
              <p:cNvSpPr/>
              <p:nvPr/>
            </p:nvSpPr>
            <p:spPr>
              <a:xfrm>
                <a:off x="5748718" y="3134295"/>
                <a:ext cx="248983" cy="294132"/>
              </a:xfrm>
              <a:custGeom>
                <a:avLst/>
                <a:gdLst>
                  <a:gd name="connsiteX0" fmla="*/ 248983 w 248983"/>
                  <a:gd name="connsiteY0" fmla="*/ 294037 h 294132"/>
                  <a:gd name="connsiteX1" fmla="*/ 248983 w 248983"/>
                  <a:gd name="connsiteY1" fmla="*/ 198596 h 294132"/>
                  <a:gd name="connsiteX2" fmla="*/ 217361 w 248983"/>
                  <a:gd name="connsiteY2" fmla="*/ 198596 h 294132"/>
                  <a:gd name="connsiteX3" fmla="*/ 156496 w 248983"/>
                  <a:gd name="connsiteY3" fmla="*/ 262890 h 294132"/>
                  <a:gd name="connsiteX4" fmla="*/ 124873 w 248983"/>
                  <a:gd name="connsiteY4" fmla="*/ 262890 h 294132"/>
                  <a:gd name="connsiteX5" fmla="*/ 124873 w 248983"/>
                  <a:gd name="connsiteY5" fmla="*/ 162687 h 294132"/>
                  <a:gd name="connsiteX6" fmla="*/ 136112 w 248983"/>
                  <a:gd name="connsiteY6" fmla="*/ 162687 h 294132"/>
                  <a:gd name="connsiteX7" fmla="*/ 159925 w 248983"/>
                  <a:gd name="connsiteY7" fmla="*/ 186500 h 294132"/>
                  <a:gd name="connsiteX8" fmla="*/ 159925 w 248983"/>
                  <a:gd name="connsiteY8" fmla="*/ 198406 h 294132"/>
                  <a:gd name="connsiteX9" fmla="*/ 191071 w 248983"/>
                  <a:gd name="connsiteY9" fmla="*/ 198406 h 294132"/>
                  <a:gd name="connsiteX10" fmla="*/ 191071 w 248983"/>
                  <a:gd name="connsiteY10" fmla="*/ 95631 h 294132"/>
                  <a:gd name="connsiteX11" fmla="*/ 159925 w 248983"/>
                  <a:gd name="connsiteY11" fmla="*/ 95631 h 294132"/>
                  <a:gd name="connsiteX12" fmla="*/ 159925 w 248983"/>
                  <a:gd name="connsiteY12" fmla="*/ 107537 h 294132"/>
                  <a:gd name="connsiteX13" fmla="*/ 136112 w 248983"/>
                  <a:gd name="connsiteY13" fmla="*/ 131350 h 294132"/>
                  <a:gd name="connsiteX14" fmla="*/ 124873 w 248983"/>
                  <a:gd name="connsiteY14" fmla="*/ 131350 h 294132"/>
                  <a:gd name="connsiteX15" fmla="*/ 124873 w 248983"/>
                  <a:gd name="connsiteY15" fmla="*/ 31147 h 294132"/>
                  <a:gd name="connsiteX16" fmla="*/ 156496 w 248983"/>
                  <a:gd name="connsiteY16" fmla="*/ 31147 h 294132"/>
                  <a:gd name="connsiteX17" fmla="*/ 217361 w 248983"/>
                  <a:gd name="connsiteY17" fmla="*/ 95441 h 294132"/>
                  <a:gd name="connsiteX18" fmla="*/ 248983 w 248983"/>
                  <a:gd name="connsiteY18" fmla="*/ 95441 h 294132"/>
                  <a:gd name="connsiteX19" fmla="*/ 248983 w 248983"/>
                  <a:gd name="connsiteY19" fmla="*/ 0 h 294132"/>
                  <a:gd name="connsiteX20" fmla="*/ 0 w 248983"/>
                  <a:gd name="connsiteY20" fmla="*/ 0 h 294132"/>
                  <a:gd name="connsiteX21" fmla="*/ 0 w 248983"/>
                  <a:gd name="connsiteY21" fmla="*/ 31337 h 294132"/>
                  <a:gd name="connsiteX22" fmla="*/ 7144 w 248983"/>
                  <a:gd name="connsiteY22" fmla="*/ 31337 h 294132"/>
                  <a:gd name="connsiteX23" fmla="*/ 30766 w 248983"/>
                  <a:gd name="connsiteY23" fmla="*/ 54959 h 294132"/>
                  <a:gd name="connsiteX24" fmla="*/ 30766 w 248983"/>
                  <a:gd name="connsiteY24" fmla="*/ 239173 h 294132"/>
                  <a:gd name="connsiteX25" fmla="*/ 7144 w 248983"/>
                  <a:gd name="connsiteY25" fmla="*/ 262795 h 294132"/>
                  <a:gd name="connsiteX26" fmla="*/ 0 w 248983"/>
                  <a:gd name="connsiteY26" fmla="*/ 262795 h 294132"/>
                  <a:gd name="connsiteX27" fmla="*/ 0 w 248983"/>
                  <a:gd name="connsiteY27" fmla="*/ 293942 h 294132"/>
                  <a:gd name="connsiteX28" fmla="*/ 248983 w 248983"/>
                  <a:gd name="connsiteY28" fmla="*/ 294132 h 2941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48983" h="294132">
                    <a:moveTo>
                      <a:pt x="248983" y="294037"/>
                    </a:moveTo>
                    <a:lnTo>
                      <a:pt x="248983" y="198596"/>
                    </a:lnTo>
                    <a:lnTo>
                      <a:pt x="217361" y="198596"/>
                    </a:lnTo>
                    <a:cubicBezTo>
                      <a:pt x="217361" y="198596"/>
                      <a:pt x="211550" y="262890"/>
                      <a:pt x="156496" y="262890"/>
                    </a:cubicBezTo>
                    <a:lnTo>
                      <a:pt x="124873" y="262890"/>
                    </a:lnTo>
                    <a:lnTo>
                      <a:pt x="124873" y="162687"/>
                    </a:lnTo>
                    <a:lnTo>
                      <a:pt x="136112" y="162687"/>
                    </a:lnTo>
                    <a:cubicBezTo>
                      <a:pt x="149352" y="162687"/>
                      <a:pt x="159925" y="173355"/>
                      <a:pt x="159925" y="186500"/>
                    </a:cubicBezTo>
                    <a:lnTo>
                      <a:pt x="159925" y="198406"/>
                    </a:lnTo>
                    <a:lnTo>
                      <a:pt x="191071" y="198406"/>
                    </a:lnTo>
                    <a:lnTo>
                      <a:pt x="191071" y="95631"/>
                    </a:lnTo>
                    <a:lnTo>
                      <a:pt x="159925" y="95631"/>
                    </a:lnTo>
                    <a:lnTo>
                      <a:pt x="159925" y="107537"/>
                    </a:lnTo>
                    <a:cubicBezTo>
                      <a:pt x="159925" y="120777"/>
                      <a:pt x="149352" y="131350"/>
                      <a:pt x="136112" y="131350"/>
                    </a:cubicBezTo>
                    <a:lnTo>
                      <a:pt x="124873" y="131350"/>
                    </a:lnTo>
                    <a:lnTo>
                      <a:pt x="124873" y="31147"/>
                    </a:lnTo>
                    <a:lnTo>
                      <a:pt x="156496" y="31147"/>
                    </a:lnTo>
                    <a:cubicBezTo>
                      <a:pt x="211455" y="31147"/>
                      <a:pt x="217361" y="95441"/>
                      <a:pt x="217361" y="95441"/>
                    </a:cubicBezTo>
                    <a:lnTo>
                      <a:pt x="248983" y="95441"/>
                    </a:lnTo>
                    <a:lnTo>
                      <a:pt x="248983" y="0"/>
                    </a:lnTo>
                    <a:lnTo>
                      <a:pt x="0" y="0"/>
                    </a:lnTo>
                    <a:lnTo>
                      <a:pt x="0" y="31337"/>
                    </a:lnTo>
                    <a:lnTo>
                      <a:pt x="7144" y="31337"/>
                    </a:lnTo>
                    <a:cubicBezTo>
                      <a:pt x="20098" y="31337"/>
                      <a:pt x="30766" y="42005"/>
                      <a:pt x="30766" y="54959"/>
                    </a:cubicBezTo>
                    <a:lnTo>
                      <a:pt x="30766" y="239173"/>
                    </a:lnTo>
                    <a:cubicBezTo>
                      <a:pt x="30766" y="252127"/>
                      <a:pt x="20193" y="262795"/>
                      <a:pt x="7144" y="262795"/>
                    </a:cubicBezTo>
                    <a:lnTo>
                      <a:pt x="0" y="262795"/>
                    </a:lnTo>
                    <a:lnTo>
                      <a:pt x="0" y="293942"/>
                    </a:lnTo>
                    <a:lnTo>
                      <a:pt x="248983" y="294132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89" name="Freihandform: Form 88">
                <a:extLst>
                  <a:ext uri="{FF2B5EF4-FFF2-40B4-BE49-F238E27FC236}">
                    <a16:creationId xmlns:a16="http://schemas.microsoft.com/office/drawing/2014/main" id="{335DE413-36D8-5EE9-32B4-14DAA3D3D2B0}"/>
                  </a:ext>
                </a:extLst>
              </p:cNvPr>
              <p:cNvSpPr/>
              <p:nvPr/>
            </p:nvSpPr>
            <p:spPr>
              <a:xfrm>
                <a:off x="6217588" y="3134295"/>
                <a:ext cx="237562" cy="293941"/>
              </a:xfrm>
              <a:custGeom>
                <a:avLst/>
                <a:gdLst>
                  <a:gd name="connsiteX0" fmla="*/ 133586 w 237562"/>
                  <a:gd name="connsiteY0" fmla="*/ 30956 h 293941"/>
                  <a:gd name="connsiteX1" fmla="*/ 201976 w 237562"/>
                  <a:gd name="connsiteY1" fmla="*/ 95250 h 293941"/>
                  <a:gd name="connsiteX2" fmla="*/ 232551 w 237562"/>
                  <a:gd name="connsiteY2" fmla="*/ 95250 h 293941"/>
                  <a:gd name="connsiteX3" fmla="*/ 232551 w 237562"/>
                  <a:gd name="connsiteY3" fmla="*/ 0 h 293941"/>
                  <a:gd name="connsiteX4" fmla="*/ 6713 w 237562"/>
                  <a:gd name="connsiteY4" fmla="*/ 0 h 293941"/>
                  <a:gd name="connsiteX5" fmla="*/ 64339 w 237562"/>
                  <a:gd name="connsiteY5" fmla="*/ 151733 h 293941"/>
                  <a:gd name="connsiteX6" fmla="*/ 132348 w 237562"/>
                  <a:gd name="connsiteY6" fmla="*/ 262795 h 293941"/>
                  <a:gd name="connsiteX7" fmla="*/ 94248 w 237562"/>
                  <a:gd name="connsiteY7" fmla="*/ 262795 h 293941"/>
                  <a:gd name="connsiteX8" fmla="*/ 33383 w 237562"/>
                  <a:gd name="connsiteY8" fmla="*/ 198501 h 293941"/>
                  <a:gd name="connsiteX9" fmla="*/ 1760 w 237562"/>
                  <a:gd name="connsiteY9" fmla="*/ 198501 h 293941"/>
                  <a:gd name="connsiteX10" fmla="*/ 1760 w 237562"/>
                  <a:gd name="connsiteY10" fmla="*/ 293942 h 293941"/>
                  <a:gd name="connsiteX11" fmla="*/ 229312 w 237562"/>
                  <a:gd name="connsiteY11" fmla="*/ 293942 h 293941"/>
                  <a:gd name="connsiteX12" fmla="*/ 168257 w 237562"/>
                  <a:gd name="connsiteY12" fmla="*/ 133731 h 293941"/>
                  <a:gd name="connsiteX13" fmla="*/ 104821 w 237562"/>
                  <a:gd name="connsiteY13" fmla="*/ 30671 h 293941"/>
                  <a:gd name="connsiteX14" fmla="*/ 133586 w 237562"/>
                  <a:gd name="connsiteY14" fmla="*/ 30861 h 293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37562" h="293941">
                    <a:moveTo>
                      <a:pt x="133586" y="30956"/>
                    </a:moveTo>
                    <a:cubicBezTo>
                      <a:pt x="197023" y="30956"/>
                      <a:pt x="201976" y="95250"/>
                      <a:pt x="201976" y="95250"/>
                    </a:cubicBezTo>
                    <a:lnTo>
                      <a:pt x="232551" y="95250"/>
                    </a:lnTo>
                    <a:lnTo>
                      <a:pt x="232551" y="0"/>
                    </a:lnTo>
                    <a:lnTo>
                      <a:pt x="6713" y="0"/>
                    </a:lnTo>
                    <a:cubicBezTo>
                      <a:pt x="6713" y="0"/>
                      <a:pt x="-29006" y="46768"/>
                      <a:pt x="64339" y="151733"/>
                    </a:cubicBezTo>
                    <a:cubicBezTo>
                      <a:pt x="64339" y="151733"/>
                      <a:pt x="130538" y="228981"/>
                      <a:pt x="132348" y="262795"/>
                    </a:cubicBezTo>
                    <a:lnTo>
                      <a:pt x="94248" y="262795"/>
                    </a:lnTo>
                    <a:cubicBezTo>
                      <a:pt x="39289" y="262795"/>
                      <a:pt x="33383" y="198501"/>
                      <a:pt x="33383" y="198501"/>
                    </a:cubicBezTo>
                    <a:lnTo>
                      <a:pt x="1760" y="198501"/>
                    </a:lnTo>
                    <a:lnTo>
                      <a:pt x="1760" y="293942"/>
                    </a:lnTo>
                    <a:lnTo>
                      <a:pt x="229312" y="293942"/>
                    </a:lnTo>
                    <a:cubicBezTo>
                      <a:pt x="229312" y="293942"/>
                      <a:pt x="270651" y="249365"/>
                      <a:pt x="168257" y="133731"/>
                    </a:cubicBezTo>
                    <a:cubicBezTo>
                      <a:pt x="168257" y="133731"/>
                      <a:pt x="114536" y="78581"/>
                      <a:pt x="104821" y="30671"/>
                    </a:cubicBezTo>
                    <a:lnTo>
                      <a:pt x="133586" y="3086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90" name="Freihandform: Form 89">
                <a:extLst>
                  <a:ext uri="{FF2B5EF4-FFF2-40B4-BE49-F238E27FC236}">
                    <a16:creationId xmlns:a16="http://schemas.microsoft.com/office/drawing/2014/main" id="{CE10E978-A127-0757-E87D-E576E8394C7F}"/>
                  </a:ext>
                </a:extLst>
              </p:cNvPr>
              <p:cNvSpPr/>
              <p:nvPr/>
            </p:nvSpPr>
            <p:spPr>
              <a:xfrm>
                <a:off x="6481716" y="3134295"/>
                <a:ext cx="237562" cy="293941"/>
              </a:xfrm>
              <a:custGeom>
                <a:avLst/>
                <a:gdLst>
                  <a:gd name="connsiteX0" fmla="*/ 133586 w 237562"/>
                  <a:gd name="connsiteY0" fmla="*/ 30956 h 293941"/>
                  <a:gd name="connsiteX1" fmla="*/ 201976 w 237562"/>
                  <a:gd name="connsiteY1" fmla="*/ 95250 h 293941"/>
                  <a:gd name="connsiteX2" fmla="*/ 232265 w 237562"/>
                  <a:gd name="connsiteY2" fmla="*/ 95250 h 293941"/>
                  <a:gd name="connsiteX3" fmla="*/ 232265 w 237562"/>
                  <a:gd name="connsiteY3" fmla="*/ 0 h 293941"/>
                  <a:gd name="connsiteX4" fmla="*/ 6713 w 237562"/>
                  <a:gd name="connsiteY4" fmla="*/ 0 h 293941"/>
                  <a:gd name="connsiteX5" fmla="*/ 64339 w 237562"/>
                  <a:gd name="connsiteY5" fmla="*/ 151733 h 293941"/>
                  <a:gd name="connsiteX6" fmla="*/ 132348 w 237562"/>
                  <a:gd name="connsiteY6" fmla="*/ 262795 h 293941"/>
                  <a:gd name="connsiteX7" fmla="*/ 94248 w 237562"/>
                  <a:gd name="connsiteY7" fmla="*/ 262795 h 293941"/>
                  <a:gd name="connsiteX8" fmla="*/ 33383 w 237562"/>
                  <a:gd name="connsiteY8" fmla="*/ 198501 h 293941"/>
                  <a:gd name="connsiteX9" fmla="*/ 1760 w 237562"/>
                  <a:gd name="connsiteY9" fmla="*/ 198501 h 293941"/>
                  <a:gd name="connsiteX10" fmla="*/ 1760 w 237562"/>
                  <a:gd name="connsiteY10" fmla="*/ 293942 h 293941"/>
                  <a:gd name="connsiteX11" fmla="*/ 229313 w 237562"/>
                  <a:gd name="connsiteY11" fmla="*/ 293942 h 293941"/>
                  <a:gd name="connsiteX12" fmla="*/ 168257 w 237562"/>
                  <a:gd name="connsiteY12" fmla="*/ 133731 h 293941"/>
                  <a:gd name="connsiteX13" fmla="*/ 104821 w 237562"/>
                  <a:gd name="connsiteY13" fmla="*/ 30671 h 293941"/>
                  <a:gd name="connsiteX14" fmla="*/ 133586 w 237562"/>
                  <a:gd name="connsiteY14" fmla="*/ 30861 h 293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37562" h="293941">
                    <a:moveTo>
                      <a:pt x="133586" y="30956"/>
                    </a:moveTo>
                    <a:cubicBezTo>
                      <a:pt x="196832" y="30956"/>
                      <a:pt x="201976" y="95250"/>
                      <a:pt x="201976" y="95250"/>
                    </a:cubicBezTo>
                    <a:lnTo>
                      <a:pt x="232265" y="95250"/>
                    </a:lnTo>
                    <a:lnTo>
                      <a:pt x="232265" y="0"/>
                    </a:lnTo>
                    <a:lnTo>
                      <a:pt x="6713" y="0"/>
                    </a:lnTo>
                    <a:cubicBezTo>
                      <a:pt x="6713" y="0"/>
                      <a:pt x="-29006" y="46768"/>
                      <a:pt x="64339" y="151733"/>
                    </a:cubicBezTo>
                    <a:cubicBezTo>
                      <a:pt x="64339" y="151733"/>
                      <a:pt x="130538" y="228981"/>
                      <a:pt x="132348" y="262795"/>
                    </a:cubicBezTo>
                    <a:lnTo>
                      <a:pt x="94248" y="262795"/>
                    </a:lnTo>
                    <a:cubicBezTo>
                      <a:pt x="39289" y="262795"/>
                      <a:pt x="33383" y="198501"/>
                      <a:pt x="33383" y="198501"/>
                    </a:cubicBezTo>
                    <a:lnTo>
                      <a:pt x="1760" y="198501"/>
                    </a:lnTo>
                    <a:lnTo>
                      <a:pt x="1760" y="293942"/>
                    </a:lnTo>
                    <a:lnTo>
                      <a:pt x="229313" y="293942"/>
                    </a:lnTo>
                    <a:cubicBezTo>
                      <a:pt x="229313" y="293942"/>
                      <a:pt x="270651" y="249365"/>
                      <a:pt x="168257" y="133731"/>
                    </a:cubicBezTo>
                    <a:cubicBezTo>
                      <a:pt x="168257" y="133731"/>
                      <a:pt x="114536" y="78581"/>
                      <a:pt x="104821" y="30671"/>
                    </a:cubicBezTo>
                    <a:lnTo>
                      <a:pt x="133586" y="3086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180432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演示文稿封面 | 对外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92DD91-EAE8-4850-A1F1-29F8A7A57D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319" y="2213089"/>
            <a:ext cx="11157744" cy="738664"/>
          </a:xfrm>
        </p:spPr>
        <p:txBody>
          <a:bodyPr anchor="b" anchorCtr="0"/>
          <a:lstStyle>
            <a:lvl1pPr>
              <a:defRPr sz="4800"/>
            </a:lvl1pPr>
          </a:lstStyle>
          <a:p>
            <a:r>
              <a:rPr lang="zh-CN" altLang="en-US" dirty="0"/>
              <a:t>编辑主封面格式</a:t>
            </a:r>
            <a:endParaRPr lang="de-DE" dirty="0"/>
          </a:p>
        </p:txBody>
      </p:sp>
      <p:sp>
        <p:nvSpPr>
          <p:cNvPr id="26" name="Textplatzhalter 8">
            <a:extLst>
              <a:ext uri="{FF2B5EF4-FFF2-40B4-BE49-F238E27FC236}">
                <a16:creationId xmlns:a16="http://schemas.microsoft.com/office/drawing/2014/main" id="{F52AEE9E-B08F-4C0A-BEEE-04C7FFB48E7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19" y="2872085"/>
            <a:ext cx="11157744" cy="738664"/>
          </a:xfrm>
        </p:spPr>
        <p:txBody>
          <a:bodyPr wrap="square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4800">
                <a:latin typeface="Microsoft YaHei" panose="020B0503020204020204" pitchFamily="34" charset="-122"/>
                <a:cs typeface="ZEISS Frutiger Next W1G Lt"/>
              </a:defRPr>
            </a:lvl1pPr>
          </a:lstStyle>
          <a:p>
            <a:pPr lvl="0"/>
            <a:r>
              <a:rPr lang="zh-CN" altLang="en-US" dirty="0"/>
              <a:t>编辑主文本格式</a:t>
            </a:r>
          </a:p>
        </p:txBody>
      </p:sp>
      <p:sp>
        <p:nvSpPr>
          <p:cNvPr id="51" name="Textplatzhalter 14">
            <a:extLst>
              <a:ext uri="{FF2B5EF4-FFF2-40B4-BE49-F238E27FC236}">
                <a16:creationId xmlns:a16="http://schemas.microsoft.com/office/drawing/2014/main" id="{501BEDEB-A8AE-4EFD-9CDF-207454EBAE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8319" y="4963183"/>
            <a:ext cx="4319999" cy="184666"/>
          </a:xfrm>
        </p:spPr>
        <p:txBody>
          <a:bodyPr>
            <a:spAutoFit/>
          </a:bodyPr>
          <a:lstStyle>
            <a:lvl1pPr>
              <a:defRPr sz="12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ja-JP" altLang="en-US" dirty="0"/>
              <a:t>作者</a:t>
            </a:r>
            <a:endParaRPr lang="de-DE" dirty="0"/>
          </a:p>
        </p:txBody>
      </p:sp>
      <p:sp>
        <p:nvSpPr>
          <p:cNvPr id="52" name="Textplatzhalter 14">
            <a:extLst>
              <a:ext uri="{FF2B5EF4-FFF2-40B4-BE49-F238E27FC236}">
                <a16:creationId xmlns:a16="http://schemas.microsoft.com/office/drawing/2014/main" id="{D7F978A2-D352-4AAC-BEB1-0402A13EE71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319" y="5139395"/>
            <a:ext cx="4319999" cy="184666"/>
          </a:xfrm>
        </p:spPr>
        <p:txBody>
          <a:bodyPr>
            <a:spAutoFit/>
          </a:bodyPr>
          <a:lstStyle>
            <a:lvl1pPr>
              <a:defRPr sz="12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ja-JP" altLang="en-US" dirty="0"/>
              <a:t>部门</a:t>
            </a:r>
            <a:endParaRPr lang="de-DE" dirty="0"/>
          </a:p>
        </p:txBody>
      </p:sp>
      <p:cxnSp>
        <p:nvCxnSpPr>
          <p:cNvPr id="53" name="Gerade Verbindung 22">
            <a:extLst>
              <a:ext uri="{FF2B5EF4-FFF2-40B4-BE49-F238E27FC236}">
                <a16:creationId xmlns:a16="http://schemas.microsoft.com/office/drawing/2014/main" id="{9D058BB7-35BD-4743-A2CE-335778ABA86A}"/>
              </a:ext>
            </a:extLst>
          </p:cNvPr>
          <p:cNvCxnSpPr>
            <a:cxnSpLocks/>
          </p:cNvCxnSpPr>
          <p:nvPr/>
        </p:nvCxnSpPr>
        <p:spPr>
          <a:xfrm>
            <a:off x="518319" y="4887206"/>
            <a:ext cx="4319998" cy="0"/>
          </a:xfrm>
          <a:prstGeom prst="line">
            <a:avLst/>
          </a:prstGeom>
          <a:ln w="6350">
            <a:solidFill>
              <a:srgbClr val="DCE3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Gerade Verbindung 22">
            <a:extLst>
              <a:ext uri="{FF2B5EF4-FFF2-40B4-BE49-F238E27FC236}">
                <a16:creationId xmlns:a16="http://schemas.microsoft.com/office/drawing/2014/main" id="{B1AAF8F8-2819-4C84-B15F-6801F5454C9E}"/>
              </a:ext>
            </a:extLst>
          </p:cNvPr>
          <p:cNvCxnSpPr>
            <a:cxnSpLocks/>
          </p:cNvCxnSpPr>
          <p:nvPr/>
        </p:nvCxnSpPr>
        <p:spPr>
          <a:xfrm>
            <a:off x="518319" y="5575864"/>
            <a:ext cx="4319998" cy="0"/>
          </a:xfrm>
          <a:prstGeom prst="line">
            <a:avLst/>
          </a:prstGeom>
          <a:ln w="6350">
            <a:solidFill>
              <a:srgbClr val="DCE3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Gerade Verbindung 22">
            <a:extLst>
              <a:ext uri="{FF2B5EF4-FFF2-40B4-BE49-F238E27FC236}">
                <a16:creationId xmlns:a16="http://schemas.microsoft.com/office/drawing/2014/main" id="{9BD901D7-DE81-4C82-B0AD-09E48E69503F}"/>
              </a:ext>
            </a:extLst>
          </p:cNvPr>
          <p:cNvCxnSpPr>
            <a:cxnSpLocks/>
          </p:cNvCxnSpPr>
          <p:nvPr/>
        </p:nvCxnSpPr>
        <p:spPr>
          <a:xfrm>
            <a:off x="518319" y="6093705"/>
            <a:ext cx="4319998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Gerade Verbindung 22">
            <a:extLst>
              <a:ext uri="{FF2B5EF4-FFF2-40B4-BE49-F238E27FC236}">
                <a16:creationId xmlns:a16="http://schemas.microsoft.com/office/drawing/2014/main" id="{89ECB648-6558-4C1A-B652-7EF5CAECC96D}"/>
              </a:ext>
            </a:extLst>
          </p:cNvPr>
          <p:cNvCxnSpPr>
            <a:cxnSpLocks/>
          </p:cNvCxnSpPr>
          <p:nvPr/>
        </p:nvCxnSpPr>
        <p:spPr>
          <a:xfrm>
            <a:off x="518319" y="6093705"/>
            <a:ext cx="4319998" cy="0"/>
          </a:xfrm>
          <a:prstGeom prst="line">
            <a:avLst/>
          </a:prstGeom>
          <a:ln w="6350">
            <a:solidFill>
              <a:srgbClr val="DCE3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3AC1D32C-ED7A-4B91-973D-8F22BF078F36}"/>
              </a:ext>
            </a:extLst>
          </p:cNvPr>
          <p:cNvSpPr>
            <a:spLocks noGrp="1"/>
          </p:cNvSpPr>
          <p:nvPr>
            <p:ph type="dt" sz="half" idx="23"/>
          </p:nvPr>
        </p:nvSpPr>
        <p:spPr>
          <a:xfrm>
            <a:off x="518319" y="5651841"/>
            <a:ext cx="1123706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>
              <a:defRPr sz="1200" b="1"/>
            </a:lvl1pPr>
          </a:lstStyle>
          <a:p>
            <a:endParaRPr lang="de-DE" dirty="0"/>
          </a:p>
        </p:txBody>
      </p: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0C2972C8-DF7F-4454-9A80-B3CE708E47E3}"/>
              </a:ext>
            </a:extLst>
          </p:cNvPr>
          <p:cNvGrpSpPr/>
          <p:nvPr/>
        </p:nvGrpSpPr>
        <p:grpSpPr>
          <a:xfrm>
            <a:off x="307324" y="-697715"/>
            <a:ext cx="11367557" cy="411958"/>
            <a:chOff x="307324" y="6944501"/>
            <a:chExt cx="11367557" cy="411958"/>
          </a:xfrm>
        </p:grpSpPr>
        <p:grpSp>
          <p:nvGrpSpPr>
            <p:cNvPr id="47" name="Gruppieren 46">
              <a:extLst>
                <a:ext uri="{FF2B5EF4-FFF2-40B4-BE49-F238E27FC236}">
                  <a16:creationId xmlns:a16="http://schemas.microsoft.com/office/drawing/2014/main" id="{B5B5182F-AD38-4AEE-B470-91DA8AC7EE4D}"/>
                </a:ext>
              </a:extLst>
            </p:cNvPr>
            <p:cNvGrpSpPr/>
            <p:nvPr/>
          </p:nvGrpSpPr>
          <p:grpSpPr>
            <a:xfrm rot="16200000">
              <a:off x="205653" y="7046174"/>
              <a:ext cx="411956" cy="208614"/>
              <a:chOff x="-615197" y="4303061"/>
              <a:chExt cx="411956" cy="208614"/>
            </a:xfrm>
          </p:grpSpPr>
          <p:cxnSp>
            <p:nvCxnSpPr>
              <p:cNvPr id="63" name="Gerader Verbinder 62">
                <a:extLst>
                  <a:ext uri="{FF2B5EF4-FFF2-40B4-BE49-F238E27FC236}">
                    <a16:creationId xmlns:a16="http://schemas.microsoft.com/office/drawing/2014/main" id="{151FF3F5-378B-48AA-9D55-FB9DAB667F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6" name="Textfeld 65">
                <a:extLst>
                  <a:ext uri="{FF2B5EF4-FFF2-40B4-BE49-F238E27FC236}">
                    <a16:creationId xmlns:a16="http://schemas.microsoft.com/office/drawing/2014/main" id="{B8C929CD-17EC-4553-AC43-4EB0FCAC8BA6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15.50</a:t>
                </a:r>
              </a:p>
            </p:txBody>
          </p:sp>
        </p:grpSp>
        <p:grpSp>
          <p:nvGrpSpPr>
            <p:cNvPr id="48" name="Gruppieren 47">
              <a:extLst>
                <a:ext uri="{FF2B5EF4-FFF2-40B4-BE49-F238E27FC236}">
                  <a16:creationId xmlns:a16="http://schemas.microsoft.com/office/drawing/2014/main" id="{D9069590-C79F-44C0-8C75-98374A8DE2F9}"/>
                </a:ext>
              </a:extLst>
            </p:cNvPr>
            <p:cNvGrpSpPr/>
            <p:nvPr/>
          </p:nvGrpSpPr>
          <p:grpSpPr>
            <a:xfrm rot="16200000">
              <a:off x="5641253" y="7046174"/>
              <a:ext cx="411956" cy="208614"/>
              <a:chOff x="-615197" y="4303061"/>
              <a:chExt cx="411956" cy="208614"/>
            </a:xfrm>
          </p:grpSpPr>
          <p:cxnSp>
            <p:nvCxnSpPr>
              <p:cNvPr id="61" name="Gerader Verbinder 60">
                <a:extLst>
                  <a:ext uri="{FF2B5EF4-FFF2-40B4-BE49-F238E27FC236}">
                    <a16:creationId xmlns:a16="http://schemas.microsoft.com/office/drawing/2014/main" id="{0964AB95-72E0-4CE3-8699-54846F81F9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" name="Textfeld 61">
                <a:extLst>
                  <a:ext uri="{FF2B5EF4-FFF2-40B4-BE49-F238E27FC236}">
                    <a16:creationId xmlns:a16="http://schemas.microsoft.com/office/drawing/2014/main" id="{A5316571-FBEC-4D0A-BA51-A87C19F07B1C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00.40</a:t>
                </a:r>
              </a:p>
            </p:txBody>
          </p:sp>
        </p:grpSp>
        <p:grpSp>
          <p:nvGrpSpPr>
            <p:cNvPr id="49" name="Gruppieren 48">
              <a:extLst>
                <a:ext uri="{FF2B5EF4-FFF2-40B4-BE49-F238E27FC236}">
                  <a16:creationId xmlns:a16="http://schemas.microsoft.com/office/drawing/2014/main" id="{6D8E31CD-8E8B-4323-8CC8-CF1B80328640}"/>
                </a:ext>
              </a:extLst>
            </p:cNvPr>
            <p:cNvGrpSpPr/>
            <p:nvPr/>
          </p:nvGrpSpPr>
          <p:grpSpPr>
            <a:xfrm rot="5400000">
              <a:off x="6093326" y="7050196"/>
              <a:ext cx="411957" cy="200568"/>
              <a:chOff x="-615198" y="4354167"/>
              <a:chExt cx="411957" cy="200568"/>
            </a:xfrm>
          </p:grpSpPr>
          <p:cxnSp>
            <p:nvCxnSpPr>
              <p:cNvPr id="59" name="Gerader Verbinder 58">
                <a:extLst>
                  <a:ext uri="{FF2B5EF4-FFF2-40B4-BE49-F238E27FC236}">
                    <a16:creationId xmlns:a16="http://schemas.microsoft.com/office/drawing/2014/main" id="{A4B4A83A-294C-4386-B592-F7C4D2FAE1B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Textfeld 59">
                <a:extLst>
                  <a:ext uri="{FF2B5EF4-FFF2-40B4-BE49-F238E27FC236}">
                    <a16:creationId xmlns:a16="http://schemas.microsoft.com/office/drawing/2014/main" id="{636C1201-495C-424C-BB32-1BF13D14F871}"/>
                  </a:ext>
                </a:extLst>
              </p:cNvPr>
              <p:cNvSpPr txBox="1"/>
              <p:nvPr/>
            </p:nvSpPr>
            <p:spPr>
              <a:xfrm rot="10800000">
                <a:off x="-615198" y="4354167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00.40</a:t>
                </a:r>
              </a:p>
            </p:txBody>
          </p:sp>
        </p:grpSp>
        <p:cxnSp>
          <p:nvCxnSpPr>
            <p:cNvPr id="50" name="Gerader Verbinder 49">
              <a:extLst>
                <a:ext uri="{FF2B5EF4-FFF2-40B4-BE49-F238E27FC236}">
                  <a16:creationId xmlns:a16="http://schemas.microsoft.com/office/drawing/2014/main" id="{2276A1F4-657F-4DB1-8F06-A1B078C114F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890022" y="7150480"/>
              <a:ext cx="411956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6" name="Gruppieren 55">
              <a:extLst>
                <a:ext uri="{FF2B5EF4-FFF2-40B4-BE49-F238E27FC236}">
                  <a16:creationId xmlns:a16="http://schemas.microsoft.com/office/drawing/2014/main" id="{42798DED-4990-48E8-B0FD-EDED949499E4}"/>
                </a:ext>
              </a:extLst>
            </p:cNvPr>
            <p:cNvGrpSpPr/>
            <p:nvPr/>
          </p:nvGrpSpPr>
          <p:grpSpPr>
            <a:xfrm rot="16200000">
              <a:off x="11364596" y="7046174"/>
              <a:ext cx="411956" cy="208614"/>
              <a:chOff x="-615197" y="4303061"/>
              <a:chExt cx="411956" cy="208614"/>
            </a:xfrm>
          </p:grpSpPr>
          <p:cxnSp>
            <p:nvCxnSpPr>
              <p:cNvPr id="57" name="Gerader Verbinder 56">
                <a:extLst>
                  <a:ext uri="{FF2B5EF4-FFF2-40B4-BE49-F238E27FC236}">
                    <a16:creationId xmlns:a16="http://schemas.microsoft.com/office/drawing/2014/main" id="{BB89DCA1-51BC-4D93-AF53-B5DD7C43DE0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Textfeld 57">
                <a:extLst>
                  <a:ext uri="{FF2B5EF4-FFF2-40B4-BE49-F238E27FC236}">
                    <a16:creationId xmlns:a16="http://schemas.microsoft.com/office/drawing/2014/main" id="{371D5014-F730-4450-8924-45B71B67A6BD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15.50</a:t>
                </a:r>
              </a:p>
            </p:txBody>
          </p:sp>
        </p:grpSp>
      </p:grpSp>
      <p:grpSp>
        <p:nvGrpSpPr>
          <p:cNvPr id="83" name="Gruppieren 82">
            <a:extLst>
              <a:ext uri="{FF2B5EF4-FFF2-40B4-BE49-F238E27FC236}">
                <a16:creationId xmlns:a16="http://schemas.microsoft.com/office/drawing/2014/main" id="{209F51D6-93DD-4914-A3C4-D863EC085970}"/>
              </a:ext>
            </a:extLst>
          </p:cNvPr>
          <p:cNvGrpSpPr/>
          <p:nvPr/>
        </p:nvGrpSpPr>
        <p:grpSpPr>
          <a:xfrm>
            <a:off x="-697714" y="80201"/>
            <a:ext cx="411956" cy="6713707"/>
            <a:chOff x="-502267" y="80201"/>
            <a:chExt cx="411956" cy="6713707"/>
          </a:xfrm>
        </p:grpSpPr>
        <p:grpSp>
          <p:nvGrpSpPr>
            <p:cNvPr id="100" name="Gruppieren 99">
              <a:extLst>
                <a:ext uri="{FF2B5EF4-FFF2-40B4-BE49-F238E27FC236}">
                  <a16:creationId xmlns:a16="http://schemas.microsoft.com/office/drawing/2014/main" id="{BDFD4A32-D056-44A7-9BFB-C2F236FEEB05}"/>
                </a:ext>
              </a:extLst>
            </p:cNvPr>
            <p:cNvGrpSpPr/>
            <p:nvPr/>
          </p:nvGrpSpPr>
          <p:grpSpPr>
            <a:xfrm>
              <a:off x="-502267" y="6593340"/>
              <a:ext cx="411956" cy="200568"/>
              <a:chOff x="-615197" y="4452994"/>
              <a:chExt cx="411956" cy="200568"/>
            </a:xfrm>
          </p:grpSpPr>
          <p:sp>
            <p:nvSpPr>
              <p:cNvPr id="116" name="Textfeld 115">
                <a:extLst>
                  <a:ext uri="{FF2B5EF4-FFF2-40B4-BE49-F238E27FC236}">
                    <a16:creationId xmlns:a16="http://schemas.microsoft.com/office/drawing/2014/main" id="{A947EDB9-EF72-49BE-9BA3-E6F9AD31259C}"/>
                  </a:ext>
                </a:extLst>
              </p:cNvPr>
              <p:cNvSpPr txBox="1"/>
              <p:nvPr/>
            </p:nvSpPr>
            <p:spPr>
              <a:xfrm>
                <a:off x="-615197" y="4452994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08.92</a:t>
                </a:r>
              </a:p>
            </p:txBody>
          </p:sp>
          <p:cxnSp>
            <p:nvCxnSpPr>
              <p:cNvPr id="117" name="Gerader Verbinder 116">
                <a:extLst>
                  <a:ext uri="{FF2B5EF4-FFF2-40B4-BE49-F238E27FC236}">
                    <a16:creationId xmlns:a16="http://schemas.microsoft.com/office/drawing/2014/main" id="{39D558D4-D07C-4693-945D-2844C2E792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497389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1" name="Gruppieren 100">
              <a:extLst>
                <a:ext uri="{FF2B5EF4-FFF2-40B4-BE49-F238E27FC236}">
                  <a16:creationId xmlns:a16="http://schemas.microsoft.com/office/drawing/2014/main" id="{4F026EAB-45A6-4B94-8098-5DF3FF3E8D90}"/>
                </a:ext>
              </a:extLst>
            </p:cNvPr>
            <p:cNvGrpSpPr/>
            <p:nvPr/>
          </p:nvGrpSpPr>
          <p:grpSpPr>
            <a:xfrm>
              <a:off x="-502267" y="5876163"/>
              <a:ext cx="411956" cy="216662"/>
              <a:chOff x="-615197" y="4295013"/>
              <a:chExt cx="411956" cy="216662"/>
            </a:xfrm>
          </p:grpSpPr>
          <p:cxnSp>
            <p:nvCxnSpPr>
              <p:cNvPr id="114" name="Gerader Verbinder 113">
                <a:extLst>
                  <a:ext uri="{FF2B5EF4-FFF2-40B4-BE49-F238E27FC236}">
                    <a16:creationId xmlns:a16="http://schemas.microsoft.com/office/drawing/2014/main" id="{6202B073-D13D-406C-A8E0-8E5D8990C8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5" name="Textfeld 114">
                <a:extLst>
                  <a:ext uri="{FF2B5EF4-FFF2-40B4-BE49-F238E27FC236}">
                    <a16:creationId xmlns:a16="http://schemas.microsoft.com/office/drawing/2014/main" id="{27A65895-F573-435E-9BCF-5A4F01568D4C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07.40</a:t>
                </a:r>
              </a:p>
            </p:txBody>
          </p:sp>
        </p:grpSp>
        <p:grpSp>
          <p:nvGrpSpPr>
            <p:cNvPr id="102" name="Gruppieren 101">
              <a:extLst>
                <a:ext uri="{FF2B5EF4-FFF2-40B4-BE49-F238E27FC236}">
                  <a16:creationId xmlns:a16="http://schemas.microsoft.com/office/drawing/2014/main" id="{8C844A76-F72C-4F3B-B8C8-35CD8B780CED}"/>
                </a:ext>
              </a:extLst>
            </p:cNvPr>
            <p:cNvGrpSpPr/>
            <p:nvPr/>
          </p:nvGrpSpPr>
          <p:grpSpPr>
            <a:xfrm>
              <a:off x="-502267" y="3212338"/>
              <a:ext cx="411956" cy="216662"/>
              <a:chOff x="-615197" y="4295013"/>
              <a:chExt cx="411956" cy="216662"/>
            </a:xfrm>
          </p:grpSpPr>
          <p:cxnSp>
            <p:nvCxnSpPr>
              <p:cNvPr id="112" name="Gerader Verbinder 111">
                <a:extLst>
                  <a:ext uri="{FF2B5EF4-FFF2-40B4-BE49-F238E27FC236}">
                    <a16:creationId xmlns:a16="http://schemas.microsoft.com/office/drawing/2014/main" id="{160EE7AF-0DEA-4C6D-A2EF-C52ED904049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3" name="Textfeld 112">
                <a:extLst>
                  <a:ext uri="{FF2B5EF4-FFF2-40B4-BE49-F238E27FC236}">
                    <a16:creationId xmlns:a16="http://schemas.microsoft.com/office/drawing/2014/main" id="{87DE4399-3703-444D-BA6A-FE1473E148F0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00.00</a:t>
                </a:r>
              </a:p>
            </p:txBody>
          </p:sp>
        </p:grpSp>
        <p:grpSp>
          <p:nvGrpSpPr>
            <p:cNvPr id="103" name="Gruppieren 102">
              <a:extLst>
                <a:ext uri="{FF2B5EF4-FFF2-40B4-BE49-F238E27FC236}">
                  <a16:creationId xmlns:a16="http://schemas.microsoft.com/office/drawing/2014/main" id="{0C0F37DC-5EFC-40F8-8B6B-BC96081C5EC1}"/>
                </a:ext>
              </a:extLst>
            </p:cNvPr>
            <p:cNvGrpSpPr/>
            <p:nvPr/>
          </p:nvGrpSpPr>
          <p:grpSpPr>
            <a:xfrm>
              <a:off x="-502267" y="835851"/>
              <a:ext cx="411956" cy="216662"/>
              <a:chOff x="-615197" y="4295013"/>
              <a:chExt cx="411956" cy="216662"/>
            </a:xfrm>
          </p:grpSpPr>
          <p:cxnSp>
            <p:nvCxnSpPr>
              <p:cNvPr id="110" name="Gerader Verbinder 109">
                <a:extLst>
                  <a:ext uri="{FF2B5EF4-FFF2-40B4-BE49-F238E27FC236}">
                    <a16:creationId xmlns:a16="http://schemas.microsoft.com/office/drawing/2014/main" id="{A840CA4A-A9F3-4416-BC51-C79E4635CC1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1" name="Textfeld 110">
                <a:extLst>
                  <a:ext uri="{FF2B5EF4-FFF2-40B4-BE49-F238E27FC236}">
                    <a16:creationId xmlns:a16="http://schemas.microsoft.com/office/drawing/2014/main" id="{FEF55D5D-E2E2-4FEB-8B89-BA84BBE6B3C2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06.60</a:t>
                </a:r>
              </a:p>
            </p:txBody>
          </p:sp>
        </p:grpSp>
        <p:grpSp>
          <p:nvGrpSpPr>
            <p:cNvPr id="104" name="Gruppieren 103">
              <a:extLst>
                <a:ext uri="{FF2B5EF4-FFF2-40B4-BE49-F238E27FC236}">
                  <a16:creationId xmlns:a16="http://schemas.microsoft.com/office/drawing/2014/main" id="{A8CBDCE3-8610-4855-B6B2-9D552D6EF102}"/>
                </a:ext>
              </a:extLst>
            </p:cNvPr>
            <p:cNvGrpSpPr/>
            <p:nvPr/>
          </p:nvGrpSpPr>
          <p:grpSpPr>
            <a:xfrm>
              <a:off x="-502267" y="1412113"/>
              <a:ext cx="411956" cy="216662"/>
              <a:chOff x="-615197" y="4295013"/>
              <a:chExt cx="411956" cy="216662"/>
            </a:xfrm>
          </p:grpSpPr>
          <p:cxnSp>
            <p:nvCxnSpPr>
              <p:cNvPr id="108" name="Gerader Verbinder 107">
                <a:extLst>
                  <a:ext uri="{FF2B5EF4-FFF2-40B4-BE49-F238E27FC236}">
                    <a16:creationId xmlns:a16="http://schemas.microsoft.com/office/drawing/2014/main" id="{9B79DD3D-F8EA-481D-A0A3-D6F2D403A1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9" name="Textfeld 108">
                <a:extLst>
                  <a:ext uri="{FF2B5EF4-FFF2-40B4-BE49-F238E27FC236}">
                    <a16:creationId xmlns:a16="http://schemas.microsoft.com/office/drawing/2014/main" id="{70A1052D-CD38-4E1B-B772-4207E8043A0C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05.00</a:t>
                </a:r>
              </a:p>
            </p:txBody>
          </p:sp>
        </p:grpSp>
        <p:grpSp>
          <p:nvGrpSpPr>
            <p:cNvPr id="105" name="Gruppieren 104">
              <a:extLst>
                <a:ext uri="{FF2B5EF4-FFF2-40B4-BE49-F238E27FC236}">
                  <a16:creationId xmlns:a16="http://schemas.microsoft.com/office/drawing/2014/main" id="{635FDBA6-638F-4DE8-9ADA-B117F1DD2C8B}"/>
                </a:ext>
              </a:extLst>
            </p:cNvPr>
            <p:cNvGrpSpPr/>
            <p:nvPr/>
          </p:nvGrpSpPr>
          <p:grpSpPr>
            <a:xfrm>
              <a:off x="-502267" y="80201"/>
              <a:ext cx="411956" cy="216662"/>
              <a:chOff x="-615197" y="4258501"/>
              <a:chExt cx="411956" cy="216662"/>
            </a:xfrm>
          </p:grpSpPr>
          <p:cxnSp>
            <p:nvCxnSpPr>
              <p:cNvPr id="106" name="Gerader Verbinder 105">
                <a:extLst>
                  <a:ext uri="{FF2B5EF4-FFF2-40B4-BE49-F238E27FC236}">
                    <a16:creationId xmlns:a16="http://schemas.microsoft.com/office/drawing/2014/main" id="{7698A02D-70AF-47D8-9931-5A306F2D6DB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475163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" name="Textfeld 106">
                <a:extLst>
                  <a:ext uri="{FF2B5EF4-FFF2-40B4-BE49-F238E27FC236}">
                    <a16:creationId xmlns:a16="http://schemas.microsoft.com/office/drawing/2014/main" id="{AE795394-5A57-4EAF-9C55-428332E2681C}"/>
                  </a:ext>
                </a:extLst>
              </p:cNvPr>
              <p:cNvSpPr txBox="1"/>
              <p:nvPr/>
            </p:nvSpPr>
            <p:spPr>
              <a:xfrm>
                <a:off x="-615197" y="425850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08.70</a:t>
                </a:r>
              </a:p>
            </p:txBody>
          </p:sp>
        </p:grpSp>
      </p:grp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CEC0537B-5948-74E8-1E61-28812BA88BAB}"/>
              </a:ext>
            </a:extLst>
          </p:cNvPr>
          <p:cNvGrpSpPr/>
          <p:nvPr/>
        </p:nvGrpSpPr>
        <p:grpSpPr>
          <a:xfrm>
            <a:off x="11170442" y="299244"/>
            <a:ext cx="505400" cy="505400"/>
            <a:chOff x="5423248" y="2756248"/>
            <a:chExt cx="1349978" cy="1349978"/>
          </a:xfrm>
        </p:grpSpPr>
        <p:sp>
          <p:nvSpPr>
            <p:cNvPr id="5" name="Freihandform: Form 4">
              <a:extLst>
                <a:ext uri="{FF2B5EF4-FFF2-40B4-BE49-F238E27FC236}">
                  <a16:creationId xmlns:a16="http://schemas.microsoft.com/office/drawing/2014/main" id="{77BDF36A-A859-2DA5-8EBA-EC569B29862B}"/>
                </a:ext>
              </a:extLst>
            </p:cNvPr>
            <p:cNvSpPr/>
            <p:nvPr/>
          </p:nvSpPr>
          <p:spPr>
            <a:xfrm>
              <a:off x="5423248" y="2756248"/>
              <a:ext cx="1349978" cy="1349978"/>
            </a:xfrm>
            <a:custGeom>
              <a:avLst/>
              <a:gdLst>
                <a:gd name="connsiteX0" fmla="*/ 1349788 w 1349978"/>
                <a:gd name="connsiteY0" fmla="*/ 1349978 h 1349978"/>
                <a:gd name="connsiteX1" fmla="*/ 675037 w 1349978"/>
                <a:gd name="connsiteY1" fmla="*/ 1205389 h 1349978"/>
                <a:gd name="connsiteX2" fmla="*/ 0 w 1349978"/>
                <a:gd name="connsiteY2" fmla="*/ 1349978 h 1349978"/>
                <a:gd name="connsiteX3" fmla="*/ 0 w 1349978"/>
                <a:gd name="connsiteY3" fmla="*/ 0 h 1349978"/>
                <a:gd name="connsiteX4" fmla="*/ 1349978 w 1349978"/>
                <a:gd name="connsiteY4" fmla="*/ 0 h 1349978"/>
                <a:gd name="connsiteX5" fmla="*/ 1349788 w 1349978"/>
                <a:gd name="connsiteY5" fmla="*/ 1349978 h 1349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9978" h="1349978">
                  <a:moveTo>
                    <a:pt x="1349788" y="1349978"/>
                  </a:moveTo>
                  <a:cubicBezTo>
                    <a:pt x="1143953" y="1257110"/>
                    <a:pt x="915543" y="1205389"/>
                    <a:pt x="675037" y="1205389"/>
                  </a:cubicBezTo>
                  <a:cubicBezTo>
                    <a:pt x="434530" y="1205389"/>
                    <a:pt x="205835" y="1257110"/>
                    <a:pt x="0" y="1349978"/>
                  </a:cubicBezTo>
                  <a:lnTo>
                    <a:pt x="0" y="0"/>
                  </a:lnTo>
                  <a:lnTo>
                    <a:pt x="1349978" y="0"/>
                  </a:lnTo>
                  <a:lnTo>
                    <a:pt x="1349788" y="1349978"/>
                  </a:lnTo>
                  <a:close/>
                </a:path>
              </a:pathLst>
            </a:custGeom>
            <a:solidFill>
              <a:srgbClr val="0F2D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grpSp>
          <p:nvGrpSpPr>
            <p:cNvPr id="7" name="Grafik 31">
              <a:extLst>
                <a:ext uri="{FF2B5EF4-FFF2-40B4-BE49-F238E27FC236}">
                  <a16:creationId xmlns:a16="http://schemas.microsoft.com/office/drawing/2014/main" id="{E50C7CFE-22CD-FDCB-C165-7B09E8BD65D2}"/>
                </a:ext>
              </a:extLst>
            </p:cNvPr>
            <p:cNvGrpSpPr/>
            <p:nvPr/>
          </p:nvGrpSpPr>
          <p:grpSpPr>
            <a:xfrm>
              <a:off x="5474985" y="3134295"/>
              <a:ext cx="1244293" cy="294132"/>
              <a:chOff x="5474985" y="3134295"/>
              <a:chExt cx="1244293" cy="294132"/>
            </a:xfrm>
            <a:solidFill>
              <a:srgbClr val="FFFFFF"/>
            </a:solidFill>
          </p:grpSpPr>
          <p:sp>
            <p:nvSpPr>
              <p:cNvPr id="8" name="Freihandform: Form 7">
                <a:extLst>
                  <a:ext uri="{FF2B5EF4-FFF2-40B4-BE49-F238E27FC236}">
                    <a16:creationId xmlns:a16="http://schemas.microsoft.com/office/drawing/2014/main" id="{34F1CA70-9050-FD7F-3975-E87E80B53951}"/>
                  </a:ext>
                </a:extLst>
              </p:cNvPr>
              <p:cNvSpPr/>
              <p:nvPr/>
            </p:nvSpPr>
            <p:spPr>
              <a:xfrm>
                <a:off x="5474985" y="3134295"/>
                <a:ext cx="247353" cy="293941"/>
              </a:xfrm>
              <a:custGeom>
                <a:avLst/>
                <a:gdLst>
                  <a:gd name="connsiteX0" fmla="*/ 109998 w 247353"/>
                  <a:gd name="connsiteY0" fmla="*/ 30956 h 293941"/>
                  <a:gd name="connsiteX1" fmla="*/ 41418 w 247353"/>
                  <a:gd name="connsiteY1" fmla="*/ 95250 h 293941"/>
                  <a:gd name="connsiteX2" fmla="*/ 11129 w 247353"/>
                  <a:gd name="connsiteY2" fmla="*/ 95250 h 293941"/>
                  <a:gd name="connsiteX3" fmla="*/ 11129 w 247353"/>
                  <a:gd name="connsiteY3" fmla="*/ 0 h 293941"/>
                  <a:gd name="connsiteX4" fmla="*/ 247349 w 247353"/>
                  <a:gd name="connsiteY4" fmla="*/ 0 h 293941"/>
                  <a:gd name="connsiteX5" fmla="*/ 179340 w 247353"/>
                  <a:gd name="connsiteY5" fmla="*/ 151733 h 293941"/>
                  <a:gd name="connsiteX6" fmla="*/ 111141 w 247353"/>
                  <a:gd name="connsiteY6" fmla="*/ 262795 h 293941"/>
                  <a:gd name="connsiteX7" fmla="*/ 149432 w 247353"/>
                  <a:gd name="connsiteY7" fmla="*/ 262795 h 293941"/>
                  <a:gd name="connsiteX8" fmla="*/ 210011 w 247353"/>
                  <a:gd name="connsiteY8" fmla="*/ 198501 h 293941"/>
                  <a:gd name="connsiteX9" fmla="*/ 241634 w 247353"/>
                  <a:gd name="connsiteY9" fmla="*/ 198501 h 293941"/>
                  <a:gd name="connsiteX10" fmla="*/ 241634 w 247353"/>
                  <a:gd name="connsiteY10" fmla="*/ 293942 h 293941"/>
                  <a:gd name="connsiteX11" fmla="*/ 270 w 247353"/>
                  <a:gd name="connsiteY11" fmla="*/ 293942 h 293941"/>
                  <a:gd name="connsiteX12" fmla="*/ 75137 w 247353"/>
                  <a:gd name="connsiteY12" fmla="*/ 133731 h 293941"/>
                  <a:gd name="connsiteX13" fmla="*/ 138573 w 247353"/>
                  <a:gd name="connsiteY13" fmla="*/ 30671 h 293941"/>
                  <a:gd name="connsiteX14" fmla="*/ 109998 w 247353"/>
                  <a:gd name="connsiteY14" fmla="*/ 30861 h 293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47353" h="293941">
                    <a:moveTo>
                      <a:pt x="109998" y="30956"/>
                    </a:moveTo>
                    <a:cubicBezTo>
                      <a:pt x="46562" y="30956"/>
                      <a:pt x="41418" y="95250"/>
                      <a:pt x="41418" y="95250"/>
                    </a:cubicBezTo>
                    <a:lnTo>
                      <a:pt x="11129" y="95250"/>
                    </a:lnTo>
                    <a:lnTo>
                      <a:pt x="11129" y="0"/>
                    </a:lnTo>
                    <a:lnTo>
                      <a:pt x="247349" y="0"/>
                    </a:lnTo>
                    <a:cubicBezTo>
                      <a:pt x="247349" y="0"/>
                      <a:pt x="249254" y="73628"/>
                      <a:pt x="179340" y="151733"/>
                    </a:cubicBezTo>
                    <a:cubicBezTo>
                      <a:pt x="179340" y="151733"/>
                      <a:pt x="112856" y="228981"/>
                      <a:pt x="111141" y="262795"/>
                    </a:cubicBezTo>
                    <a:lnTo>
                      <a:pt x="149432" y="262795"/>
                    </a:lnTo>
                    <a:cubicBezTo>
                      <a:pt x="204391" y="262795"/>
                      <a:pt x="210011" y="198501"/>
                      <a:pt x="210011" y="198501"/>
                    </a:cubicBezTo>
                    <a:lnTo>
                      <a:pt x="241634" y="198501"/>
                    </a:lnTo>
                    <a:lnTo>
                      <a:pt x="241634" y="293942"/>
                    </a:lnTo>
                    <a:lnTo>
                      <a:pt x="270" y="293942"/>
                    </a:lnTo>
                    <a:cubicBezTo>
                      <a:pt x="270" y="293942"/>
                      <a:pt x="-8588" y="221647"/>
                      <a:pt x="75137" y="133731"/>
                    </a:cubicBezTo>
                    <a:cubicBezTo>
                      <a:pt x="75137" y="133731"/>
                      <a:pt x="126667" y="76200"/>
                      <a:pt x="138573" y="30671"/>
                    </a:cubicBezTo>
                    <a:lnTo>
                      <a:pt x="109998" y="3086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9" name="Freihandform: Form 8">
                <a:extLst>
                  <a:ext uri="{FF2B5EF4-FFF2-40B4-BE49-F238E27FC236}">
                    <a16:creationId xmlns:a16="http://schemas.microsoft.com/office/drawing/2014/main" id="{332057EA-233A-CDE3-2663-79192EFBFB78}"/>
                  </a:ext>
                </a:extLst>
              </p:cNvPr>
              <p:cNvSpPr/>
              <p:nvPr/>
            </p:nvSpPr>
            <p:spPr>
              <a:xfrm>
                <a:off x="6030181" y="3134295"/>
                <a:ext cx="156495" cy="293750"/>
              </a:xfrm>
              <a:custGeom>
                <a:avLst/>
                <a:gdLst>
                  <a:gd name="connsiteX0" fmla="*/ 156496 w 156495"/>
                  <a:gd name="connsiteY0" fmla="*/ 293751 h 293750"/>
                  <a:gd name="connsiteX1" fmla="*/ 156496 w 156495"/>
                  <a:gd name="connsiteY1" fmla="*/ 262604 h 293750"/>
                  <a:gd name="connsiteX2" fmla="*/ 149352 w 156495"/>
                  <a:gd name="connsiteY2" fmla="*/ 262604 h 293750"/>
                  <a:gd name="connsiteX3" fmla="*/ 125730 w 156495"/>
                  <a:gd name="connsiteY3" fmla="*/ 238982 h 293750"/>
                  <a:gd name="connsiteX4" fmla="*/ 125730 w 156495"/>
                  <a:gd name="connsiteY4" fmla="*/ 54769 h 293750"/>
                  <a:gd name="connsiteX5" fmla="*/ 149352 w 156495"/>
                  <a:gd name="connsiteY5" fmla="*/ 31147 h 293750"/>
                  <a:gd name="connsiteX6" fmla="*/ 156496 w 156495"/>
                  <a:gd name="connsiteY6" fmla="*/ 31147 h 293750"/>
                  <a:gd name="connsiteX7" fmla="*/ 156496 w 156495"/>
                  <a:gd name="connsiteY7" fmla="*/ 0 h 293750"/>
                  <a:gd name="connsiteX8" fmla="*/ 0 w 156495"/>
                  <a:gd name="connsiteY8" fmla="*/ 0 h 293750"/>
                  <a:gd name="connsiteX9" fmla="*/ 0 w 156495"/>
                  <a:gd name="connsiteY9" fmla="*/ 31147 h 293750"/>
                  <a:gd name="connsiteX10" fmla="*/ 7144 w 156495"/>
                  <a:gd name="connsiteY10" fmla="*/ 31147 h 293750"/>
                  <a:gd name="connsiteX11" fmla="*/ 30956 w 156495"/>
                  <a:gd name="connsiteY11" fmla="*/ 54769 h 293750"/>
                  <a:gd name="connsiteX12" fmla="*/ 30956 w 156495"/>
                  <a:gd name="connsiteY12" fmla="*/ 238982 h 293750"/>
                  <a:gd name="connsiteX13" fmla="*/ 7144 w 156495"/>
                  <a:gd name="connsiteY13" fmla="*/ 262604 h 293750"/>
                  <a:gd name="connsiteX14" fmla="*/ 0 w 156495"/>
                  <a:gd name="connsiteY14" fmla="*/ 262604 h 293750"/>
                  <a:gd name="connsiteX15" fmla="*/ 0 w 156495"/>
                  <a:gd name="connsiteY15" fmla="*/ 293751 h 293750"/>
                  <a:gd name="connsiteX16" fmla="*/ 156496 w 156495"/>
                  <a:gd name="connsiteY16" fmla="*/ 293751 h 293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56495" h="293750">
                    <a:moveTo>
                      <a:pt x="156496" y="293751"/>
                    </a:moveTo>
                    <a:lnTo>
                      <a:pt x="156496" y="262604"/>
                    </a:lnTo>
                    <a:lnTo>
                      <a:pt x="149352" y="262604"/>
                    </a:lnTo>
                    <a:cubicBezTo>
                      <a:pt x="136398" y="262604"/>
                      <a:pt x="125730" y="251936"/>
                      <a:pt x="125730" y="238982"/>
                    </a:cubicBezTo>
                    <a:lnTo>
                      <a:pt x="125730" y="54769"/>
                    </a:lnTo>
                    <a:cubicBezTo>
                      <a:pt x="125730" y="41815"/>
                      <a:pt x="136303" y="31147"/>
                      <a:pt x="149352" y="31147"/>
                    </a:cubicBezTo>
                    <a:lnTo>
                      <a:pt x="156496" y="31147"/>
                    </a:lnTo>
                    <a:lnTo>
                      <a:pt x="156496" y="0"/>
                    </a:lnTo>
                    <a:lnTo>
                      <a:pt x="0" y="0"/>
                    </a:lnTo>
                    <a:lnTo>
                      <a:pt x="0" y="31147"/>
                    </a:lnTo>
                    <a:lnTo>
                      <a:pt x="7144" y="31147"/>
                    </a:lnTo>
                    <a:cubicBezTo>
                      <a:pt x="20383" y="31147"/>
                      <a:pt x="30956" y="41720"/>
                      <a:pt x="30956" y="54769"/>
                    </a:cubicBezTo>
                    <a:lnTo>
                      <a:pt x="30956" y="238982"/>
                    </a:lnTo>
                    <a:cubicBezTo>
                      <a:pt x="30956" y="251936"/>
                      <a:pt x="20383" y="262604"/>
                      <a:pt x="7144" y="262604"/>
                    </a:cubicBezTo>
                    <a:lnTo>
                      <a:pt x="0" y="262604"/>
                    </a:lnTo>
                    <a:lnTo>
                      <a:pt x="0" y="293751"/>
                    </a:lnTo>
                    <a:lnTo>
                      <a:pt x="156496" y="29375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10" name="Freihandform: Form 9">
                <a:extLst>
                  <a:ext uri="{FF2B5EF4-FFF2-40B4-BE49-F238E27FC236}">
                    <a16:creationId xmlns:a16="http://schemas.microsoft.com/office/drawing/2014/main" id="{C431AB59-A256-45B3-F845-D7B892C8327A}"/>
                  </a:ext>
                </a:extLst>
              </p:cNvPr>
              <p:cNvSpPr/>
              <p:nvPr/>
            </p:nvSpPr>
            <p:spPr>
              <a:xfrm>
                <a:off x="5748718" y="3134295"/>
                <a:ext cx="248983" cy="294132"/>
              </a:xfrm>
              <a:custGeom>
                <a:avLst/>
                <a:gdLst>
                  <a:gd name="connsiteX0" fmla="*/ 248983 w 248983"/>
                  <a:gd name="connsiteY0" fmla="*/ 294037 h 294132"/>
                  <a:gd name="connsiteX1" fmla="*/ 248983 w 248983"/>
                  <a:gd name="connsiteY1" fmla="*/ 198596 h 294132"/>
                  <a:gd name="connsiteX2" fmla="*/ 217361 w 248983"/>
                  <a:gd name="connsiteY2" fmla="*/ 198596 h 294132"/>
                  <a:gd name="connsiteX3" fmla="*/ 156496 w 248983"/>
                  <a:gd name="connsiteY3" fmla="*/ 262890 h 294132"/>
                  <a:gd name="connsiteX4" fmla="*/ 124873 w 248983"/>
                  <a:gd name="connsiteY4" fmla="*/ 262890 h 294132"/>
                  <a:gd name="connsiteX5" fmla="*/ 124873 w 248983"/>
                  <a:gd name="connsiteY5" fmla="*/ 162687 h 294132"/>
                  <a:gd name="connsiteX6" fmla="*/ 136112 w 248983"/>
                  <a:gd name="connsiteY6" fmla="*/ 162687 h 294132"/>
                  <a:gd name="connsiteX7" fmla="*/ 159925 w 248983"/>
                  <a:gd name="connsiteY7" fmla="*/ 186500 h 294132"/>
                  <a:gd name="connsiteX8" fmla="*/ 159925 w 248983"/>
                  <a:gd name="connsiteY8" fmla="*/ 198406 h 294132"/>
                  <a:gd name="connsiteX9" fmla="*/ 191071 w 248983"/>
                  <a:gd name="connsiteY9" fmla="*/ 198406 h 294132"/>
                  <a:gd name="connsiteX10" fmla="*/ 191071 w 248983"/>
                  <a:gd name="connsiteY10" fmla="*/ 95631 h 294132"/>
                  <a:gd name="connsiteX11" fmla="*/ 159925 w 248983"/>
                  <a:gd name="connsiteY11" fmla="*/ 95631 h 294132"/>
                  <a:gd name="connsiteX12" fmla="*/ 159925 w 248983"/>
                  <a:gd name="connsiteY12" fmla="*/ 107537 h 294132"/>
                  <a:gd name="connsiteX13" fmla="*/ 136112 w 248983"/>
                  <a:gd name="connsiteY13" fmla="*/ 131350 h 294132"/>
                  <a:gd name="connsiteX14" fmla="*/ 124873 w 248983"/>
                  <a:gd name="connsiteY14" fmla="*/ 131350 h 294132"/>
                  <a:gd name="connsiteX15" fmla="*/ 124873 w 248983"/>
                  <a:gd name="connsiteY15" fmla="*/ 31147 h 294132"/>
                  <a:gd name="connsiteX16" fmla="*/ 156496 w 248983"/>
                  <a:gd name="connsiteY16" fmla="*/ 31147 h 294132"/>
                  <a:gd name="connsiteX17" fmla="*/ 217361 w 248983"/>
                  <a:gd name="connsiteY17" fmla="*/ 95441 h 294132"/>
                  <a:gd name="connsiteX18" fmla="*/ 248983 w 248983"/>
                  <a:gd name="connsiteY18" fmla="*/ 95441 h 294132"/>
                  <a:gd name="connsiteX19" fmla="*/ 248983 w 248983"/>
                  <a:gd name="connsiteY19" fmla="*/ 0 h 294132"/>
                  <a:gd name="connsiteX20" fmla="*/ 0 w 248983"/>
                  <a:gd name="connsiteY20" fmla="*/ 0 h 294132"/>
                  <a:gd name="connsiteX21" fmla="*/ 0 w 248983"/>
                  <a:gd name="connsiteY21" fmla="*/ 31337 h 294132"/>
                  <a:gd name="connsiteX22" fmla="*/ 7144 w 248983"/>
                  <a:gd name="connsiteY22" fmla="*/ 31337 h 294132"/>
                  <a:gd name="connsiteX23" fmla="*/ 30766 w 248983"/>
                  <a:gd name="connsiteY23" fmla="*/ 54959 h 294132"/>
                  <a:gd name="connsiteX24" fmla="*/ 30766 w 248983"/>
                  <a:gd name="connsiteY24" fmla="*/ 239173 h 294132"/>
                  <a:gd name="connsiteX25" fmla="*/ 7144 w 248983"/>
                  <a:gd name="connsiteY25" fmla="*/ 262795 h 294132"/>
                  <a:gd name="connsiteX26" fmla="*/ 0 w 248983"/>
                  <a:gd name="connsiteY26" fmla="*/ 262795 h 294132"/>
                  <a:gd name="connsiteX27" fmla="*/ 0 w 248983"/>
                  <a:gd name="connsiteY27" fmla="*/ 293942 h 294132"/>
                  <a:gd name="connsiteX28" fmla="*/ 248983 w 248983"/>
                  <a:gd name="connsiteY28" fmla="*/ 294132 h 2941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48983" h="294132">
                    <a:moveTo>
                      <a:pt x="248983" y="294037"/>
                    </a:moveTo>
                    <a:lnTo>
                      <a:pt x="248983" y="198596"/>
                    </a:lnTo>
                    <a:lnTo>
                      <a:pt x="217361" y="198596"/>
                    </a:lnTo>
                    <a:cubicBezTo>
                      <a:pt x="217361" y="198596"/>
                      <a:pt x="211550" y="262890"/>
                      <a:pt x="156496" y="262890"/>
                    </a:cubicBezTo>
                    <a:lnTo>
                      <a:pt x="124873" y="262890"/>
                    </a:lnTo>
                    <a:lnTo>
                      <a:pt x="124873" y="162687"/>
                    </a:lnTo>
                    <a:lnTo>
                      <a:pt x="136112" y="162687"/>
                    </a:lnTo>
                    <a:cubicBezTo>
                      <a:pt x="149352" y="162687"/>
                      <a:pt x="159925" y="173355"/>
                      <a:pt x="159925" y="186500"/>
                    </a:cubicBezTo>
                    <a:lnTo>
                      <a:pt x="159925" y="198406"/>
                    </a:lnTo>
                    <a:lnTo>
                      <a:pt x="191071" y="198406"/>
                    </a:lnTo>
                    <a:lnTo>
                      <a:pt x="191071" y="95631"/>
                    </a:lnTo>
                    <a:lnTo>
                      <a:pt x="159925" y="95631"/>
                    </a:lnTo>
                    <a:lnTo>
                      <a:pt x="159925" y="107537"/>
                    </a:lnTo>
                    <a:cubicBezTo>
                      <a:pt x="159925" y="120777"/>
                      <a:pt x="149352" y="131350"/>
                      <a:pt x="136112" y="131350"/>
                    </a:cubicBezTo>
                    <a:lnTo>
                      <a:pt x="124873" y="131350"/>
                    </a:lnTo>
                    <a:lnTo>
                      <a:pt x="124873" y="31147"/>
                    </a:lnTo>
                    <a:lnTo>
                      <a:pt x="156496" y="31147"/>
                    </a:lnTo>
                    <a:cubicBezTo>
                      <a:pt x="211455" y="31147"/>
                      <a:pt x="217361" y="95441"/>
                      <a:pt x="217361" y="95441"/>
                    </a:cubicBezTo>
                    <a:lnTo>
                      <a:pt x="248983" y="95441"/>
                    </a:lnTo>
                    <a:lnTo>
                      <a:pt x="248983" y="0"/>
                    </a:lnTo>
                    <a:lnTo>
                      <a:pt x="0" y="0"/>
                    </a:lnTo>
                    <a:lnTo>
                      <a:pt x="0" y="31337"/>
                    </a:lnTo>
                    <a:lnTo>
                      <a:pt x="7144" y="31337"/>
                    </a:lnTo>
                    <a:cubicBezTo>
                      <a:pt x="20098" y="31337"/>
                      <a:pt x="30766" y="42005"/>
                      <a:pt x="30766" y="54959"/>
                    </a:cubicBezTo>
                    <a:lnTo>
                      <a:pt x="30766" y="239173"/>
                    </a:lnTo>
                    <a:cubicBezTo>
                      <a:pt x="30766" y="252127"/>
                      <a:pt x="20193" y="262795"/>
                      <a:pt x="7144" y="262795"/>
                    </a:cubicBezTo>
                    <a:lnTo>
                      <a:pt x="0" y="262795"/>
                    </a:lnTo>
                    <a:lnTo>
                      <a:pt x="0" y="293942"/>
                    </a:lnTo>
                    <a:lnTo>
                      <a:pt x="248983" y="294132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11" name="Freihandform: Form 10">
                <a:extLst>
                  <a:ext uri="{FF2B5EF4-FFF2-40B4-BE49-F238E27FC236}">
                    <a16:creationId xmlns:a16="http://schemas.microsoft.com/office/drawing/2014/main" id="{677C6FF8-645D-1102-4897-A2B69288BC77}"/>
                  </a:ext>
                </a:extLst>
              </p:cNvPr>
              <p:cNvSpPr/>
              <p:nvPr/>
            </p:nvSpPr>
            <p:spPr>
              <a:xfrm>
                <a:off x="6217588" y="3134295"/>
                <a:ext cx="237562" cy="293941"/>
              </a:xfrm>
              <a:custGeom>
                <a:avLst/>
                <a:gdLst>
                  <a:gd name="connsiteX0" fmla="*/ 133586 w 237562"/>
                  <a:gd name="connsiteY0" fmla="*/ 30956 h 293941"/>
                  <a:gd name="connsiteX1" fmla="*/ 201976 w 237562"/>
                  <a:gd name="connsiteY1" fmla="*/ 95250 h 293941"/>
                  <a:gd name="connsiteX2" fmla="*/ 232551 w 237562"/>
                  <a:gd name="connsiteY2" fmla="*/ 95250 h 293941"/>
                  <a:gd name="connsiteX3" fmla="*/ 232551 w 237562"/>
                  <a:gd name="connsiteY3" fmla="*/ 0 h 293941"/>
                  <a:gd name="connsiteX4" fmla="*/ 6713 w 237562"/>
                  <a:gd name="connsiteY4" fmla="*/ 0 h 293941"/>
                  <a:gd name="connsiteX5" fmla="*/ 64339 w 237562"/>
                  <a:gd name="connsiteY5" fmla="*/ 151733 h 293941"/>
                  <a:gd name="connsiteX6" fmla="*/ 132348 w 237562"/>
                  <a:gd name="connsiteY6" fmla="*/ 262795 h 293941"/>
                  <a:gd name="connsiteX7" fmla="*/ 94248 w 237562"/>
                  <a:gd name="connsiteY7" fmla="*/ 262795 h 293941"/>
                  <a:gd name="connsiteX8" fmla="*/ 33383 w 237562"/>
                  <a:gd name="connsiteY8" fmla="*/ 198501 h 293941"/>
                  <a:gd name="connsiteX9" fmla="*/ 1760 w 237562"/>
                  <a:gd name="connsiteY9" fmla="*/ 198501 h 293941"/>
                  <a:gd name="connsiteX10" fmla="*/ 1760 w 237562"/>
                  <a:gd name="connsiteY10" fmla="*/ 293942 h 293941"/>
                  <a:gd name="connsiteX11" fmla="*/ 229312 w 237562"/>
                  <a:gd name="connsiteY11" fmla="*/ 293942 h 293941"/>
                  <a:gd name="connsiteX12" fmla="*/ 168257 w 237562"/>
                  <a:gd name="connsiteY12" fmla="*/ 133731 h 293941"/>
                  <a:gd name="connsiteX13" fmla="*/ 104821 w 237562"/>
                  <a:gd name="connsiteY13" fmla="*/ 30671 h 293941"/>
                  <a:gd name="connsiteX14" fmla="*/ 133586 w 237562"/>
                  <a:gd name="connsiteY14" fmla="*/ 30861 h 293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37562" h="293941">
                    <a:moveTo>
                      <a:pt x="133586" y="30956"/>
                    </a:moveTo>
                    <a:cubicBezTo>
                      <a:pt x="197023" y="30956"/>
                      <a:pt x="201976" y="95250"/>
                      <a:pt x="201976" y="95250"/>
                    </a:cubicBezTo>
                    <a:lnTo>
                      <a:pt x="232551" y="95250"/>
                    </a:lnTo>
                    <a:lnTo>
                      <a:pt x="232551" y="0"/>
                    </a:lnTo>
                    <a:lnTo>
                      <a:pt x="6713" y="0"/>
                    </a:lnTo>
                    <a:cubicBezTo>
                      <a:pt x="6713" y="0"/>
                      <a:pt x="-29006" y="46768"/>
                      <a:pt x="64339" y="151733"/>
                    </a:cubicBezTo>
                    <a:cubicBezTo>
                      <a:pt x="64339" y="151733"/>
                      <a:pt x="130538" y="228981"/>
                      <a:pt x="132348" y="262795"/>
                    </a:cubicBezTo>
                    <a:lnTo>
                      <a:pt x="94248" y="262795"/>
                    </a:lnTo>
                    <a:cubicBezTo>
                      <a:pt x="39289" y="262795"/>
                      <a:pt x="33383" y="198501"/>
                      <a:pt x="33383" y="198501"/>
                    </a:cubicBezTo>
                    <a:lnTo>
                      <a:pt x="1760" y="198501"/>
                    </a:lnTo>
                    <a:lnTo>
                      <a:pt x="1760" y="293942"/>
                    </a:lnTo>
                    <a:lnTo>
                      <a:pt x="229312" y="293942"/>
                    </a:lnTo>
                    <a:cubicBezTo>
                      <a:pt x="229312" y="293942"/>
                      <a:pt x="270651" y="249365"/>
                      <a:pt x="168257" y="133731"/>
                    </a:cubicBezTo>
                    <a:cubicBezTo>
                      <a:pt x="168257" y="133731"/>
                      <a:pt x="114536" y="78581"/>
                      <a:pt x="104821" y="30671"/>
                    </a:cubicBezTo>
                    <a:lnTo>
                      <a:pt x="133586" y="3086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12" name="Freihandform: Form 11">
                <a:extLst>
                  <a:ext uri="{FF2B5EF4-FFF2-40B4-BE49-F238E27FC236}">
                    <a16:creationId xmlns:a16="http://schemas.microsoft.com/office/drawing/2014/main" id="{F1F2A5DF-32E8-CE4E-C5E1-DD15FC33A47A}"/>
                  </a:ext>
                </a:extLst>
              </p:cNvPr>
              <p:cNvSpPr/>
              <p:nvPr/>
            </p:nvSpPr>
            <p:spPr>
              <a:xfrm>
                <a:off x="6481716" y="3134295"/>
                <a:ext cx="237562" cy="293941"/>
              </a:xfrm>
              <a:custGeom>
                <a:avLst/>
                <a:gdLst>
                  <a:gd name="connsiteX0" fmla="*/ 133586 w 237562"/>
                  <a:gd name="connsiteY0" fmla="*/ 30956 h 293941"/>
                  <a:gd name="connsiteX1" fmla="*/ 201976 w 237562"/>
                  <a:gd name="connsiteY1" fmla="*/ 95250 h 293941"/>
                  <a:gd name="connsiteX2" fmla="*/ 232265 w 237562"/>
                  <a:gd name="connsiteY2" fmla="*/ 95250 h 293941"/>
                  <a:gd name="connsiteX3" fmla="*/ 232265 w 237562"/>
                  <a:gd name="connsiteY3" fmla="*/ 0 h 293941"/>
                  <a:gd name="connsiteX4" fmla="*/ 6713 w 237562"/>
                  <a:gd name="connsiteY4" fmla="*/ 0 h 293941"/>
                  <a:gd name="connsiteX5" fmla="*/ 64339 w 237562"/>
                  <a:gd name="connsiteY5" fmla="*/ 151733 h 293941"/>
                  <a:gd name="connsiteX6" fmla="*/ 132348 w 237562"/>
                  <a:gd name="connsiteY6" fmla="*/ 262795 h 293941"/>
                  <a:gd name="connsiteX7" fmla="*/ 94248 w 237562"/>
                  <a:gd name="connsiteY7" fmla="*/ 262795 h 293941"/>
                  <a:gd name="connsiteX8" fmla="*/ 33383 w 237562"/>
                  <a:gd name="connsiteY8" fmla="*/ 198501 h 293941"/>
                  <a:gd name="connsiteX9" fmla="*/ 1760 w 237562"/>
                  <a:gd name="connsiteY9" fmla="*/ 198501 h 293941"/>
                  <a:gd name="connsiteX10" fmla="*/ 1760 w 237562"/>
                  <a:gd name="connsiteY10" fmla="*/ 293942 h 293941"/>
                  <a:gd name="connsiteX11" fmla="*/ 229313 w 237562"/>
                  <a:gd name="connsiteY11" fmla="*/ 293942 h 293941"/>
                  <a:gd name="connsiteX12" fmla="*/ 168257 w 237562"/>
                  <a:gd name="connsiteY12" fmla="*/ 133731 h 293941"/>
                  <a:gd name="connsiteX13" fmla="*/ 104821 w 237562"/>
                  <a:gd name="connsiteY13" fmla="*/ 30671 h 293941"/>
                  <a:gd name="connsiteX14" fmla="*/ 133586 w 237562"/>
                  <a:gd name="connsiteY14" fmla="*/ 30861 h 293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37562" h="293941">
                    <a:moveTo>
                      <a:pt x="133586" y="30956"/>
                    </a:moveTo>
                    <a:cubicBezTo>
                      <a:pt x="196832" y="30956"/>
                      <a:pt x="201976" y="95250"/>
                      <a:pt x="201976" y="95250"/>
                    </a:cubicBezTo>
                    <a:lnTo>
                      <a:pt x="232265" y="95250"/>
                    </a:lnTo>
                    <a:lnTo>
                      <a:pt x="232265" y="0"/>
                    </a:lnTo>
                    <a:lnTo>
                      <a:pt x="6713" y="0"/>
                    </a:lnTo>
                    <a:cubicBezTo>
                      <a:pt x="6713" y="0"/>
                      <a:pt x="-29006" y="46768"/>
                      <a:pt x="64339" y="151733"/>
                    </a:cubicBezTo>
                    <a:cubicBezTo>
                      <a:pt x="64339" y="151733"/>
                      <a:pt x="130538" y="228981"/>
                      <a:pt x="132348" y="262795"/>
                    </a:cubicBezTo>
                    <a:lnTo>
                      <a:pt x="94248" y="262795"/>
                    </a:lnTo>
                    <a:cubicBezTo>
                      <a:pt x="39289" y="262795"/>
                      <a:pt x="33383" y="198501"/>
                      <a:pt x="33383" y="198501"/>
                    </a:cubicBezTo>
                    <a:lnTo>
                      <a:pt x="1760" y="198501"/>
                    </a:lnTo>
                    <a:lnTo>
                      <a:pt x="1760" y="293942"/>
                    </a:lnTo>
                    <a:lnTo>
                      <a:pt x="229313" y="293942"/>
                    </a:lnTo>
                    <a:cubicBezTo>
                      <a:pt x="229313" y="293942"/>
                      <a:pt x="270651" y="249365"/>
                      <a:pt x="168257" y="133731"/>
                    </a:cubicBezTo>
                    <a:cubicBezTo>
                      <a:pt x="168257" y="133731"/>
                      <a:pt x="114536" y="78581"/>
                      <a:pt x="104821" y="30671"/>
                    </a:cubicBezTo>
                    <a:lnTo>
                      <a:pt x="133586" y="3086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</p:grpSp>
      </p:grpSp>
      <p:cxnSp>
        <p:nvCxnSpPr>
          <p:cNvPr id="3" name="Gerade Verbindung 22">
            <a:extLst>
              <a:ext uri="{FF2B5EF4-FFF2-40B4-BE49-F238E27FC236}">
                <a16:creationId xmlns:a16="http://schemas.microsoft.com/office/drawing/2014/main" id="{F93EA97A-4792-6A24-F6FF-1D571ACF72B2}"/>
              </a:ext>
            </a:extLst>
          </p:cNvPr>
          <p:cNvCxnSpPr>
            <a:cxnSpLocks/>
          </p:cNvCxnSpPr>
          <p:nvPr userDrawn="1"/>
        </p:nvCxnSpPr>
        <p:spPr>
          <a:xfrm>
            <a:off x="518319" y="6093705"/>
            <a:ext cx="4319998" cy="0"/>
          </a:xfrm>
          <a:prstGeom prst="line">
            <a:avLst/>
          </a:prstGeom>
          <a:ln w="6350">
            <a:solidFill>
              <a:srgbClr val="DCE3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CF362FBA-52B2-8F11-0432-4977404920AA}"/>
              </a:ext>
            </a:extLst>
          </p:cNvPr>
          <p:cNvGrpSpPr/>
          <p:nvPr userDrawn="1"/>
        </p:nvGrpSpPr>
        <p:grpSpPr>
          <a:xfrm>
            <a:off x="307324" y="-697715"/>
            <a:ext cx="11367557" cy="411958"/>
            <a:chOff x="307324" y="6944501"/>
            <a:chExt cx="11367557" cy="411958"/>
          </a:xfrm>
        </p:grpSpPr>
        <p:grpSp>
          <p:nvGrpSpPr>
            <p:cNvPr id="14" name="Gruppieren 13">
              <a:extLst>
                <a:ext uri="{FF2B5EF4-FFF2-40B4-BE49-F238E27FC236}">
                  <a16:creationId xmlns:a16="http://schemas.microsoft.com/office/drawing/2014/main" id="{D9770F15-C1A5-569D-1207-82C79F9A999A}"/>
                </a:ext>
              </a:extLst>
            </p:cNvPr>
            <p:cNvGrpSpPr/>
            <p:nvPr/>
          </p:nvGrpSpPr>
          <p:grpSpPr>
            <a:xfrm rot="16200000">
              <a:off x="205653" y="7046174"/>
              <a:ext cx="411956" cy="208614"/>
              <a:chOff x="-615197" y="4303061"/>
              <a:chExt cx="411956" cy="208614"/>
            </a:xfrm>
          </p:grpSpPr>
          <p:cxnSp>
            <p:nvCxnSpPr>
              <p:cNvPr id="25" name="Gerader Verbinder 24">
                <a:extLst>
                  <a:ext uri="{FF2B5EF4-FFF2-40B4-BE49-F238E27FC236}">
                    <a16:creationId xmlns:a16="http://schemas.microsoft.com/office/drawing/2014/main" id="{4718398F-15A8-8BB7-22FC-C14731E323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Textfeld 26">
                <a:extLst>
                  <a:ext uri="{FF2B5EF4-FFF2-40B4-BE49-F238E27FC236}">
                    <a16:creationId xmlns:a16="http://schemas.microsoft.com/office/drawing/2014/main" id="{D490FCF4-22B1-3ABC-8212-AE3E1F076A93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15.50</a:t>
                </a:r>
              </a:p>
            </p:txBody>
          </p:sp>
        </p:grpSp>
        <p:grpSp>
          <p:nvGrpSpPr>
            <p:cNvPr id="15" name="Gruppieren 14">
              <a:extLst>
                <a:ext uri="{FF2B5EF4-FFF2-40B4-BE49-F238E27FC236}">
                  <a16:creationId xmlns:a16="http://schemas.microsoft.com/office/drawing/2014/main" id="{F2493E7A-51D1-D3D2-88B7-8502767065EF}"/>
                </a:ext>
              </a:extLst>
            </p:cNvPr>
            <p:cNvGrpSpPr/>
            <p:nvPr/>
          </p:nvGrpSpPr>
          <p:grpSpPr>
            <a:xfrm rot="16200000">
              <a:off x="5641253" y="7046174"/>
              <a:ext cx="411956" cy="208614"/>
              <a:chOff x="-615197" y="4303061"/>
              <a:chExt cx="411956" cy="208614"/>
            </a:xfrm>
          </p:grpSpPr>
          <p:cxnSp>
            <p:nvCxnSpPr>
              <p:cNvPr id="23" name="Gerader Verbinder 22">
                <a:extLst>
                  <a:ext uri="{FF2B5EF4-FFF2-40B4-BE49-F238E27FC236}">
                    <a16:creationId xmlns:a16="http://schemas.microsoft.com/office/drawing/2014/main" id="{53A9BD09-9C48-B53F-AE1A-45A7D4DC6A3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Textfeld 23">
                <a:extLst>
                  <a:ext uri="{FF2B5EF4-FFF2-40B4-BE49-F238E27FC236}">
                    <a16:creationId xmlns:a16="http://schemas.microsoft.com/office/drawing/2014/main" id="{9E715611-86A0-94F5-4D2A-D3376C0DB690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00.40</a:t>
                </a:r>
              </a:p>
            </p:txBody>
          </p:sp>
        </p:grpSp>
        <p:grpSp>
          <p:nvGrpSpPr>
            <p:cNvPr id="16" name="Gruppieren 15">
              <a:extLst>
                <a:ext uri="{FF2B5EF4-FFF2-40B4-BE49-F238E27FC236}">
                  <a16:creationId xmlns:a16="http://schemas.microsoft.com/office/drawing/2014/main" id="{9EBFB01C-9D08-19BF-9A05-DEB09657FD30}"/>
                </a:ext>
              </a:extLst>
            </p:cNvPr>
            <p:cNvGrpSpPr/>
            <p:nvPr/>
          </p:nvGrpSpPr>
          <p:grpSpPr>
            <a:xfrm rot="5400000">
              <a:off x="6093326" y="7050196"/>
              <a:ext cx="411957" cy="200568"/>
              <a:chOff x="-615198" y="4354167"/>
              <a:chExt cx="411957" cy="200568"/>
            </a:xfrm>
          </p:grpSpPr>
          <p:cxnSp>
            <p:nvCxnSpPr>
              <p:cNvPr id="21" name="Gerader Verbinder 20">
                <a:extLst>
                  <a:ext uri="{FF2B5EF4-FFF2-40B4-BE49-F238E27FC236}">
                    <a16:creationId xmlns:a16="http://schemas.microsoft.com/office/drawing/2014/main" id="{FF6F691A-C9DA-A0C4-D8AE-183667DF5B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47A906DE-FAAC-F6B6-181F-69F9EBD393B9}"/>
                  </a:ext>
                </a:extLst>
              </p:cNvPr>
              <p:cNvSpPr txBox="1"/>
              <p:nvPr/>
            </p:nvSpPr>
            <p:spPr>
              <a:xfrm rot="10800000">
                <a:off x="-615198" y="4354167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00.40</a:t>
                </a:r>
              </a:p>
            </p:txBody>
          </p:sp>
        </p:grpSp>
        <p:cxnSp>
          <p:nvCxnSpPr>
            <p:cNvPr id="17" name="Gerader Verbinder 16">
              <a:extLst>
                <a:ext uri="{FF2B5EF4-FFF2-40B4-BE49-F238E27FC236}">
                  <a16:creationId xmlns:a16="http://schemas.microsoft.com/office/drawing/2014/main" id="{2E4C8D80-45AE-7950-1232-9CC746E4C88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890022" y="7150480"/>
              <a:ext cx="411956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Gruppieren 17">
              <a:extLst>
                <a:ext uri="{FF2B5EF4-FFF2-40B4-BE49-F238E27FC236}">
                  <a16:creationId xmlns:a16="http://schemas.microsoft.com/office/drawing/2014/main" id="{87EE7313-C2A8-8C4F-6704-D1972FF93802}"/>
                </a:ext>
              </a:extLst>
            </p:cNvPr>
            <p:cNvGrpSpPr/>
            <p:nvPr/>
          </p:nvGrpSpPr>
          <p:grpSpPr>
            <a:xfrm rot="16200000">
              <a:off x="11364596" y="7046174"/>
              <a:ext cx="411956" cy="208614"/>
              <a:chOff x="-615197" y="4303061"/>
              <a:chExt cx="411956" cy="208614"/>
            </a:xfrm>
          </p:grpSpPr>
          <p:cxnSp>
            <p:nvCxnSpPr>
              <p:cNvPr id="19" name="Gerader Verbinder 18">
                <a:extLst>
                  <a:ext uri="{FF2B5EF4-FFF2-40B4-BE49-F238E27FC236}">
                    <a16:creationId xmlns:a16="http://schemas.microsoft.com/office/drawing/2014/main" id="{1A385514-4AB5-AFE8-12A0-EF4DF364F7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6A317969-C1EC-2D81-E725-00011FFA5AAB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15.50</a:t>
                </a:r>
              </a:p>
            </p:txBody>
          </p:sp>
        </p:grpSp>
      </p:grp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517853A4-F833-3B61-008C-C4C134FC916E}"/>
              </a:ext>
            </a:extLst>
          </p:cNvPr>
          <p:cNvGrpSpPr/>
          <p:nvPr userDrawn="1"/>
        </p:nvGrpSpPr>
        <p:grpSpPr>
          <a:xfrm>
            <a:off x="-697714" y="80201"/>
            <a:ext cx="411956" cy="6713707"/>
            <a:chOff x="-502267" y="80201"/>
            <a:chExt cx="411956" cy="6713707"/>
          </a:xfrm>
        </p:grpSpPr>
        <p:grpSp>
          <p:nvGrpSpPr>
            <p:cNvPr id="29" name="Gruppieren 28">
              <a:extLst>
                <a:ext uri="{FF2B5EF4-FFF2-40B4-BE49-F238E27FC236}">
                  <a16:creationId xmlns:a16="http://schemas.microsoft.com/office/drawing/2014/main" id="{997D451C-1C03-30D2-CFD2-E8931F78F448}"/>
                </a:ext>
              </a:extLst>
            </p:cNvPr>
            <p:cNvGrpSpPr/>
            <p:nvPr/>
          </p:nvGrpSpPr>
          <p:grpSpPr>
            <a:xfrm>
              <a:off x="-502267" y="6593340"/>
              <a:ext cx="411956" cy="200568"/>
              <a:chOff x="-615197" y="4452994"/>
              <a:chExt cx="411956" cy="200568"/>
            </a:xfrm>
          </p:grpSpPr>
          <p:sp>
            <p:nvSpPr>
              <p:cNvPr id="45" name="Textfeld 44">
                <a:extLst>
                  <a:ext uri="{FF2B5EF4-FFF2-40B4-BE49-F238E27FC236}">
                    <a16:creationId xmlns:a16="http://schemas.microsoft.com/office/drawing/2014/main" id="{1D0CEAD7-4115-3BC1-0079-989B8187868D}"/>
                  </a:ext>
                </a:extLst>
              </p:cNvPr>
              <p:cNvSpPr txBox="1"/>
              <p:nvPr/>
            </p:nvSpPr>
            <p:spPr>
              <a:xfrm>
                <a:off x="-615197" y="4452994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08.92</a:t>
                </a:r>
              </a:p>
            </p:txBody>
          </p:sp>
          <p:cxnSp>
            <p:nvCxnSpPr>
              <p:cNvPr id="64" name="Gerader Verbinder 63">
                <a:extLst>
                  <a:ext uri="{FF2B5EF4-FFF2-40B4-BE49-F238E27FC236}">
                    <a16:creationId xmlns:a16="http://schemas.microsoft.com/office/drawing/2014/main" id="{F42B7B74-2614-F945-36BC-B9AA5027DE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497389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" name="Gruppieren 29">
              <a:extLst>
                <a:ext uri="{FF2B5EF4-FFF2-40B4-BE49-F238E27FC236}">
                  <a16:creationId xmlns:a16="http://schemas.microsoft.com/office/drawing/2014/main" id="{C2DA78D6-E736-1E3B-C3AB-D61F73267BD7}"/>
                </a:ext>
              </a:extLst>
            </p:cNvPr>
            <p:cNvGrpSpPr/>
            <p:nvPr/>
          </p:nvGrpSpPr>
          <p:grpSpPr>
            <a:xfrm>
              <a:off x="-502267" y="5876163"/>
              <a:ext cx="411956" cy="216662"/>
              <a:chOff x="-615197" y="4295013"/>
              <a:chExt cx="411956" cy="216662"/>
            </a:xfrm>
          </p:grpSpPr>
          <p:cxnSp>
            <p:nvCxnSpPr>
              <p:cNvPr id="43" name="Gerader Verbinder 42">
                <a:extLst>
                  <a:ext uri="{FF2B5EF4-FFF2-40B4-BE49-F238E27FC236}">
                    <a16:creationId xmlns:a16="http://schemas.microsoft.com/office/drawing/2014/main" id="{FA408C84-AA43-FF0F-8535-1F342C131A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Textfeld 43">
                <a:extLst>
                  <a:ext uri="{FF2B5EF4-FFF2-40B4-BE49-F238E27FC236}">
                    <a16:creationId xmlns:a16="http://schemas.microsoft.com/office/drawing/2014/main" id="{55E242F4-4585-D73F-23D8-1BDAB5A39ABE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07.40</a:t>
                </a:r>
              </a:p>
            </p:txBody>
          </p:sp>
        </p:grpSp>
        <p:grpSp>
          <p:nvGrpSpPr>
            <p:cNvPr id="31" name="Gruppieren 30">
              <a:extLst>
                <a:ext uri="{FF2B5EF4-FFF2-40B4-BE49-F238E27FC236}">
                  <a16:creationId xmlns:a16="http://schemas.microsoft.com/office/drawing/2014/main" id="{E724CBD1-6286-9930-82E0-52EFC0537EDE}"/>
                </a:ext>
              </a:extLst>
            </p:cNvPr>
            <p:cNvGrpSpPr/>
            <p:nvPr/>
          </p:nvGrpSpPr>
          <p:grpSpPr>
            <a:xfrm>
              <a:off x="-502267" y="3212338"/>
              <a:ext cx="411956" cy="216662"/>
              <a:chOff x="-615197" y="4295013"/>
              <a:chExt cx="411956" cy="216662"/>
            </a:xfrm>
          </p:grpSpPr>
          <p:cxnSp>
            <p:nvCxnSpPr>
              <p:cNvPr id="41" name="Gerader Verbinder 40">
                <a:extLst>
                  <a:ext uri="{FF2B5EF4-FFF2-40B4-BE49-F238E27FC236}">
                    <a16:creationId xmlns:a16="http://schemas.microsoft.com/office/drawing/2014/main" id="{DAFD49A4-DB3B-69F3-FBF1-69C842BDF5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Textfeld 41">
                <a:extLst>
                  <a:ext uri="{FF2B5EF4-FFF2-40B4-BE49-F238E27FC236}">
                    <a16:creationId xmlns:a16="http://schemas.microsoft.com/office/drawing/2014/main" id="{9CEBA6C2-54FF-C5D0-6DD9-1EB988F095F2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00.00</a:t>
                </a:r>
              </a:p>
            </p:txBody>
          </p:sp>
        </p:grpSp>
        <p:grpSp>
          <p:nvGrpSpPr>
            <p:cNvPr id="32" name="Gruppieren 31">
              <a:extLst>
                <a:ext uri="{FF2B5EF4-FFF2-40B4-BE49-F238E27FC236}">
                  <a16:creationId xmlns:a16="http://schemas.microsoft.com/office/drawing/2014/main" id="{7494A4D1-9AD3-E2CB-52FB-729E03F158F5}"/>
                </a:ext>
              </a:extLst>
            </p:cNvPr>
            <p:cNvGrpSpPr/>
            <p:nvPr/>
          </p:nvGrpSpPr>
          <p:grpSpPr>
            <a:xfrm>
              <a:off x="-502267" y="835851"/>
              <a:ext cx="411956" cy="216662"/>
              <a:chOff x="-615197" y="4295013"/>
              <a:chExt cx="411956" cy="216662"/>
            </a:xfrm>
          </p:grpSpPr>
          <p:cxnSp>
            <p:nvCxnSpPr>
              <p:cNvPr id="39" name="Gerader Verbinder 38">
                <a:extLst>
                  <a:ext uri="{FF2B5EF4-FFF2-40B4-BE49-F238E27FC236}">
                    <a16:creationId xmlns:a16="http://schemas.microsoft.com/office/drawing/2014/main" id="{E02EA3CD-05E3-F601-5D65-B313D7E8F06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6EA9F0A2-DCF2-48CB-8BB5-4058568157D3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06.60</a:t>
                </a:r>
              </a:p>
            </p:txBody>
          </p:sp>
        </p:grpSp>
        <p:grpSp>
          <p:nvGrpSpPr>
            <p:cNvPr id="33" name="Gruppieren 32">
              <a:extLst>
                <a:ext uri="{FF2B5EF4-FFF2-40B4-BE49-F238E27FC236}">
                  <a16:creationId xmlns:a16="http://schemas.microsoft.com/office/drawing/2014/main" id="{3F138517-80AC-8B7A-5C0A-3DCC2652CFAF}"/>
                </a:ext>
              </a:extLst>
            </p:cNvPr>
            <p:cNvGrpSpPr/>
            <p:nvPr/>
          </p:nvGrpSpPr>
          <p:grpSpPr>
            <a:xfrm>
              <a:off x="-502267" y="1412113"/>
              <a:ext cx="411956" cy="216662"/>
              <a:chOff x="-615197" y="4295013"/>
              <a:chExt cx="411956" cy="216662"/>
            </a:xfrm>
          </p:grpSpPr>
          <p:cxnSp>
            <p:nvCxnSpPr>
              <p:cNvPr id="37" name="Gerader Verbinder 36">
                <a:extLst>
                  <a:ext uri="{FF2B5EF4-FFF2-40B4-BE49-F238E27FC236}">
                    <a16:creationId xmlns:a16="http://schemas.microsoft.com/office/drawing/2014/main" id="{62B235A4-8098-D05F-D609-8FA37CB1FC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Textfeld 37">
                <a:extLst>
                  <a:ext uri="{FF2B5EF4-FFF2-40B4-BE49-F238E27FC236}">
                    <a16:creationId xmlns:a16="http://schemas.microsoft.com/office/drawing/2014/main" id="{05D63ED9-1E19-FCE2-FDD8-4F9680B55919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05.00</a:t>
                </a:r>
              </a:p>
            </p:txBody>
          </p:sp>
        </p:grpSp>
        <p:grpSp>
          <p:nvGrpSpPr>
            <p:cNvPr id="34" name="Gruppieren 33">
              <a:extLst>
                <a:ext uri="{FF2B5EF4-FFF2-40B4-BE49-F238E27FC236}">
                  <a16:creationId xmlns:a16="http://schemas.microsoft.com/office/drawing/2014/main" id="{67F4F16C-1DD6-A18D-D818-97A9A046341D}"/>
                </a:ext>
              </a:extLst>
            </p:cNvPr>
            <p:cNvGrpSpPr/>
            <p:nvPr/>
          </p:nvGrpSpPr>
          <p:grpSpPr>
            <a:xfrm>
              <a:off x="-502267" y="80201"/>
              <a:ext cx="411956" cy="216662"/>
              <a:chOff x="-615197" y="4258501"/>
              <a:chExt cx="411956" cy="216662"/>
            </a:xfrm>
          </p:grpSpPr>
          <p:cxnSp>
            <p:nvCxnSpPr>
              <p:cNvPr id="35" name="Gerader Verbinder 34">
                <a:extLst>
                  <a:ext uri="{FF2B5EF4-FFF2-40B4-BE49-F238E27FC236}">
                    <a16:creationId xmlns:a16="http://schemas.microsoft.com/office/drawing/2014/main" id="{65EA8DEF-A3AA-68A1-20B0-977ED03662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475163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feld 35">
                <a:extLst>
                  <a:ext uri="{FF2B5EF4-FFF2-40B4-BE49-F238E27FC236}">
                    <a16:creationId xmlns:a16="http://schemas.microsoft.com/office/drawing/2014/main" id="{720063E8-2170-FFA4-D179-8AD1B9DFC69F}"/>
                  </a:ext>
                </a:extLst>
              </p:cNvPr>
              <p:cNvSpPr txBox="1"/>
              <p:nvPr/>
            </p:nvSpPr>
            <p:spPr>
              <a:xfrm>
                <a:off x="-615197" y="425850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08.70</a:t>
                </a:r>
              </a:p>
            </p:txBody>
          </p:sp>
        </p:grpSp>
      </p:grpSp>
      <p:grpSp>
        <p:nvGrpSpPr>
          <p:cNvPr id="65" name="Gruppieren 64">
            <a:extLst>
              <a:ext uri="{FF2B5EF4-FFF2-40B4-BE49-F238E27FC236}">
                <a16:creationId xmlns:a16="http://schemas.microsoft.com/office/drawing/2014/main" id="{88668BED-347A-A9E7-6655-DDB3EC02DD5E}"/>
              </a:ext>
            </a:extLst>
          </p:cNvPr>
          <p:cNvGrpSpPr/>
          <p:nvPr userDrawn="1"/>
        </p:nvGrpSpPr>
        <p:grpSpPr>
          <a:xfrm>
            <a:off x="11170442" y="299244"/>
            <a:ext cx="505400" cy="505400"/>
            <a:chOff x="5423248" y="2756248"/>
            <a:chExt cx="1349978" cy="1349978"/>
          </a:xfrm>
        </p:grpSpPr>
        <p:sp>
          <p:nvSpPr>
            <p:cNvPr id="67" name="Freihandform: Form 66">
              <a:extLst>
                <a:ext uri="{FF2B5EF4-FFF2-40B4-BE49-F238E27FC236}">
                  <a16:creationId xmlns:a16="http://schemas.microsoft.com/office/drawing/2014/main" id="{E8CF7E04-1EE4-8B5A-18AF-B0B85F6B7134}"/>
                </a:ext>
              </a:extLst>
            </p:cNvPr>
            <p:cNvSpPr/>
            <p:nvPr/>
          </p:nvSpPr>
          <p:spPr>
            <a:xfrm>
              <a:off x="5423248" y="2756248"/>
              <a:ext cx="1349978" cy="1349978"/>
            </a:xfrm>
            <a:custGeom>
              <a:avLst/>
              <a:gdLst>
                <a:gd name="connsiteX0" fmla="*/ 1349788 w 1349978"/>
                <a:gd name="connsiteY0" fmla="*/ 1349978 h 1349978"/>
                <a:gd name="connsiteX1" fmla="*/ 675037 w 1349978"/>
                <a:gd name="connsiteY1" fmla="*/ 1205389 h 1349978"/>
                <a:gd name="connsiteX2" fmla="*/ 0 w 1349978"/>
                <a:gd name="connsiteY2" fmla="*/ 1349978 h 1349978"/>
                <a:gd name="connsiteX3" fmla="*/ 0 w 1349978"/>
                <a:gd name="connsiteY3" fmla="*/ 0 h 1349978"/>
                <a:gd name="connsiteX4" fmla="*/ 1349978 w 1349978"/>
                <a:gd name="connsiteY4" fmla="*/ 0 h 1349978"/>
                <a:gd name="connsiteX5" fmla="*/ 1349788 w 1349978"/>
                <a:gd name="connsiteY5" fmla="*/ 1349978 h 1349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9978" h="1349978">
                  <a:moveTo>
                    <a:pt x="1349788" y="1349978"/>
                  </a:moveTo>
                  <a:cubicBezTo>
                    <a:pt x="1143953" y="1257110"/>
                    <a:pt x="915543" y="1205389"/>
                    <a:pt x="675037" y="1205389"/>
                  </a:cubicBezTo>
                  <a:cubicBezTo>
                    <a:pt x="434530" y="1205389"/>
                    <a:pt x="205835" y="1257110"/>
                    <a:pt x="0" y="1349978"/>
                  </a:cubicBezTo>
                  <a:lnTo>
                    <a:pt x="0" y="0"/>
                  </a:lnTo>
                  <a:lnTo>
                    <a:pt x="1349978" y="0"/>
                  </a:lnTo>
                  <a:lnTo>
                    <a:pt x="1349788" y="1349978"/>
                  </a:lnTo>
                  <a:close/>
                </a:path>
              </a:pathLst>
            </a:custGeom>
            <a:solidFill>
              <a:srgbClr val="0F2D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grpSp>
          <p:nvGrpSpPr>
            <p:cNvPr id="68" name="Grafik 31">
              <a:extLst>
                <a:ext uri="{FF2B5EF4-FFF2-40B4-BE49-F238E27FC236}">
                  <a16:creationId xmlns:a16="http://schemas.microsoft.com/office/drawing/2014/main" id="{F50166FE-5013-F0A0-3B78-C1E1311B7EDD}"/>
                </a:ext>
              </a:extLst>
            </p:cNvPr>
            <p:cNvGrpSpPr/>
            <p:nvPr/>
          </p:nvGrpSpPr>
          <p:grpSpPr>
            <a:xfrm>
              <a:off x="5474985" y="3134295"/>
              <a:ext cx="1244293" cy="294132"/>
              <a:chOff x="5474985" y="3134295"/>
              <a:chExt cx="1244293" cy="294132"/>
            </a:xfrm>
            <a:solidFill>
              <a:srgbClr val="FFFFFF"/>
            </a:solidFill>
          </p:grpSpPr>
          <p:sp>
            <p:nvSpPr>
              <p:cNvPr id="69" name="Freihandform: Form 68">
                <a:extLst>
                  <a:ext uri="{FF2B5EF4-FFF2-40B4-BE49-F238E27FC236}">
                    <a16:creationId xmlns:a16="http://schemas.microsoft.com/office/drawing/2014/main" id="{A897A60A-EE8E-2B5A-6049-4585F9B874BF}"/>
                  </a:ext>
                </a:extLst>
              </p:cNvPr>
              <p:cNvSpPr/>
              <p:nvPr/>
            </p:nvSpPr>
            <p:spPr>
              <a:xfrm>
                <a:off x="5474985" y="3134295"/>
                <a:ext cx="247353" cy="293941"/>
              </a:xfrm>
              <a:custGeom>
                <a:avLst/>
                <a:gdLst>
                  <a:gd name="connsiteX0" fmla="*/ 109998 w 247353"/>
                  <a:gd name="connsiteY0" fmla="*/ 30956 h 293941"/>
                  <a:gd name="connsiteX1" fmla="*/ 41418 w 247353"/>
                  <a:gd name="connsiteY1" fmla="*/ 95250 h 293941"/>
                  <a:gd name="connsiteX2" fmla="*/ 11129 w 247353"/>
                  <a:gd name="connsiteY2" fmla="*/ 95250 h 293941"/>
                  <a:gd name="connsiteX3" fmla="*/ 11129 w 247353"/>
                  <a:gd name="connsiteY3" fmla="*/ 0 h 293941"/>
                  <a:gd name="connsiteX4" fmla="*/ 247349 w 247353"/>
                  <a:gd name="connsiteY4" fmla="*/ 0 h 293941"/>
                  <a:gd name="connsiteX5" fmla="*/ 179340 w 247353"/>
                  <a:gd name="connsiteY5" fmla="*/ 151733 h 293941"/>
                  <a:gd name="connsiteX6" fmla="*/ 111141 w 247353"/>
                  <a:gd name="connsiteY6" fmla="*/ 262795 h 293941"/>
                  <a:gd name="connsiteX7" fmla="*/ 149432 w 247353"/>
                  <a:gd name="connsiteY7" fmla="*/ 262795 h 293941"/>
                  <a:gd name="connsiteX8" fmla="*/ 210011 w 247353"/>
                  <a:gd name="connsiteY8" fmla="*/ 198501 h 293941"/>
                  <a:gd name="connsiteX9" fmla="*/ 241634 w 247353"/>
                  <a:gd name="connsiteY9" fmla="*/ 198501 h 293941"/>
                  <a:gd name="connsiteX10" fmla="*/ 241634 w 247353"/>
                  <a:gd name="connsiteY10" fmla="*/ 293942 h 293941"/>
                  <a:gd name="connsiteX11" fmla="*/ 270 w 247353"/>
                  <a:gd name="connsiteY11" fmla="*/ 293942 h 293941"/>
                  <a:gd name="connsiteX12" fmla="*/ 75137 w 247353"/>
                  <a:gd name="connsiteY12" fmla="*/ 133731 h 293941"/>
                  <a:gd name="connsiteX13" fmla="*/ 138573 w 247353"/>
                  <a:gd name="connsiteY13" fmla="*/ 30671 h 293941"/>
                  <a:gd name="connsiteX14" fmla="*/ 109998 w 247353"/>
                  <a:gd name="connsiteY14" fmla="*/ 30861 h 293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47353" h="293941">
                    <a:moveTo>
                      <a:pt x="109998" y="30956"/>
                    </a:moveTo>
                    <a:cubicBezTo>
                      <a:pt x="46562" y="30956"/>
                      <a:pt x="41418" y="95250"/>
                      <a:pt x="41418" y="95250"/>
                    </a:cubicBezTo>
                    <a:lnTo>
                      <a:pt x="11129" y="95250"/>
                    </a:lnTo>
                    <a:lnTo>
                      <a:pt x="11129" y="0"/>
                    </a:lnTo>
                    <a:lnTo>
                      <a:pt x="247349" y="0"/>
                    </a:lnTo>
                    <a:cubicBezTo>
                      <a:pt x="247349" y="0"/>
                      <a:pt x="249254" y="73628"/>
                      <a:pt x="179340" y="151733"/>
                    </a:cubicBezTo>
                    <a:cubicBezTo>
                      <a:pt x="179340" y="151733"/>
                      <a:pt x="112856" y="228981"/>
                      <a:pt x="111141" y="262795"/>
                    </a:cubicBezTo>
                    <a:lnTo>
                      <a:pt x="149432" y="262795"/>
                    </a:lnTo>
                    <a:cubicBezTo>
                      <a:pt x="204391" y="262795"/>
                      <a:pt x="210011" y="198501"/>
                      <a:pt x="210011" y="198501"/>
                    </a:cubicBezTo>
                    <a:lnTo>
                      <a:pt x="241634" y="198501"/>
                    </a:lnTo>
                    <a:lnTo>
                      <a:pt x="241634" y="293942"/>
                    </a:lnTo>
                    <a:lnTo>
                      <a:pt x="270" y="293942"/>
                    </a:lnTo>
                    <a:cubicBezTo>
                      <a:pt x="270" y="293942"/>
                      <a:pt x="-8588" y="221647"/>
                      <a:pt x="75137" y="133731"/>
                    </a:cubicBezTo>
                    <a:cubicBezTo>
                      <a:pt x="75137" y="133731"/>
                      <a:pt x="126667" y="76200"/>
                      <a:pt x="138573" y="30671"/>
                    </a:cubicBezTo>
                    <a:lnTo>
                      <a:pt x="109998" y="3086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70" name="Freihandform: Form 69">
                <a:extLst>
                  <a:ext uri="{FF2B5EF4-FFF2-40B4-BE49-F238E27FC236}">
                    <a16:creationId xmlns:a16="http://schemas.microsoft.com/office/drawing/2014/main" id="{5C2C87FB-EE64-5A77-F17D-C0CBEE727881}"/>
                  </a:ext>
                </a:extLst>
              </p:cNvPr>
              <p:cNvSpPr/>
              <p:nvPr/>
            </p:nvSpPr>
            <p:spPr>
              <a:xfrm>
                <a:off x="6030181" y="3134295"/>
                <a:ext cx="156495" cy="293750"/>
              </a:xfrm>
              <a:custGeom>
                <a:avLst/>
                <a:gdLst>
                  <a:gd name="connsiteX0" fmla="*/ 156496 w 156495"/>
                  <a:gd name="connsiteY0" fmla="*/ 293751 h 293750"/>
                  <a:gd name="connsiteX1" fmla="*/ 156496 w 156495"/>
                  <a:gd name="connsiteY1" fmla="*/ 262604 h 293750"/>
                  <a:gd name="connsiteX2" fmla="*/ 149352 w 156495"/>
                  <a:gd name="connsiteY2" fmla="*/ 262604 h 293750"/>
                  <a:gd name="connsiteX3" fmla="*/ 125730 w 156495"/>
                  <a:gd name="connsiteY3" fmla="*/ 238982 h 293750"/>
                  <a:gd name="connsiteX4" fmla="*/ 125730 w 156495"/>
                  <a:gd name="connsiteY4" fmla="*/ 54769 h 293750"/>
                  <a:gd name="connsiteX5" fmla="*/ 149352 w 156495"/>
                  <a:gd name="connsiteY5" fmla="*/ 31147 h 293750"/>
                  <a:gd name="connsiteX6" fmla="*/ 156496 w 156495"/>
                  <a:gd name="connsiteY6" fmla="*/ 31147 h 293750"/>
                  <a:gd name="connsiteX7" fmla="*/ 156496 w 156495"/>
                  <a:gd name="connsiteY7" fmla="*/ 0 h 293750"/>
                  <a:gd name="connsiteX8" fmla="*/ 0 w 156495"/>
                  <a:gd name="connsiteY8" fmla="*/ 0 h 293750"/>
                  <a:gd name="connsiteX9" fmla="*/ 0 w 156495"/>
                  <a:gd name="connsiteY9" fmla="*/ 31147 h 293750"/>
                  <a:gd name="connsiteX10" fmla="*/ 7144 w 156495"/>
                  <a:gd name="connsiteY10" fmla="*/ 31147 h 293750"/>
                  <a:gd name="connsiteX11" fmla="*/ 30956 w 156495"/>
                  <a:gd name="connsiteY11" fmla="*/ 54769 h 293750"/>
                  <a:gd name="connsiteX12" fmla="*/ 30956 w 156495"/>
                  <a:gd name="connsiteY12" fmla="*/ 238982 h 293750"/>
                  <a:gd name="connsiteX13" fmla="*/ 7144 w 156495"/>
                  <a:gd name="connsiteY13" fmla="*/ 262604 h 293750"/>
                  <a:gd name="connsiteX14" fmla="*/ 0 w 156495"/>
                  <a:gd name="connsiteY14" fmla="*/ 262604 h 293750"/>
                  <a:gd name="connsiteX15" fmla="*/ 0 w 156495"/>
                  <a:gd name="connsiteY15" fmla="*/ 293751 h 293750"/>
                  <a:gd name="connsiteX16" fmla="*/ 156496 w 156495"/>
                  <a:gd name="connsiteY16" fmla="*/ 293751 h 293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56495" h="293750">
                    <a:moveTo>
                      <a:pt x="156496" y="293751"/>
                    </a:moveTo>
                    <a:lnTo>
                      <a:pt x="156496" y="262604"/>
                    </a:lnTo>
                    <a:lnTo>
                      <a:pt x="149352" y="262604"/>
                    </a:lnTo>
                    <a:cubicBezTo>
                      <a:pt x="136398" y="262604"/>
                      <a:pt x="125730" y="251936"/>
                      <a:pt x="125730" y="238982"/>
                    </a:cubicBezTo>
                    <a:lnTo>
                      <a:pt x="125730" y="54769"/>
                    </a:lnTo>
                    <a:cubicBezTo>
                      <a:pt x="125730" y="41815"/>
                      <a:pt x="136303" y="31147"/>
                      <a:pt x="149352" y="31147"/>
                    </a:cubicBezTo>
                    <a:lnTo>
                      <a:pt x="156496" y="31147"/>
                    </a:lnTo>
                    <a:lnTo>
                      <a:pt x="156496" y="0"/>
                    </a:lnTo>
                    <a:lnTo>
                      <a:pt x="0" y="0"/>
                    </a:lnTo>
                    <a:lnTo>
                      <a:pt x="0" y="31147"/>
                    </a:lnTo>
                    <a:lnTo>
                      <a:pt x="7144" y="31147"/>
                    </a:lnTo>
                    <a:cubicBezTo>
                      <a:pt x="20383" y="31147"/>
                      <a:pt x="30956" y="41720"/>
                      <a:pt x="30956" y="54769"/>
                    </a:cubicBezTo>
                    <a:lnTo>
                      <a:pt x="30956" y="238982"/>
                    </a:lnTo>
                    <a:cubicBezTo>
                      <a:pt x="30956" y="251936"/>
                      <a:pt x="20383" y="262604"/>
                      <a:pt x="7144" y="262604"/>
                    </a:cubicBezTo>
                    <a:lnTo>
                      <a:pt x="0" y="262604"/>
                    </a:lnTo>
                    <a:lnTo>
                      <a:pt x="0" y="293751"/>
                    </a:lnTo>
                    <a:lnTo>
                      <a:pt x="156496" y="29375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71" name="Freihandform: Form 70">
                <a:extLst>
                  <a:ext uri="{FF2B5EF4-FFF2-40B4-BE49-F238E27FC236}">
                    <a16:creationId xmlns:a16="http://schemas.microsoft.com/office/drawing/2014/main" id="{4670333F-2F40-8EC9-4DD6-35D252743CFC}"/>
                  </a:ext>
                </a:extLst>
              </p:cNvPr>
              <p:cNvSpPr/>
              <p:nvPr/>
            </p:nvSpPr>
            <p:spPr>
              <a:xfrm>
                <a:off x="5748718" y="3134295"/>
                <a:ext cx="248983" cy="294132"/>
              </a:xfrm>
              <a:custGeom>
                <a:avLst/>
                <a:gdLst>
                  <a:gd name="connsiteX0" fmla="*/ 248983 w 248983"/>
                  <a:gd name="connsiteY0" fmla="*/ 294037 h 294132"/>
                  <a:gd name="connsiteX1" fmla="*/ 248983 w 248983"/>
                  <a:gd name="connsiteY1" fmla="*/ 198596 h 294132"/>
                  <a:gd name="connsiteX2" fmla="*/ 217361 w 248983"/>
                  <a:gd name="connsiteY2" fmla="*/ 198596 h 294132"/>
                  <a:gd name="connsiteX3" fmla="*/ 156496 w 248983"/>
                  <a:gd name="connsiteY3" fmla="*/ 262890 h 294132"/>
                  <a:gd name="connsiteX4" fmla="*/ 124873 w 248983"/>
                  <a:gd name="connsiteY4" fmla="*/ 262890 h 294132"/>
                  <a:gd name="connsiteX5" fmla="*/ 124873 w 248983"/>
                  <a:gd name="connsiteY5" fmla="*/ 162687 h 294132"/>
                  <a:gd name="connsiteX6" fmla="*/ 136112 w 248983"/>
                  <a:gd name="connsiteY6" fmla="*/ 162687 h 294132"/>
                  <a:gd name="connsiteX7" fmla="*/ 159925 w 248983"/>
                  <a:gd name="connsiteY7" fmla="*/ 186500 h 294132"/>
                  <a:gd name="connsiteX8" fmla="*/ 159925 w 248983"/>
                  <a:gd name="connsiteY8" fmla="*/ 198406 h 294132"/>
                  <a:gd name="connsiteX9" fmla="*/ 191071 w 248983"/>
                  <a:gd name="connsiteY9" fmla="*/ 198406 h 294132"/>
                  <a:gd name="connsiteX10" fmla="*/ 191071 w 248983"/>
                  <a:gd name="connsiteY10" fmla="*/ 95631 h 294132"/>
                  <a:gd name="connsiteX11" fmla="*/ 159925 w 248983"/>
                  <a:gd name="connsiteY11" fmla="*/ 95631 h 294132"/>
                  <a:gd name="connsiteX12" fmla="*/ 159925 w 248983"/>
                  <a:gd name="connsiteY12" fmla="*/ 107537 h 294132"/>
                  <a:gd name="connsiteX13" fmla="*/ 136112 w 248983"/>
                  <a:gd name="connsiteY13" fmla="*/ 131350 h 294132"/>
                  <a:gd name="connsiteX14" fmla="*/ 124873 w 248983"/>
                  <a:gd name="connsiteY14" fmla="*/ 131350 h 294132"/>
                  <a:gd name="connsiteX15" fmla="*/ 124873 w 248983"/>
                  <a:gd name="connsiteY15" fmla="*/ 31147 h 294132"/>
                  <a:gd name="connsiteX16" fmla="*/ 156496 w 248983"/>
                  <a:gd name="connsiteY16" fmla="*/ 31147 h 294132"/>
                  <a:gd name="connsiteX17" fmla="*/ 217361 w 248983"/>
                  <a:gd name="connsiteY17" fmla="*/ 95441 h 294132"/>
                  <a:gd name="connsiteX18" fmla="*/ 248983 w 248983"/>
                  <a:gd name="connsiteY18" fmla="*/ 95441 h 294132"/>
                  <a:gd name="connsiteX19" fmla="*/ 248983 w 248983"/>
                  <a:gd name="connsiteY19" fmla="*/ 0 h 294132"/>
                  <a:gd name="connsiteX20" fmla="*/ 0 w 248983"/>
                  <a:gd name="connsiteY20" fmla="*/ 0 h 294132"/>
                  <a:gd name="connsiteX21" fmla="*/ 0 w 248983"/>
                  <a:gd name="connsiteY21" fmla="*/ 31337 h 294132"/>
                  <a:gd name="connsiteX22" fmla="*/ 7144 w 248983"/>
                  <a:gd name="connsiteY22" fmla="*/ 31337 h 294132"/>
                  <a:gd name="connsiteX23" fmla="*/ 30766 w 248983"/>
                  <a:gd name="connsiteY23" fmla="*/ 54959 h 294132"/>
                  <a:gd name="connsiteX24" fmla="*/ 30766 w 248983"/>
                  <a:gd name="connsiteY24" fmla="*/ 239173 h 294132"/>
                  <a:gd name="connsiteX25" fmla="*/ 7144 w 248983"/>
                  <a:gd name="connsiteY25" fmla="*/ 262795 h 294132"/>
                  <a:gd name="connsiteX26" fmla="*/ 0 w 248983"/>
                  <a:gd name="connsiteY26" fmla="*/ 262795 h 294132"/>
                  <a:gd name="connsiteX27" fmla="*/ 0 w 248983"/>
                  <a:gd name="connsiteY27" fmla="*/ 293942 h 294132"/>
                  <a:gd name="connsiteX28" fmla="*/ 248983 w 248983"/>
                  <a:gd name="connsiteY28" fmla="*/ 294132 h 2941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48983" h="294132">
                    <a:moveTo>
                      <a:pt x="248983" y="294037"/>
                    </a:moveTo>
                    <a:lnTo>
                      <a:pt x="248983" y="198596"/>
                    </a:lnTo>
                    <a:lnTo>
                      <a:pt x="217361" y="198596"/>
                    </a:lnTo>
                    <a:cubicBezTo>
                      <a:pt x="217361" y="198596"/>
                      <a:pt x="211550" y="262890"/>
                      <a:pt x="156496" y="262890"/>
                    </a:cubicBezTo>
                    <a:lnTo>
                      <a:pt x="124873" y="262890"/>
                    </a:lnTo>
                    <a:lnTo>
                      <a:pt x="124873" y="162687"/>
                    </a:lnTo>
                    <a:lnTo>
                      <a:pt x="136112" y="162687"/>
                    </a:lnTo>
                    <a:cubicBezTo>
                      <a:pt x="149352" y="162687"/>
                      <a:pt x="159925" y="173355"/>
                      <a:pt x="159925" y="186500"/>
                    </a:cubicBezTo>
                    <a:lnTo>
                      <a:pt x="159925" y="198406"/>
                    </a:lnTo>
                    <a:lnTo>
                      <a:pt x="191071" y="198406"/>
                    </a:lnTo>
                    <a:lnTo>
                      <a:pt x="191071" y="95631"/>
                    </a:lnTo>
                    <a:lnTo>
                      <a:pt x="159925" y="95631"/>
                    </a:lnTo>
                    <a:lnTo>
                      <a:pt x="159925" y="107537"/>
                    </a:lnTo>
                    <a:cubicBezTo>
                      <a:pt x="159925" y="120777"/>
                      <a:pt x="149352" y="131350"/>
                      <a:pt x="136112" y="131350"/>
                    </a:cubicBezTo>
                    <a:lnTo>
                      <a:pt x="124873" y="131350"/>
                    </a:lnTo>
                    <a:lnTo>
                      <a:pt x="124873" y="31147"/>
                    </a:lnTo>
                    <a:lnTo>
                      <a:pt x="156496" y="31147"/>
                    </a:lnTo>
                    <a:cubicBezTo>
                      <a:pt x="211455" y="31147"/>
                      <a:pt x="217361" y="95441"/>
                      <a:pt x="217361" y="95441"/>
                    </a:cubicBezTo>
                    <a:lnTo>
                      <a:pt x="248983" y="95441"/>
                    </a:lnTo>
                    <a:lnTo>
                      <a:pt x="248983" y="0"/>
                    </a:lnTo>
                    <a:lnTo>
                      <a:pt x="0" y="0"/>
                    </a:lnTo>
                    <a:lnTo>
                      <a:pt x="0" y="31337"/>
                    </a:lnTo>
                    <a:lnTo>
                      <a:pt x="7144" y="31337"/>
                    </a:lnTo>
                    <a:cubicBezTo>
                      <a:pt x="20098" y="31337"/>
                      <a:pt x="30766" y="42005"/>
                      <a:pt x="30766" y="54959"/>
                    </a:cubicBezTo>
                    <a:lnTo>
                      <a:pt x="30766" y="239173"/>
                    </a:lnTo>
                    <a:cubicBezTo>
                      <a:pt x="30766" y="252127"/>
                      <a:pt x="20193" y="262795"/>
                      <a:pt x="7144" y="262795"/>
                    </a:cubicBezTo>
                    <a:lnTo>
                      <a:pt x="0" y="262795"/>
                    </a:lnTo>
                    <a:lnTo>
                      <a:pt x="0" y="293942"/>
                    </a:lnTo>
                    <a:lnTo>
                      <a:pt x="248983" y="294132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72" name="Freihandform: Form 71">
                <a:extLst>
                  <a:ext uri="{FF2B5EF4-FFF2-40B4-BE49-F238E27FC236}">
                    <a16:creationId xmlns:a16="http://schemas.microsoft.com/office/drawing/2014/main" id="{83A25AE8-AB42-86D0-1963-8F4CE964D308}"/>
                  </a:ext>
                </a:extLst>
              </p:cNvPr>
              <p:cNvSpPr/>
              <p:nvPr/>
            </p:nvSpPr>
            <p:spPr>
              <a:xfrm>
                <a:off x="6217588" y="3134295"/>
                <a:ext cx="237562" cy="293941"/>
              </a:xfrm>
              <a:custGeom>
                <a:avLst/>
                <a:gdLst>
                  <a:gd name="connsiteX0" fmla="*/ 133586 w 237562"/>
                  <a:gd name="connsiteY0" fmla="*/ 30956 h 293941"/>
                  <a:gd name="connsiteX1" fmla="*/ 201976 w 237562"/>
                  <a:gd name="connsiteY1" fmla="*/ 95250 h 293941"/>
                  <a:gd name="connsiteX2" fmla="*/ 232551 w 237562"/>
                  <a:gd name="connsiteY2" fmla="*/ 95250 h 293941"/>
                  <a:gd name="connsiteX3" fmla="*/ 232551 w 237562"/>
                  <a:gd name="connsiteY3" fmla="*/ 0 h 293941"/>
                  <a:gd name="connsiteX4" fmla="*/ 6713 w 237562"/>
                  <a:gd name="connsiteY4" fmla="*/ 0 h 293941"/>
                  <a:gd name="connsiteX5" fmla="*/ 64339 w 237562"/>
                  <a:gd name="connsiteY5" fmla="*/ 151733 h 293941"/>
                  <a:gd name="connsiteX6" fmla="*/ 132348 w 237562"/>
                  <a:gd name="connsiteY6" fmla="*/ 262795 h 293941"/>
                  <a:gd name="connsiteX7" fmla="*/ 94248 w 237562"/>
                  <a:gd name="connsiteY7" fmla="*/ 262795 h 293941"/>
                  <a:gd name="connsiteX8" fmla="*/ 33383 w 237562"/>
                  <a:gd name="connsiteY8" fmla="*/ 198501 h 293941"/>
                  <a:gd name="connsiteX9" fmla="*/ 1760 w 237562"/>
                  <a:gd name="connsiteY9" fmla="*/ 198501 h 293941"/>
                  <a:gd name="connsiteX10" fmla="*/ 1760 w 237562"/>
                  <a:gd name="connsiteY10" fmla="*/ 293942 h 293941"/>
                  <a:gd name="connsiteX11" fmla="*/ 229312 w 237562"/>
                  <a:gd name="connsiteY11" fmla="*/ 293942 h 293941"/>
                  <a:gd name="connsiteX12" fmla="*/ 168257 w 237562"/>
                  <a:gd name="connsiteY12" fmla="*/ 133731 h 293941"/>
                  <a:gd name="connsiteX13" fmla="*/ 104821 w 237562"/>
                  <a:gd name="connsiteY13" fmla="*/ 30671 h 293941"/>
                  <a:gd name="connsiteX14" fmla="*/ 133586 w 237562"/>
                  <a:gd name="connsiteY14" fmla="*/ 30861 h 293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37562" h="293941">
                    <a:moveTo>
                      <a:pt x="133586" y="30956"/>
                    </a:moveTo>
                    <a:cubicBezTo>
                      <a:pt x="197023" y="30956"/>
                      <a:pt x="201976" y="95250"/>
                      <a:pt x="201976" y="95250"/>
                    </a:cubicBezTo>
                    <a:lnTo>
                      <a:pt x="232551" y="95250"/>
                    </a:lnTo>
                    <a:lnTo>
                      <a:pt x="232551" y="0"/>
                    </a:lnTo>
                    <a:lnTo>
                      <a:pt x="6713" y="0"/>
                    </a:lnTo>
                    <a:cubicBezTo>
                      <a:pt x="6713" y="0"/>
                      <a:pt x="-29006" y="46768"/>
                      <a:pt x="64339" y="151733"/>
                    </a:cubicBezTo>
                    <a:cubicBezTo>
                      <a:pt x="64339" y="151733"/>
                      <a:pt x="130538" y="228981"/>
                      <a:pt x="132348" y="262795"/>
                    </a:cubicBezTo>
                    <a:lnTo>
                      <a:pt x="94248" y="262795"/>
                    </a:lnTo>
                    <a:cubicBezTo>
                      <a:pt x="39289" y="262795"/>
                      <a:pt x="33383" y="198501"/>
                      <a:pt x="33383" y="198501"/>
                    </a:cubicBezTo>
                    <a:lnTo>
                      <a:pt x="1760" y="198501"/>
                    </a:lnTo>
                    <a:lnTo>
                      <a:pt x="1760" y="293942"/>
                    </a:lnTo>
                    <a:lnTo>
                      <a:pt x="229312" y="293942"/>
                    </a:lnTo>
                    <a:cubicBezTo>
                      <a:pt x="229312" y="293942"/>
                      <a:pt x="270651" y="249365"/>
                      <a:pt x="168257" y="133731"/>
                    </a:cubicBezTo>
                    <a:cubicBezTo>
                      <a:pt x="168257" y="133731"/>
                      <a:pt x="114536" y="78581"/>
                      <a:pt x="104821" y="30671"/>
                    </a:cubicBezTo>
                    <a:lnTo>
                      <a:pt x="133586" y="3086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73" name="Freihandform: Form 72">
                <a:extLst>
                  <a:ext uri="{FF2B5EF4-FFF2-40B4-BE49-F238E27FC236}">
                    <a16:creationId xmlns:a16="http://schemas.microsoft.com/office/drawing/2014/main" id="{A9CB1548-DC0A-7918-33E7-2B7A7FC7CF92}"/>
                  </a:ext>
                </a:extLst>
              </p:cNvPr>
              <p:cNvSpPr/>
              <p:nvPr/>
            </p:nvSpPr>
            <p:spPr>
              <a:xfrm>
                <a:off x="6481716" y="3134295"/>
                <a:ext cx="237562" cy="293941"/>
              </a:xfrm>
              <a:custGeom>
                <a:avLst/>
                <a:gdLst>
                  <a:gd name="connsiteX0" fmla="*/ 133586 w 237562"/>
                  <a:gd name="connsiteY0" fmla="*/ 30956 h 293941"/>
                  <a:gd name="connsiteX1" fmla="*/ 201976 w 237562"/>
                  <a:gd name="connsiteY1" fmla="*/ 95250 h 293941"/>
                  <a:gd name="connsiteX2" fmla="*/ 232265 w 237562"/>
                  <a:gd name="connsiteY2" fmla="*/ 95250 h 293941"/>
                  <a:gd name="connsiteX3" fmla="*/ 232265 w 237562"/>
                  <a:gd name="connsiteY3" fmla="*/ 0 h 293941"/>
                  <a:gd name="connsiteX4" fmla="*/ 6713 w 237562"/>
                  <a:gd name="connsiteY4" fmla="*/ 0 h 293941"/>
                  <a:gd name="connsiteX5" fmla="*/ 64339 w 237562"/>
                  <a:gd name="connsiteY5" fmla="*/ 151733 h 293941"/>
                  <a:gd name="connsiteX6" fmla="*/ 132348 w 237562"/>
                  <a:gd name="connsiteY6" fmla="*/ 262795 h 293941"/>
                  <a:gd name="connsiteX7" fmla="*/ 94248 w 237562"/>
                  <a:gd name="connsiteY7" fmla="*/ 262795 h 293941"/>
                  <a:gd name="connsiteX8" fmla="*/ 33383 w 237562"/>
                  <a:gd name="connsiteY8" fmla="*/ 198501 h 293941"/>
                  <a:gd name="connsiteX9" fmla="*/ 1760 w 237562"/>
                  <a:gd name="connsiteY9" fmla="*/ 198501 h 293941"/>
                  <a:gd name="connsiteX10" fmla="*/ 1760 w 237562"/>
                  <a:gd name="connsiteY10" fmla="*/ 293942 h 293941"/>
                  <a:gd name="connsiteX11" fmla="*/ 229313 w 237562"/>
                  <a:gd name="connsiteY11" fmla="*/ 293942 h 293941"/>
                  <a:gd name="connsiteX12" fmla="*/ 168257 w 237562"/>
                  <a:gd name="connsiteY12" fmla="*/ 133731 h 293941"/>
                  <a:gd name="connsiteX13" fmla="*/ 104821 w 237562"/>
                  <a:gd name="connsiteY13" fmla="*/ 30671 h 293941"/>
                  <a:gd name="connsiteX14" fmla="*/ 133586 w 237562"/>
                  <a:gd name="connsiteY14" fmla="*/ 30861 h 293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37562" h="293941">
                    <a:moveTo>
                      <a:pt x="133586" y="30956"/>
                    </a:moveTo>
                    <a:cubicBezTo>
                      <a:pt x="196832" y="30956"/>
                      <a:pt x="201976" y="95250"/>
                      <a:pt x="201976" y="95250"/>
                    </a:cubicBezTo>
                    <a:lnTo>
                      <a:pt x="232265" y="95250"/>
                    </a:lnTo>
                    <a:lnTo>
                      <a:pt x="232265" y="0"/>
                    </a:lnTo>
                    <a:lnTo>
                      <a:pt x="6713" y="0"/>
                    </a:lnTo>
                    <a:cubicBezTo>
                      <a:pt x="6713" y="0"/>
                      <a:pt x="-29006" y="46768"/>
                      <a:pt x="64339" y="151733"/>
                    </a:cubicBezTo>
                    <a:cubicBezTo>
                      <a:pt x="64339" y="151733"/>
                      <a:pt x="130538" y="228981"/>
                      <a:pt x="132348" y="262795"/>
                    </a:cubicBezTo>
                    <a:lnTo>
                      <a:pt x="94248" y="262795"/>
                    </a:lnTo>
                    <a:cubicBezTo>
                      <a:pt x="39289" y="262795"/>
                      <a:pt x="33383" y="198501"/>
                      <a:pt x="33383" y="198501"/>
                    </a:cubicBezTo>
                    <a:lnTo>
                      <a:pt x="1760" y="198501"/>
                    </a:lnTo>
                    <a:lnTo>
                      <a:pt x="1760" y="293942"/>
                    </a:lnTo>
                    <a:lnTo>
                      <a:pt x="229313" y="293942"/>
                    </a:lnTo>
                    <a:cubicBezTo>
                      <a:pt x="229313" y="293942"/>
                      <a:pt x="270651" y="249365"/>
                      <a:pt x="168257" y="133731"/>
                    </a:cubicBezTo>
                    <a:cubicBezTo>
                      <a:pt x="168257" y="133731"/>
                      <a:pt x="114536" y="78581"/>
                      <a:pt x="104821" y="30671"/>
                    </a:cubicBezTo>
                    <a:lnTo>
                      <a:pt x="133586" y="3086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652952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演示文稿封面 | 对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92DD91-EAE8-4850-A1F1-29F8A7A57D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319" y="2213089"/>
            <a:ext cx="11157744" cy="738664"/>
          </a:xfrm>
        </p:spPr>
        <p:txBody>
          <a:bodyPr anchor="b" anchorCtr="0"/>
          <a:lstStyle>
            <a:lvl1pPr>
              <a:defRPr sz="4800" b="1"/>
            </a:lvl1pPr>
          </a:lstStyle>
          <a:p>
            <a:r>
              <a:rPr lang="zh-CN" altLang="en-US" dirty="0"/>
              <a:t>编辑主封面格式</a:t>
            </a:r>
            <a:endParaRPr lang="de-DE" dirty="0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1810713E-3804-4787-B0E9-28105C2748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09725" y="4965080"/>
            <a:ext cx="3228592" cy="184666"/>
          </a:xfrm>
        </p:spPr>
        <p:txBody>
          <a:bodyPr wrap="square">
            <a:spAutoFit/>
          </a:bodyPr>
          <a:lstStyle>
            <a:lvl1pPr>
              <a:defRPr sz="12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ja-JP" altLang="en-US" dirty="0"/>
              <a:t>目标人群</a:t>
            </a:r>
          </a:p>
        </p:txBody>
      </p:sp>
      <p:sp>
        <p:nvSpPr>
          <p:cNvPr id="18" name="Textplatzhalter 14">
            <a:extLst>
              <a:ext uri="{FF2B5EF4-FFF2-40B4-BE49-F238E27FC236}">
                <a16:creationId xmlns:a16="http://schemas.microsoft.com/office/drawing/2014/main" id="{5E062E4E-FEC5-4007-94FA-E26B3F377E4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09725" y="5141291"/>
            <a:ext cx="3228592" cy="697105"/>
          </a:xfrm>
        </p:spPr>
        <p:txBody>
          <a:bodyPr wrap="square">
            <a:noAutofit/>
          </a:bodyPr>
          <a:lstStyle>
            <a:lvl1pPr>
              <a:defRPr sz="12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ja-JP" altLang="en-US" dirty="0"/>
              <a:t>目的</a:t>
            </a:r>
          </a:p>
        </p:txBody>
      </p:sp>
      <p:sp>
        <p:nvSpPr>
          <p:cNvPr id="19" name="Textplatzhalter 14">
            <a:extLst>
              <a:ext uri="{FF2B5EF4-FFF2-40B4-BE49-F238E27FC236}">
                <a16:creationId xmlns:a16="http://schemas.microsoft.com/office/drawing/2014/main" id="{B988E013-D7EA-4250-95FD-1943849D45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96107" y="4965080"/>
            <a:ext cx="4319999" cy="184666"/>
          </a:xfrm>
        </p:spPr>
        <p:txBody>
          <a:bodyPr>
            <a:spAutoFit/>
          </a:bodyPr>
          <a:lstStyle>
            <a:lvl1pPr>
              <a:defRPr sz="12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ja-JP" altLang="en-US" dirty="0"/>
              <a:t>作者</a:t>
            </a:r>
            <a:endParaRPr lang="de-DE" dirty="0"/>
          </a:p>
        </p:txBody>
      </p:sp>
      <p:sp>
        <p:nvSpPr>
          <p:cNvPr id="20" name="Textplatzhalter 14">
            <a:extLst>
              <a:ext uri="{FF2B5EF4-FFF2-40B4-BE49-F238E27FC236}">
                <a16:creationId xmlns:a16="http://schemas.microsoft.com/office/drawing/2014/main" id="{FCFD2F7D-2405-47CC-ADE1-89F4F050B1B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96107" y="5141292"/>
            <a:ext cx="4319999" cy="184666"/>
          </a:xfrm>
        </p:spPr>
        <p:txBody>
          <a:bodyPr>
            <a:spAutoFit/>
          </a:bodyPr>
          <a:lstStyle>
            <a:lvl1pPr>
              <a:defRPr sz="12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ja-JP" altLang="en-US" dirty="0"/>
              <a:t>部门</a:t>
            </a:r>
            <a:endParaRPr lang="de-DE" dirty="0"/>
          </a:p>
        </p:txBody>
      </p:sp>
      <p:sp>
        <p:nvSpPr>
          <p:cNvPr id="26" name="Textplatzhalter 8">
            <a:extLst>
              <a:ext uri="{FF2B5EF4-FFF2-40B4-BE49-F238E27FC236}">
                <a16:creationId xmlns:a16="http://schemas.microsoft.com/office/drawing/2014/main" id="{F52AEE9E-B08F-4C0A-BEEE-04C7FFB48E7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19" y="2872085"/>
            <a:ext cx="11157744" cy="738664"/>
          </a:xfrm>
        </p:spPr>
        <p:txBody>
          <a:bodyPr wrap="square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4800">
                <a:latin typeface="Microsoft YaHei" panose="020B0503020204020204" pitchFamily="34" charset="-122"/>
                <a:cs typeface="ZEISS Frutiger Next W1G Lt"/>
              </a:defRPr>
            </a:lvl1pPr>
          </a:lstStyle>
          <a:p>
            <a:pPr lvl="0"/>
            <a:r>
              <a:rPr lang="zh-CN" altLang="en-US" dirty="0"/>
              <a:t>编辑主文本格式</a:t>
            </a:r>
          </a:p>
        </p:txBody>
      </p:sp>
      <p:cxnSp>
        <p:nvCxnSpPr>
          <p:cNvPr id="55" name="Gerade Verbindung 22">
            <a:extLst>
              <a:ext uri="{FF2B5EF4-FFF2-40B4-BE49-F238E27FC236}">
                <a16:creationId xmlns:a16="http://schemas.microsoft.com/office/drawing/2014/main" id="{0FD81930-1AB6-453C-8CF7-2246B3482FB4}"/>
              </a:ext>
            </a:extLst>
          </p:cNvPr>
          <p:cNvCxnSpPr>
            <a:cxnSpLocks/>
          </p:cNvCxnSpPr>
          <p:nvPr/>
        </p:nvCxnSpPr>
        <p:spPr>
          <a:xfrm>
            <a:off x="5096108" y="4889103"/>
            <a:ext cx="4319998" cy="0"/>
          </a:xfrm>
          <a:prstGeom prst="line">
            <a:avLst/>
          </a:prstGeom>
          <a:ln w="6350">
            <a:solidFill>
              <a:srgbClr val="DCE3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rade Verbindung 22">
            <a:extLst>
              <a:ext uri="{FF2B5EF4-FFF2-40B4-BE49-F238E27FC236}">
                <a16:creationId xmlns:a16="http://schemas.microsoft.com/office/drawing/2014/main" id="{F4D114BB-7210-400E-8A65-8B658E626712}"/>
              </a:ext>
            </a:extLst>
          </p:cNvPr>
          <p:cNvCxnSpPr>
            <a:cxnSpLocks/>
          </p:cNvCxnSpPr>
          <p:nvPr/>
        </p:nvCxnSpPr>
        <p:spPr>
          <a:xfrm>
            <a:off x="5096107" y="5577761"/>
            <a:ext cx="4319998" cy="0"/>
          </a:xfrm>
          <a:prstGeom prst="line">
            <a:avLst/>
          </a:prstGeom>
          <a:ln w="6350">
            <a:solidFill>
              <a:srgbClr val="DCE3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Gerade Verbindung 22">
            <a:extLst>
              <a:ext uri="{FF2B5EF4-FFF2-40B4-BE49-F238E27FC236}">
                <a16:creationId xmlns:a16="http://schemas.microsoft.com/office/drawing/2014/main" id="{71C425F1-6606-4095-917F-0A5EABB8E022}"/>
              </a:ext>
            </a:extLst>
          </p:cNvPr>
          <p:cNvCxnSpPr>
            <a:cxnSpLocks/>
          </p:cNvCxnSpPr>
          <p:nvPr/>
        </p:nvCxnSpPr>
        <p:spPr>
          <a:xfrm>
            <a:off x="5096107" y="6093705"/>
            <a:ext cx="4319998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Gerade Verbindung 22">
            <a:extLst>
              <a:ext uri="{FF2B5EF4-FFF2-40B4-BE49-F238E27FC236}">
                <a16:creationId xmlns:a16="http://schemas.microsoft.com/office/drawing/2014/main" id="{929C78D0-9AC5-4AD0-BA80-D1DBD8376211}"/>
              </a:ext>
            </a:extLst>
          </p:cNvPr>
          <p:cNvCxnSpPr>
            <a:cxnSpLocks/>
          </p:cNvCxnSpPr>
          <p:nvPr/>
        </p:nvCxnSpPr>
        <p:spPr>
          <a:xfrm>
            <a:off x="5096107" y="6093705"/>
            <a:ext cx="4319998" cy="0"/>
          </a:xfrm>
          <a:prstGeom prst="line">
            <a:avLst/>
          </a:prstGeom>
          <a:ln w="6350">
            <a:solidFill>
              <a:srgbClr val="DCE3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22">
            <a:extLst>
              <a:ext uri="{FF2B5EF4-FFF2-40B4-BE49-F238E27FC236}">
                <a16:creationId xmlns:a16="http://schemas.microsoft.com/office/drawing/2014/main" id="{B7AC5EDF-D9FB-40CE-BD44-B44AB9AF273D}"/>
              </a:ext>
            </a:extLst>
          </p:cNvPr>
          <p:cNvCxnSpPr>
            <a:cxnSpLocks/>
          </p:cNvCxnSpPr>
          <p:nvPr/>
        </p:nvCxnSpPr>
        <p:spPr>
          <a:xfrm>
            <a:off x="518318" y="4889103"/>
            <a:ext cx="4319998" cy="0"/>
          </a:xfrm>
          <a:prstGeom prst="line">
            <a:avLst/>
          </a:prstGeom>
          <a:ln w="6350">
            <a:solidFill>
              <a:srgbClr val="DCE3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feld 2">
            <a:extLst>
              <a:ext uri="{FF2B5EF4-FFF2-40B4-BE49-F238E27FC236}">
                <a16:creationId xmlns:a16="http://schemas.microsoft.com/office/drawing/2014/main" id="{6B3858EA-1E2B-40BB-88B6-70384BC3466D}"/>
              </a:ext>
            </a:extLst>
          </p:cNvPr>
          <p:cNvSpPr txBox="1"/>
          <p:nvPr/>
        </p:nvSpPr>
        <p:spPr>
          <a:xfrm>
            <a:off x="518317" y="4965080"/>
            <a:ext cx="105330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None/>
              <a:tabLst/>
            </a:pPr>
            <a:r>
              <a:rPr kumimoji="0" lang="ja-JP" altLang="en-US" sz="1200" b="1" i="0" u="none" strike="noStrike" kern="120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+mn-ea"/>
                <a:cs typeface="+mn-cs"/>
              </a:rPr>
              <a:t>目标人群</a:t>
            </a:r>
          </a:p>
        </p:txBody>
      </p:sp>
      <p:sp>
        <p:nvSpPr>
          <p:cNvPr id="54" name="Textfeld 53">
            <a:extLst>
              <a:ext uri="{FF2B5EF4-FFF2-40B4-BE49-F238E27FC236}">
                <a16:creationId xmlns:a16="http://schemas.microsoft.com/office/drawing/2014/main" id="{53F235B6-8F15-44AD-A35D-04C9940BCC70}"/>
              </a:ext>
            </a:extLst>
          </p:cNvPr>
          <p:cNvSpPr txBox="1"/>
          <p:nvPr/>
        </p:nvSpPr>
        <p:spPr>
          <a:xfrm>
            <a:off x="518318" y="5141291"/>
            <a:ext cx="89916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None/>
              <a:tabLst/>
            </a:pPr>
            <a:r>
              <a:rPr kumimoji="0" lang="ja-JP" altLang="en-US" sz="1200" b="0" i="0" u="none" strike="noStrike" kern="120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+mn-ea"/>
                <a:cs typeface="+mn-cs"/>
              </a:rPr>
              <a:t>目的</a:t>
            </a:r>
          </a:p>
        </p:txBody>
      </p:sp>
      <p:sp>
        <p:nvSpPr>
          <p:cNvPr id="56" name="Datumsplatzhalter 5">
            <a:extLst>
              <a:ext uri="{FF2B5EF4-FFF2-40B4-BE49-F238E27FC236}">
                <a16:creationId xmlns:a16="http://schemas.microsoft.com/office/drawing/2014/main" id="{5616BC6E-DAB0-464E-B707-B6665D7717E6}"/>
              </a:ext>
            </a:extLst>
          </p:cNvPr>
          <p:cNvSpPr>
            <a:spLocks noGrp="1"/>
          </p:cNvSpPr>
          <p:nvPr>
            <p:ph type="dt" sz="half" idx="23"/>
          </p:nvPr>
        </p:nvSpPr>
        <p:spPr>
          <a:xfrm>
            <a:off x="5096107" y="5651841"/>
            <a:ext cx="1123706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>
              <a:defRPr sz="1200" b="1"/>
            </a:lvl1pPr>
          </a:lstStyle>
          <a:p>
            <a:endParaRPr lang="de-DE" dirty="0"/>
          </a:p>
        </p:txBody>
      </p:sp>
      <p:grpSp>
        <p:nvGrpSpPr>
          <p:cNvPr id="51" name="Gruppieren 50">
            <a:extLst>
              <a:ext uri="{FF2B5EF4-FFF2-40B4-BE49-F238E27FC236}">
                <a16:creationId xmlns:a16="http://schemas.microsoft.com/office/drawing/2014/main" id="{77D28079-F9DD-4CEF-A949-53F7D986CE6C}"/>
              </a:ext>
            </a:extLst>
          </p:cNvPr>
          <p:cNvGrpSpPr/>
          <p:nvPr/>
        </p:nvGrpSpPr>
        <p:grpSpPr>
          <a:xfrm>
            <a:off x="307324" y="-697715"/>
            <a:ext cx="11367557" cy="411958"/>
            <a:chOff x="307324" y="6944501"/>
            <a:chExt cx="11367557" cy="411958"/>
          </a:xfrm>
        </p:grpSpPr>
        <p:grpSp>
          <p:nvGrpSpPr>
            <p:cNvPr id="52" name="Gruppieren 51">
              <a:extLst>
                <a:ext uri="{FF2B5EF4-FFF2-40B4-BE49-F238E27FC236}">
                  <a16:creationId xmlns:a16="http://schemas.microsoft.com/office/drawing/2014/main" id="{4F0832CD-E2A7-4F9B-89D2-423E63EBDEBA}"/>
                </a:ext>
              </a:extLst>
            </p:cNvPr>
            <p:cNvGrpSpPr/>
            <p:nvPr/>
          </p:nvGrpSpPr>
          <p:grpSpPr>
            <a:xfrm rot="16200000">
              <a:off x="205653" y="7046174"/>
              <a:ext cx="411956" cy="208614"/>
              <a:chOff x="-615197" y="4303061"/>
              <a:chExt cx="411956" cy="208614"/>
            </a:xfrm>
          </p:grpSpPr>
          <p:cxnSp>
            <p:nvCxnSpPr>
              <p:cNvPr id="69" name="Gerader Verbinder 68">
                <a:extLst>
                  <a:ext uri="{FF2B5EF4-FFF2-40B4-BE49-F238E27FC236}">
                    <a16:creationId xmlns:a16="http://schemas.microsoft.com/office/drawing/2014/main" id="{C1617E6A-A4B6-40DA-A877-6683A9AAF8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Textfeld 71">
                <a:extLst>
                  <a:ext uri="{FF2B5EF4-FFF2-40B4-BE49-F238E27FC236}">
                    <a16:creationId xmlns:a16="http://schemas.microsoft.com/office/drawing/2014/main" id="{119E83A3-C26C-41DA-B066-7E7DDB04EE6B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15.50</a:t>
                </a:r>
              </a:p>
            </p:txBody>
          </p:sp>
        </p:grpSp>
        <p:grpSp>
          <p:nvGrpSpPr>
            <p:cNvPr id="58" name="Gruppieren 57">
              <a:extLst>
                <a:ext uri="{FF2B5EF4-FFF2-40B4-BE49-F238E27FC236}">
                  <a16:creationId xmlns:a16="http://schemas.microsoft.com/office/drawing/2014/main" id="{B5BE1C8E-67BE-4EB3-A37C-4F5C4897AD53}"/>
                </a:ext>
              </a:extLst>
            </p:cNvPr>
            <p:cNvGrpSpPr/>
            <p:nvPr/>
          </p:nvGrpSpPr>
          <p:grpSpPr>
            <a:xfrm rot="16200000">
              <a:off x="5641253" y="7046174"/>
              <a:ext cx="411956" cy="208614"/>
              <a:chOff x="-615197" y="4303061"/>
              <a:chExt cx="411956" cy="208614"/>
            </a:xfrm>
          </p:grpSpPr>
          <p:cxnSp>
            <p:nvCxnSpPr>
              <p:cNvPr id="67" name="Gerader Verbinder 66">
                <a:extLst>
                  <a:ext uri="{FF2B5EF4-FFF2-40B4-BE49-F238E27FC236}">
                    <a16:creationId xmlns:a16="http://schemas.microsoft.com/office/drawing/2014/main" id="{85865DE0-D639-4073-A128-9DDAD787E7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8" name="Textfeld 67">
                <a:extLst>
                  <a:ext uri="{FF2B5EF4-FFF2-40B4-BE49-F238E27FC236}">
                    <a16:creationId xmlns:a16="http://schemas.microsoft.com/office/drawing/2014/main" id="{2D5BC1C8-7EF1-4240-A00F-E7EF2DD9914F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00.40</a:t>
                </a:r>
              </a:p>
            </p:txBody>
          </p:sp>
        </p:grpSp>
        <p:grpSp>
          <p:nvGrpSpPr>
            <p:cNvPr id="59" name="Gruppieren 58">
              <a:extLst>
                <a:ext uri="{FF2B5EF4-FFF2-40B4-BE49-F238E27FC236}">
                  <a16:creationId xmlns:a16="http://schemas.microsoft.com/office/drawing/2014/main" id="{DDEAAA88-4135-4A3A-BEE6-15B452C59887}"/>
                </a:ext>
              </a:extLst>
            </p:cNvPr>
            <p:cNvGrpSpPr/>
            <p:nvPr/>
          </p:nvGrpSpPr>
          <p:grpSpPr>
            <a:xfrm rot="5400000">
              <a:off x="6093326" y="7050196"/>
              <a:ext cx="411957" cy="200568"/>
              <a:chOff x="-615198" y="4354167"/>
              <a:chExt cx="411957" cy="200568"/>
            </a:xfrm>
          </p:grpSpPr>
          <p:cxnSp>
            <p:nvCxnSpPr>
              <p:cNvPr id="65" name="Gerader Verbinder 64">
                <a:extLst>
                  <a:ext uri="{FF2B5EF4-FFF2-40B4-BE49-F238E27FC236}">
                    <a16:creationId xmlns:a16="http://schemas.microsoft.com/office/drawing/2014/main" id="{D00A1BC6-6BF4-43EE-A7B7-76A7C23290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6" name="Textfeld 65">
                <a:extLst>
                  <a:ext uri="{FF2B5EF4-FFF2-40B4-BE49-F238E27FC236}">
                    <a16:creationId xmlns:a16="http://schemas.microsoft.com/office/drawing/2014/main" id="{2585F25D-1F8C-4E18-9BB5-F5F555492FBD}"/>
                  </a:ext>
                </a:extLst>
              </p:cNvPr>
              <p:cNvSpPr txBox="1"/>
              <p:nvPr/>
            </p:nvSpPr>
            <p:spPr>
              <a:xfrm rot="10800000">
                <a:off x="-615198" y="4354167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00.40</a:t>
                </a:r>
              </a:p>
            </p:txBody>
          </p:sp>
        </p:grpSp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0B398D3E-E6A7-471D-839F-6735CA0FD00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890022" y="7150480"/>
              <a:ext cx="411956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2" name="Gruppieren 61">
              <a:extLst>
                <a:ext uri="{FF2B5EF4-FFF2-40B4-BE49-F238E27FC236}">
                  <a16:creationId xmlns:a16="http://schemas.microsoft.com/office/drawing/2014/main" id="{397B0314-DB7F-4FA4-953F-2B2B7D3999ED}"/>
                </a:ext>
              </a:extLst>
            </p:cNvPr>
            <p:cNvGrpSpPr/>
            <p:nvPr/>
          </p:nvGrpSpPr>
          <p:grpSpPr>
            <a:xfrm rot="16200000">
              <a:off x="11364596" y="7046174"/>
              <a:ext cx="411956" cy="208614"/>
              <a:chOff x="-615197" y="4303061"/>
              <a:chExt cx="411956" cy="208614"/>
            </a:xfrm>
          </p:grpSpPr>
          <p:cxnSp>
            <p:nvCxnSpPr>
              <p:cNvPr id="63" name="Gerader Verbinder 62">
                <a:extLst>
                  <a:ext uri="{FF2B5EF4-FFF2-40B4-BE49-F238E27FC236}">
                    <a16:creationId xmlns:a16="http://schemas.microsoft.com/office/drawing/2014/main" id="{2B944309-F83D-408A-B365-C12FE76915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" name="Textfeld 63">
                <a:extLst>
                  <a:ext uri="{FF2B5EF4-FFF2-40B4-BE49-F238E27FC236}">
                    <a16:creationId xmlns:a16="http://schemas.microsoft.com/office/drawing/2014/main" id="{B73F3C0B-12D1-4C8B-BA9C-AC4A91400381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15.50</a:t>
                </a:r>
              </a:p>
            </p:txBody>
          </p:sp>
        </p:grpSp>
      </p:grpSp>
      <p:grpSp>
        <p:nvGrpSpPr>
          <p:cNvPr id="89" name="Gruppieren 88">
            <a:extLst>
              <a:ext uri="{FF2B5EF4-FFF2-40B4-BE49-F238E27FC236}">
                <a16:creationId xmlns:a16="http://schemas.microsoft.com/office/drawing/2014/main" id="{7F216347-3A35-4FDA-9F5D-576BCFBB9BDD}"/>
              </a:ext>
            </a:extLst>
          </p:cNvPr>
          <p:cNvGrpSpPr/>
          <p:nvPr/>
        </p:nvGrpSpPr>
        <p:grpSpPr>
          <a:xfrm>
            <a:off x="-697714" y="80201"/>
            <a:ext cx="411956" cy="6713707"/>
            <a:chOff x="-502267" y="80201"/>
            <a:chExt cx="411956" cy="6713707"/>
          </a:xfrm>
        </p:grpSpPr>
        <p:grpSp>
          <p:nvGrpSpPr>
            <p:cNvPr id="106" name="Gruppieren 105">
              <a:extLst>
                <a:ext uri="{FF2B5EF4-FFF2-40B4-BE49-F238E27FC236}">
                  <a16:creationId xmlns:a16="http://schemas.microsoft.com/office/drawing/2014/main" id="{04DEB98C-CE47-4A9F-B109-8932C6775037}"/>
                </a:ext>
              </a:extLst>
            </p:cNvPr>
            <p:cNvGrpSpPr/>
            <p:nvPr/>
          </p:nvGrpSpPr>
          <p:grpSpPr>
            <a:xfrm>
              <a:off x="-502267" y="6593340"/>
              <a:ext cx="411956" cy="200568"/>
              <a:chOff x="-615197" y="4452994"/>
              <a:chExt cx="411956" cy="200568"/>
            </a:xfrm>
          </p:grpSpPr>
          <p:sp>
            <p:nvSpPr>
              <p:cNvPr id="122" name="Textfeld 121">
                <a:extLst>
                  <a:ext uri="{FF2B5EF4-FFF2-40B4-BE49-F238E27FC236}">
                    <a16:creationId xmlns:a16="http://schemas.microsoft.com/office/drawing/2014/main" id="{E0850ECF-2C89-406C-9F31-F8EC4CF1241E}"/>
                  </a:ext>
                </a:extLst>
              </p:cNvPr>
              <p:cNvSpPr txBox="1"/>
              <p:nvPr/>
            </p:nvSpPr>
            <p:spPr>
              <a:xfrm>
                <a:off x="-615197" y="4452994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08.92</a:t>
                </a:r>
              </a:p>
            </p:txBody>
          </p:sp>
          <p:cxnSp>
            <p:nvCxnSpPr>
              <p:cNvPr id="123" name="Gerader Verbinder 122">
                <a:extLst>
                  <a:ext uri="{FF2B5EF4-FFF2-40B4-BE49-F238E27FC236}">
                    <a16:creationId xmlns:a16="http://schemas.microsoft.com/office/drawing/2014/main" id="{401B93FB-72E0-4C86-89C4-750C5920A6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497389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7" name="Gruppieren 106">
              <a:extLst>
                <a:ext uri="{FF2B5EF4-FFF2-40B4-BE49-F238E27FC236}">
                  <a16:creationId xmlns:a16="http://schemas.microsoft.com/office/drawing/2014/main" id="{8D8BEF89-EE17-426D-95A6-83352004DA3A}"/>
                </a:ext>
              </a:extLst>
            </p:cNvPr>
            <p:cNvGrpSpPr/>
            <p:nvPr/>
          </p:nvGrpSpPr>
          <p:grpSpPr>
            <a:xfrm>
              <a:off x="-502267" y="5876163"/>
              <a:ext cx="411956" cy="216662"/>
              <a:chOff x="-615197" y="4295013"/>
              <a:chExt cx="411956" cy="216662"/>
            </a:xfrm>
          </p:grpSpPr>
          <p:cxnSp>
            <p:nvCxnSpPr>
              <p:cNvPr id="120" name="Gerader Verbinder 119">
                <a:extLst>
                  <a:ext uri="{FF2B5EF4-FFF2-40B4-BE49-F238E27FC236}">
                    <a16:creationId xmlns:a16="http://schemas.microsoft.com/office/drawing/2014/main" id="{3C63C87B-D62E-49DD-ACF5-FC88F357BFF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1" name="Textfeld 120">
                <a:extLst>
                  <a:ext uri="{FF2B5EF4-FFF2-40B4-BE49-F238E27FC236}">
                    <a16:creationId xmlns:a16="http://schemas.microsoft.com/office/drawing/2014/main" id="{D7866306-51B9-49E9-8CA8-29BB88B7E130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07.40</a:t>
                </a:r>
              </a:p>
            </p:txBody>
          </p:sp>
        </p:grpSp>
        <p:grpSp>
          <p:nvGrpSpPr>
            <p:cNvPr id="108" name="Gruppieren 107">
              <a:extLst>
                <a:ext uri="{FF2B5EF4-FFF2-40B4-BE49-F238E27FC236}">
                  <a16:creationId xmlns:a16="http://schemas.microsoft.com/office/drawing/2014/main" id="{1F9935B6-C8DB-473E-80ED-5927EA081B36}"/>
                </a:ext>
              </a:extLst>
            </p:cNvPr>
            <p:cNvGrpSpPr/>
            <p:nvPr/>
          </p:nvGrpSpPr>
          <p:grpSpPr>
            <a:xfrm>
              <a:off x="-502267" y="3212338"/>
              <a:ext cx="411956" cy="216662"/>
              <a:chOff x="-615197" y="4295013"/>
              <a:chExt cx="411956" cy="216662"/>
            </a:xfrm>
          </p:grpSpPr>
          <p:cxnSp>
            <p:nvCxnSpPr>
              <p:cNvPr id="118" name="Gerader Verbinder 117">
                <a:extLst>
                  <a:ext uri="{FF2B5EF4-FFF2-40B4-BE49-F238E27FC236}">
                    <a16:creationId xmlns:a16="http://schemas.microsoft.com/office/drawing/2014/main" id="{6BABD84C-78C6-4F3B-AF47-B622FC5D76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9" name="Textfeld 118">
                <a:extLst>
                  <a:ext uri="{FF2B5EF4-FFF2-40B4-BE49-F238E27FC236}">
                    <a16:creationId xmlns:a16="http://schemas.microsoft.com/office/drawing/2014/main" id="{E80BC8A6-400E-47FD-84B6-65F95B2848FD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00.00</a:t>
                </a:r>
              </a:p>
            </p:txBody>
          </p:sp>
        </p:grpSp>
        <p:grpSp>
          <p:nvGrpSpPr>
            <p:cNvPr id="109" name="Gruppieren 108">
              <a:extLst>
                <a:ext uri="{FF2B5EF4-FFF2-40B4-BE49-F238E27FC236}">
                  <a16:creationId xmlns:a16="http://schemas.microsoft.com/office/drawing/2014/main" id="{7764163E-A4F1-480E-9844-50C129244AF9}"/>
                </a:ext>
              </a:extLst>
            </p:cNvPr>
            <p:cNvGrpSpPr/>
            <p:nvPr/>
          </p:nvGrpSpPr>
          <p:grpSpPr>
            <a:xfrm>
              <a:off x="-502267" y="835851"/>
              <a:ext cx="411956" cy="216662"/>
              <a:chOff x="-615197" y="4295013"/>
              <a:chExt cx="411956" cy="216662"/>
            </a:xfrm>
          </p:grpSpPr>
          <p:cxnSp>
            <p:nvCxnSpPr>
              <p:cNvPr id="116" name="Gerader Verbinder 115">
                <a:extLst>
                  <a:ext uri="{FF2B5EF4-FFF2-40B4-BE49-F238E27FC236}">
                    <a16:creationId xmlns:a16="http://schemas.microsoft.com/office/drawing/2014/main" id="{7A18C765-89D6-46ED-9EB3-BF9152B3E3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7" name="Textfeld 116">
                <a:extLst>
                  <a:ext uri="{FF2B5EF4-FFF2-40B4-BE49-F238E27FC236}">
                    <a16:creationId xmlns:a16="http://schemas.microsoft.com/office/drawing/2014/main" id="{977F91D2-68ED-4412-88B6-F3CDAE3E24FD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06.60</a:t>
                </a:r>
              </a:p>
            </p:txBody>
          </p:sp>
        </p:grpSp>
        <p:grpSp>
          <p:nvGrpSpPr>
            <p:cNvPr id="110" name="Gruppieren 109">
              <a:extLst>
                <a:ext uri="{FF2B5EF4-FFF2-40B4-BE49-F238E27FC236}">
                  <a16:creationId xmlns:a16="http://schemas.microsoft.com/office/drawing/2014/main" id="{6CA71D0B-3894-4DBE-896D-03EA94879BE3}"/>
                </a:ext>
              </a:extLst>
            </p:cNvPr>
            <p:cNvGrpSpPr/>
            <p:nvPr/>
          </p:nvGrpSpPr>
          <p:grpSpPr>
            <a:xfrm>
              <a:off x="-502267" y="1412113"/>
              <a:ext cx="411956" cy="216662"/>
              <a:chOff x="-615197" y="4295013"/>
              <a:chExt cx="411956" cy="216662"/>
            </a:xfrm>
          </p:grpSpPr>
          <p:cxnSp>
            <p:nvCxnSpPr>
              <p:cNvPr id="114" name="Gerader Verbinder 113">
                <a:extLst>
                  <a:ext uri="{FF2B5EF4-FFF2-40B4-BE49-F238E27FC236}">
                    <a16:creationId xmlns:a16="http://schemas.microsoft.com/office/drawing/2014/main" id="{4BC49115-27EA-44E5-973E-18618EEB1A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5" name="Textfeld 114">
                <a:extLst>
                  <a:ext uri="{FF2B5EF4-FFF2-40B4-BE49-F238E27FC236}">
                    <a16:creationId xmlns:a16="http://schemas.microsoft.com/office/drawing/2014/main" id="{76A737B4-6D67-4659-98AF-6EC2BD5BD8FD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05.00</a:t>
                </a:r>
              </a:p>
            </p:txBody>
          </p:sp>
        </p:grpSp>
        <p:grpSp>
          <p:nvGrpSpPr>
            <p:cNvPr id="111" name="Gruppieren 110">
              <a:extLst>
                <a:ext uri="{FF2B5EF4-FFF2-40B4-BE49-F238E27FC236}">
                  <a16:creationId xmlns:a16="http://schemas.microsoft.com/office/drawing/2014/main" id="{5DF523FC-F752-4717-96E1-5FEAD9E32CA4}"/>
                </a:ext>
              </a:extLst>
            </p:cNvPr>
            <p:cNvGrpSpPr/>
            <p:nvPr/>
          </p:nvGrpSpPr>
          <p:grpSpPr>
            <a:xfrm>
              <a:off x="-502267" y="80201"/>
              <a:ext cx="411956" cy="216662"/>
              <a:chOff x="-615197" y="4258501"/>
              <a:chExt cx="411956" cy="216662"/>
            </a:xfrm>
          </p:grpSpPr>
          <p:cxnSp>
            <p:nvCxnSpPr>
              <p:cNvPr id="112" name="Gerader Verbinder 111">
                <a:extLst>
                  <a:ext uri="{FF2B5EF4-FFF2-40B4-BE49-F238E27FC236}">
                    <a16:creationId xmlns:a16="http://schemas.microsoft.com/office/drawing/2014/main" id="{AF50C51F-B7C6-4217-99C8-6CF157B6EF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475163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3" name="Textfeld 112">
                <a:extLst>
                  <a:ext uri="{FF2B5EF4-FFF2-40B4-BE49-F238E27FC236}">
                    <a16:creationId xmlns:a16="http://schemas.microsoft.com/office/drawing/2014/main" id="{B91C7822-2BA6-437E-8670-727A39AB11C6}"/>
                  </a:ext>
                </a:extLst>
              </p:cNvPr>
              <p:cNvSpPr txBox="1"/>
              <p:nvPr/>
            </p:nvSpPr>
            <p:spPr>
              <a:xfrm>
                <a:off x="-615197" y="425850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08.70</a:t>
                </a:r>
              </a:p>
            </p:txBody>
          </p:sp>
        </p:grpSp>
      </p:grp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10E3255B-D180-CBEE-0F54-43D19CB21B9A}"/>
              </a:ext>
            </a:extLst>
          </p:cNvPr>
          <p:cNvGrpSpPr/>
          <p:nvPr/>
        </p:nvGrpSpPr>
        <p:grpSpPr>
          <a:xfrm>
            <a:off x="11170442" y="299244"/>
            <a:ext cx="505400" cy="505400"/>
            <a:chOff x="5423248" y="2756248"/>
            <a:chExt cx="1349978" cy="1349978"/>
          </a:xfrm>
        </p:grpSpPr>
        <p:sp>
          <p:nvSpPr>
            <p:cNvPr id="6" name="Freihandform: Form 5">
              <a:extLst>
                <a:ext uri="{FF2B5EF4-FFF2-40B4-BE49-F238E27FC236}">
                  <a16:creationId xmlns:a16="http://schemas.microsoft.com/office/drawing/2014/main" id="{C48D6D73-B8B1-213D-66F6-0DC5950CC854}"/>
                </a:ext>
              </a:extLst>
            </p:cNvPr>
            <p:cNvSpPr/>
            <p:nvPr/>
          </p:nvSpPr>
          <p:spPr>
            <a:xfrm>
              <a:off x="5423248" y="2756248"/>
              <a:ext cx="1349978" cy="1349978"/>
            </a:xfrm>
            <a:custGeom>
              <a:avLst/>
              <a:gdLst>
                <a:gd name="connsiteX0" fmla="*/ 1349788 w 1349978"/>
                <a:gd name="connsiteY0" fmla="*/ 1349978 h 1349978"/>
                <a:gd name="connsiteX1" fmla="*/ 675037 w 1349978"/>
                <a:gd name="connsiteY1" fmla="*/ 1205389 h 1349978"/>
                <a:gd name="connsiteX2" fmla="*/ 0 w 1349978"/>
                <a:gd name="connsiteY2" fmla="*/ 1349978 h 1349978"/>
                <a:gd name="connsiteX3" fmla="*/ 0 w 1349978"/>
                <a:gd name="connsiteY3" fmla="*/ 0 h 1349978"/>
                <a:gd name="connsiteX4" fmla="*/ 1349978 w 1349978"/>
                <a:gd name="connsiteY4" fmla="*/ 0 h 1349978"/>
                <a:gd name="connsiteX5" fmla="*/ 1349788 w 1349978"/>
                <a:gd name="connsiteY5" fmla="*/ 1349978 h 1349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9978" h="1349978">
                  <a:moveTo>
                    <a:pt x="1349788" y="1349978"/>
                  </a:moveTo>
                  <a:cubicBezTo>
                    <a:pt x="1143953" y="1257110"/>
                    <a:pt x="915543" y="1205389"/>
                    <a:pt x="675037" y="1205389"/>
                  </a:cubicBezTo>
                  <a:cubicBezTo>
                    <a:pt x="434530" y="1205389"/>
                    <a:pt x="205835" y="1257110"/>
                    <a:pt x="0" y="1349978"/>
                  </a:cubicBezTo>
                  <a:lnTo>
                    <a:pt x="0" y="0"/>
                  </a:lnTo>
                  <a:lnTo>
                    <a:pt x="1349978" y="0"/>
                  </a:lnTo>
                  <a:lnTo>
                    <a:pt x="1349788" y="1349978"/>
                  </a:lnTo>
                  <a:close/>
                </a:path>
              </a:pathLst>
            </a:custGeom>
            <a:solidFill>
              <a:srgbClr val="0F2D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grpSp>
          <p:nvGrpSpPr>
            <p:cNvPr id="7" name="Grafik 31">
              <a:extLst>
                <a:ext uri="{FF2B5EF4-FFF2-40B4-BE49-F238E27FC236}">
                  <a16:creationId xmlns:a16="http://schemas.microsoft.com/office/drawing/2014/main" id="{23D4AB68-3198-8BBB-72B9-723B167794FE}"/>
                </a:ext>
              </a:extLst>
            </p:cNvPr>
            <p:cNvGrpSpPr/>
            <p:nvPr/>
          </p:nvGrpSpPr>
          <p:grpSpPr>
            <a:xfrm>
              <a:off x="5474985" y="3134295"/>
              <a:ext cx="1244293" cy="294132"/>
              <a:chOff x="5474985" y="3134295"/>
              <a:chExt cx="1244293" cy="294132"/>
            </a:xfrm>
            <a:solidFill>
              <a:srgbClr val="FFFFFF"/>
            </a:solidFill>
          </p:grpSpPr>
          <p:sp>
            <p:nvSpPr>
              <p:cNvPr id="8" name="Freihandform: Form 7">
                <a:extLst>
                  <a:ext uri="{FF2B5EF4-FFF2-40B4-BE49-F238E27FC236}">
                    <a16:creationId xmlns:a16="http://schemas.microsoft.com/office/drawing/2014/main" id="{5BEF183B-0CDE-3590-0F41-D59FE3CA10C7}"/>
                  </a:ext>
                </a:extLst>
              </p:cNvPr>
              <p:cNvSpPr/>
              <p:nvPr/>
            </p:nvSpPr>
            <p:spPr>
              <a:xfrm>
                <a:off x="5474985" y="3134295"/>
                <a:ext cx="247353" cy="293941"/>
              </a:xfrm>
              <a:custGeom>
                <a:avLst/>
                <a:gdLst>
                  <a:gd name="connsiteX0" fmla="*/ 109998 w 247353"/>
                  <a:gd name="connsiteY0" fmla="*/ 30956 h 293941"/>
                  <a:gd name="connsiteX1" fmla="*/ 41418 w 247353"/>
                  <a:gd name="connsiteY1" fmla="*/ 95250 h 293941"/>
                  <a:gd name="connsiteX2" fmla="*/ 11129 w 247353"/>
                  <a:gd name="connsiteY2" fmla="*/ 95250 h 293941"/>
                  <a:gd name="connsiteX3" fmla="*/ 11129 w 247353"/>
                  <a:gd name="connsiteY3" fmla="*/ 0 h 293941"/>
                  <a:gd name="connsiteX4" fmla="*/ 247349 w 247353"/>
                  <a:gd name="connsiteY4" fmla="*/ 0 h 293941"/>
                  <a:gd name="connsiteX5" fmla="*/ 179340 w 247353"/>
                  <a:gd name="connsiteY5" fmla="*/ 151733 h 293941"/>
                  <a:gd name="connsiteX6" fmla="*/ 111141 w 247353"/>
                  <a:gd name="connsiteY6" fmla="*/ 262795 h 293941"/>
                  <a:gd name="connsiteX7" fmla="*/ 149432 w 247353"/>
                  <a:gd name="connsiteY7" fmla="*/ 262795 h 293941"/>
                  <a:gd name="connsiteX8" fmla="*/ 210011 w 247353"/>
                  <a:gd name="connsiteY8" fmla="*/ 198501 h 293941"/>
                  <a:gd name="connsiteX9" fmla="*/ 241634 w 247353"/>
                  <a:gd name="connsiteY9" fmla="*/ 198501 h 293941"/>
                  <a:gd name="connsiteX10" fmla="*/ 241634 w 247353"/>
                  <a:gd name="connsiteY10" fmla="*/ 293942 h 293941"/>
                  <a:gd name="connsiteX11" fmla="*/ 270 w 247353"/>
                  <a:gd name="connsiteY11" fmla="*/ 293942 h 293941"/>
                  <a:gd name="connsiteX12" fmla="*/ 75137 w 247353"/>
                  <a:gd name="connsiteY12" fmla="*/ 133731 h 293941"/>
                  <a:gd name="connsiteX13" fmla="*/ 138573 w 247353"/>
                  <a:gd name="connsiteY13" fmla="*/ 30671 h 293941"/>
                  <a:gd name="connsiteX14" fmla="*/ 109998 w 247353"/>
                  <a:gd name="connsiteY14" fmla="*/ 30861 h 293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47353" h="293941">
                    <a:moveTo>
                      <a:pt x="109998" y="30956"/>
                    </a:moveTo>
                    <a:cubicBezTo>
                      <a:pt x="46562" y="30956"/>
                      <a:pt x="41418" y="95250"/>
                      <a:pt x="41418" y="95250"/>
                    </a:cubicBezTo>
                    <a:lnTo>
                      <a:pt x="11129" y="95250"/>
                    </a:lnTo>
                    <a:lnTo>
                      <a:pt x="11129" y="0"/>
                    </a:lnTo>
                    <a:lnTo>
                      <a:pt x="247349" y="0"/>
                    </a:lnTo>
                    <a:cubicBezTo>
                      <a:pt x="247349" y="0"/>
                      <a:pt x="249254" y="73628"/>
                      <a:pt x="179340" y="151733"/>
                    </a:cubicBezTo>
                    <a:cubicBezTo>
                      <a:pt x="179340" y="151733"/>
                      <a:pt x="112856" y="228981"/>
                      <a:pt x="111141" y="262795"/>
                    </a:cubicBezTo>
                    <a:lnTo>
                      <a:pt x="149432" y="262795"/>
                    </a:lnTo>
                    <a:cubicBezTo>
                      <a:pt x="204391" y="262795"/>
                      <a:pt x="210011" y="198501"/>
                      <a:pt x="210011" y="198501"/>
                    </a:cubicBezTo>
                    <a:lnTo>
                      <a:pt x="241634" y="198501"/>
                    </a:lnTo>
                    <a:lnTo>
                      <a:pt x="241634" y="293942"/>
                    </a:lnTo>
                    <a:lnTo>
                      <a:pt x="270" y="293942"/>
                    </a:lnTo>
                    <a:cubicBezTo>
                      <a:pt x="270" y="293942"/>
                      <a:pt x="-8588" y="221647"/>
                      <a:pt x="75137" y="133731"/>
                    </a:cubicBezTo>
                    <a:cubicBezTo>
                      <a:pt x="75137" y="133731"/>
                      <a:pt x="126667" y="76200"/>
                      <a:pt x="138573" y="30671"/>
                    </a:cubicBezTo>
                    <a:lnTo>
                      <a:pt x="109998" y="3086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9" name="Freihandform: Form 8">
                <a:extLst>
                  <a:ext uri="{FF2B5EF4-FFF2-40B4-BE49-F238E27FC236}">
                    <a16:creationId xmlns:a16="http://schemas.microsoft.com/office/drawing/2014/main" id="{86CA684F-D859-06CC-22B3-BE2C65AFC04A}"/>
                  </a:ext>
                </a:extLst>
              </p:cNvPr>
              <p:cNvSpPr/>
              <p:nvPr/>
            </p:nvSpPr>
            <p:spPr>
              <a:xfrm>
                <a:off x="6030181" y="3134295"/>
                <a:ext cx="156495" cy="293750"/>
              </a:xfrm>
              <a:custGeom>
                <a:avLst/>
                <a:gdLst>
                  <a:gd name="connsiteX0" fmla="*/ 156496 w 156495"/>
                  <a:gd name="connsiteY0" fmla="*/ 293751 h 293750"/>
                  <a:gd name="connsiteX1" fmla="*/ 156496 w 156495"/>
                  <a:gd name="connsiteY1" fmla="*/ 262604 h 293750"/>
                  <a:gd name="connsiteX2" fmla="*/ 149352 w 156495"/>
                  <a:gd name="connsiteY2" fmla="*/ 262604 h 293750"/>
                  <a:gd name="connsiteX3" fmla="*/ 125730 w 156495"/>
                  <a:gd name="connsiteY3" fmla="*/ 238982 h 293750"/>
                  <a:gd name="connsiteX4" fmla="*/ 125730 w 156495"/>
                  <a:gd name="connsiteY4" fmla="*/ 54769 h 293750"/>
                  <a:gd name="connsiteX5" fmla="*/ 149352 w 156495"/>
                  <a:gd name="connsiteY5" fmla="*/ 31147 h 293750"/>
                  <a:gd name="connsiteX6" fmla="*/ 156496 w 156495"/>
                  <a:gd name="connsiteY6" fmla="*/ 31147 h 293750"/>
                  <a:gd name="connsiteX7" fmla="*/ 156496 w 156495"/>
                  <a:gd name="connsiteY7" fmla="*/ 0 h 293750"/>
                  <a:gd name="connsiteX8" fmla="*/ 0 w 156495"/>
                  <a:gd name="connsiteY8" fmla="*/ 0 h 293750"/>
                  <a:gd name="connsiteX9" fmla="*/ 0 w 156495"/>
                  <a:gd name="connsiteY9" fmla="*/ 31147 h 293750"/>
                  <a:gd name="connsiteX10" fmla="*/ 7144 w 156495"/>
                  <a:gd name="connsiteY10" fmla="*/ 31147 h 293750"/>
                  <a:gd name="connsiteX11" fmla="*/ 30956 w 156495"/>
                  <a:gd name="connsiteY11" fmla="*/ 54769 h 293750"/>
                  <a:gd name="connsiteX12" fmla="*/ 30956 w 156495"/>
                  <a:gd name="connsiteY12" fmla="*/ 238982 h 293750"/>
                  <a:gd name="connsiteX13" fmla="*/ 7144 w 156495"/>
                  <a:gd name="connsiteY13" fmla="*/ 262604 h 293750"/>
                  <a:gd name="connsiteX14" fmla="*/ 0 w 156495"/>
                  <a:gd name="connsiteY14" fmla="*/ 262604 h 293750"/>
                  <a:gd name="connsiteX15" fmla="*/ 0 w 156495"/>
                  <a:gd name="connsiteY15" fmla="*/ 293751 h 293750"/>
                  <a:gd name="connsiteX16" fmla="*/ 156496 w 156495"/>
                  <a:gd name="connsiteY16" fmla="*/ 293751 h 293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56495" h="293750">
                    <a:moveTo>
                      <a:pt x="156496" y="293751"/>
                    </a:moveTo>
                    <a:lnTo>
                      <a:pt x="156496" y="262604"/>
                    </a:lnTo>
                    <a:lnTo>
                      <a:pt x="149352" y="262604"/>
                    </a:lnTo>
                    <a:cubicBezTo>
                      <a:pt x="136398" y="262604"/>
                      <a:pt x="125730" y="251936"/>
                      <a:pt x="125730" y="238982"/>
                    </a:cubicBezTo>
                    <a:lnTo>
                      <a:pt x="125730" y="54769"/>
                    </a:lnTo>
                    <a:cubicBezTo>
                      <a:pt x="125730" y="41815"/>
                      <a:pt x="136303" y="31147"/>
                      <a:pt x="149352" y="31147"/>
                    </a:cubicBezTo>
                    <a:lnTo>
                      <a:pt x="156496" y="31147"/>
                    </a:lnTo>
                    <a:lnTo>
                      <a:pt x="156496" y="0"/>
                    </a:lnTo>
                    <a:lnTo>
                      <a:pt x="0" y="0"/>
                    </a:lnTo>
                    <a:lnTo>
                      <a:pt x="0" y="31147"/>
                    </a:lnTo>
                    <a:lnTo>
                      <a:pt x="7144" y="31147"/>
                    </a:lnTo>
                    <a:cubicBezTo>
                      <a:pt x="20383" y="31147"/>
                      <a:pt x="30956" y="41720"/>
                      <a:pt x="30956" y="54769"/>
                    </a:cubicBezTo>
                    <a:lnTo>
                      <a:pt x="30956" y="238982"/>
                    </a:lnTo>
                    <a:cubicBezTo>
                      <a:pt x="30956" y="251936"/>
                      <a:pt x="20383" y="262604"/>
                      <a:pt x="7144" y="262604"/>
                    </a:cubicBezTo>
                    <a:lnTo>
                      <a:pt x="0" y="262604"/>
                    </a:lnTo>
                    <a:lnTo>
                      <a:pt x="0" y="293751"/>
                    </a:lnTo>
                    <a:lnTo>
                      <a:pt x="156496" y="29375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10" name="Freihandform: Form 9">
                <a:extLst>
                  <a:ext uri="{FF2B5EF4-FFF2-40B4-BE49-F238E27FC236}">
                    <a16:creationId xmlns:a16="http://schemas.microsoft.com/office/drawing/2014/main" id="{A124E49C-409B-D771-CA40-76BF8EE4EB67}"/>
                  </a:ext>
                </a:extLst>
              </p:cNvPr>
              <p:cNvSpPr/>
              <p:nvPr/>
            </p:nvSpPr>
            <p:spPr>
              <a:xfrm>
                <a:off x="5748718" y="3134295"/>
                <a:ext cx="248983" cy="294132"/>
              </a:xfrm>
              <a:custGeom>
                <a:avLst/>
                <a:gdLst>
                  <a:gd name="connsiteX0" fmla="*/ 248983 w 248983"/>
                  <a:gd name="connsiteY0" fmla="*/ 294037 h 294132"/>
                  <a:gd name="connsiteX1" fmla="*/ 248983 w 248983"/>
                  <a:gd name="connsiteY1" fmla="*/ 198596 h 294132"/>
                  <a:gd name="connsiteX2" fmla="*/ 217361 w 248983"/>
                  <a:gd name="connsiteY2" fmla="*/ 198596 h 294132"/>
                  <a:gd name="connsiteX3" fmla="*/ 156496 w 248983"/>
                  <a:gd name="connsiteY3" fmla="*/ 262890 h 294132"/>
                  <a:gd name="connsiteX4" fmla="*/ 124873 w 248983"/>
                  <a:gd name="connsiteY4" fmla="*/ 262890 h 294132"/>
                  <a:gd name="connsiteX5" fmla="*/ 124873 w 248983"/>
                  <a:gd name="connsiteY5" fmla="*/ 162687 h 294132"/>
                  <a:gd name="connsiteX6" fmla="*/ 136112 w 248983"/>
                  <a:gd name="connsiteY6" fmla="*/ 162687 h 294132"/>
                  <a:gd name="connsiteX7" fmla="*/ 159925 w 248983"/>
                  <a:gd name="connsiteY7" fmla="*/ 186500 h 294132"/>
                  <a:gd name="connsiteX8" fmla="*/ 159925 w 248983"/>
                  <a:gd name="connsiteY8" fmla="*/ 198406 h 294132"/>
                  <a:gd name="connsiteX9" fmla="*/ 191071 w 248983"/>
                  <a:gd name="connsiteY9" fmla="*/ 198406 h 294132"/>
                  <a:gd name="connsiteX10" fmla="*/ 191071 w 248983"/>
                  <a:gd name="connsiteY10" fmla="*/ 95631 h 294132"/>
                  <a:gd name="connsiteX11" fmla="*/ 159925 w 248983"/>
                  <a:gd name="connsiteY11" fmla="*/ 95631 h 294132"/>
                  <a:gd name="connsiteX12" fmla="*/ 159925 w 248983"/>
                  <a:gd name="connsiteY12" fmla="*/ 107537 h 294132"/>
                  <a:gd name="connsiteX13" fmla="*/ 136112 w 248983"/>
                  <a:gd name="connsiteY13" fmla="*/ 131350 h 294132"/>
                  <a:gd name="connsiteX14" fmla="*/ 124873 w 248983"/>
                  <a:gd name="connsiteY14" fmla="*/ 131350 h 294132"/>
                  <a:gd name="connsiteX15" fmla="*/ 124873 w 248983"/>
                  <a:gd name="connsiteY15" fmla="*/ 31147 h 294132"/>
                  <a:gd name="connsiteX16" fmla="*/ 156496 w 248983"/>
                  <a:gd name="connsiteY16" fmla="*/ 31147 h 294132"/>
                  <a:gd name="connsiteX17" fmla="*/ 217361 w 248983"/>
                  <a:gd name="connsiteY17" fmla="*/ 95441 h 294132"/>
                  <a:gd name="connsiteX18" fmla="*/ 248983 w 248983"/>
                  <a:gd name="connsiteY18" fmla="*/ 95441 h 294132"/>
                  <a:gd name="connsiteX19" fmla="*/ 248983 w 248983"/>
                  <a:gd name="connsiteY19" fmla="*/ 0 h 294132"/>
                  <a:gd name="connsiteX20" fmla="*/ 0 w 248983"/>
                  <a:gd name="connsiteY20" fmla="*/ 0 h 294132"/>
                  <a:gd name="connsiteX21" fmla="*/ 0 w 248983"/>
                  <a:gd name="connsiteY21" fmla="*/ 31337 h 294132"/>
                  <a:gd name="connsiteX22" fmla="*/ 7144 w 248983"/>
                  <a:gd name="connsiteY22" fmla="*/ 31337 h 294132"/>
                  <a:gd name="connsiteX23" fmla="*/ 30766 w 248983"/>
                  <a:gd name="connsiteY23" fmla="*/ 54959 h 294132"/>
                  <a:gd name="connsiteX24" fmla="*/ 30766 w 248983"/>
                  <a:gd name="connsiteY24" fmla="*/ 239173 h 294132"/>
                  <a:gd name="connsiteX25" fmla="*/ 7144 w 248983"/>
                  <a:gd name="connsiteY25" fmla="*/ 262795 h 294132"/>
                  <a:gd name="connsiteX26" fmla="*/ 0 w 248983"/>
                  <a:gd name="connsiteY26" fmla="*/ 262795 h 294132"/>
                  <a:gd name="connsiteX27" fmla="*/ 0 w 248983"/>
                  <a:gd name="connsiteY27" fmla="*/ 293942 h 294132"/>
                  <a:gd name="connsiteX28" fmla="*/ 248983 w 248983"/>
                  <a:gd name="connsiteY28" fmla="*/ 294132 h 2941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48983" h="294132">
                    <a:moveTo>
                      <a:pt x="248983" y="294037"/>
                    </a:moveTo>
                    <a:lnTo>
                      <a:pt x="248983" y="198596"/>
                    </a:lnTo>
                    <a:lnTo>
                      <a:pt x="217361" y="198596"/>
                    </a:lnTo>
                    <a:cubicBezTo>
                      <a:pt x="217361" y="198596"/>
                      <a:pt x="211550" y="262890"/>
                      <a:pt x="156496" y="262890"/>
                    </a:cubicBezTo>
                    <a:lnTo>
                      <a:pt x="124873" y="262890"/>
                    </a:lnTo>
                    <a:lnTo>
                      <a:pt x="124873" y="162687"/>
                    </a:lnTo>
                    <a:lnTo>
                      <a:pt x="136112" y="162687"/>
                    </a:lnTo>
                    <a:cubicBezTo>
                      <a:pt x="149352" y="162687"/>
                      <a:pt x="159925" y="173355"/>
                      <a:pt x="159925" y="186500"/>
                    </a:cubicBezTo>
                    <a:lnTo>
                      <a:pt x="159925" y="198406"/>
                    </a:lnTo>
                    <a:lnTo>
                      <a:pt x="191071" y="198406"/>
                    </a:lnTo>
                    <a:lnTo>
                      <a:pt x="191071" y="95631"/>
                    </a:lnTo>
                    <a:lnTo>
                      <a:pt x="159925" y="95631"/>
                    </a:lnTo>
                    <a:lnTo>
                      <a:pt x="159925" y="107537"/>
                    </a:lnTo>
                    <a:cubicBezTo>
                      <a:pt x="159925" y="120777"/>
                      <a:pt x="149352" y="131350"/>
                      <a:pt x="136112" y="131350"/>
                    </a:cubicBezTo>
                    <a:lnTo>
                      <a:pt x="124873" y="131350"/>
                    </a:lnTo>
                    <a:lnTo>
                      <a:pt x="124873" y="31147"/>
                    </a:lnTo>
                    <a:lnTo>
                      <a:pt x="156496" y="31147"/>
                    </a:lnTo>
                    <a:cubicBezTo>
                      <a:pt x="211455" y="31147"/>
                      <a:pt x="217361" y="95441"/>
                      <a:pt x="217361" y="95441"/>
                    </a:cubicBezTo>
                    <a:lnTo>
                      <a:pt x="248983" y="95441"/>
                    </a:lnTo>
                    <a:lnTo>
                      <a:pt x="248983" y="0"/>
                    </a:lnTo>
                    <a:lnTo>
                      <a:pt x="0" y="0"/>
                    </a:lnTo>
                    <a:lnTo>
                      <a:pt x="0" y="31337"/>
                    </a:lnTo>
                    <a:lnTo>
                      <a:pt x="7144" y="31337"/>
                    </a:lnTo>
                    <a:cubicBezTo>
                      <a:pt x="20098" y="31337"/>
                      <a:pt x="30766" y="42005"/>
                      <a:pt x="30766" y="54959"/>
                    </a:cubicBezTo>
                    <a:lnTo>
                      <a:pt x="30766" y="239173"/>
                    </a:lnTo>
                    <a:cubicBezTo>
                      <a:pt x="30766" y="252127"/>
                      <a:pt x="20193" y="262795"/>
                      <a:pt x="7144" y="262795"/>
                    </a:cubicBezTo>
                    <a:lnTo>
                      <a:pt x="0" y="262795"/>
                    </a:lnTo>
                    <a:lnTo>
                      <a:pt x="0" y="293942"/>
                    </a:lnTo>
                    <a:lnTo>
                      <a:pt x="248983" y="294132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11" name="Freihandform: Form 10">
                <a:extLst>
                  <a:ext uri="{FF2B5EF4-FFF2-40B4-BE49-F238E27FC236}">
                    <a16:creationId xmlns:a16="http://schemas.microsoft.com/office/drawing/2014/main" id="{F237BB53-7167-311E-02F3-F721352DEE1A}"/>
                  </a:ext>
                </a:extLst>
              </p:cNvPr>
              <p:cNvSpPr/>
              <p:nvPr/>
            </p:nvSpPr>
            <p:spPr>
              <a:xfrm>
                <a:off x="6217588" y="3134295"/>
                <a:ext cx="237562" cy="293941"/>
              </a:xfrm>
              <a:custGeom>
                <a:avLst/>
                <a:gdLst>
                  <a:gd name="connsiteX0" fmla="*/ 133586 w 237562"/>
                  <a:gd name="connsiteY0" fmla="*/ 30956 h 293941"/>
                  <a:gd name="connsiteX1" fmla="*/ 201976 w 237562"/>
                  <a:gd name="connsiteY1" fmla="*/ 95250 h 293941"/>
                  <a:gd name="connsiteX2" fmla="*/ 232551 w 237562"/>
                  <a:gd name="connsiteY2" fmla="*/ 95250 h 293941"/>
                  <a:gd name="connsiteX3" fmla="*/ 232551 w 237562"/>
                  <a:gd name="connsiteY3" fmla="*/ 0 h 293941"/>
                  <a:gd name="connsiteX4" fmla="*/ 6713 w 237562"/>
                  <a:gd name="connsiteY4" fmla="*/ 0 h 293941"/>
                  <a:gd name="connsiteX5" fmla="*/ 64339 w 237562"/>
                  <a:gd name="connsiteY5" fmla="*/ 151733 h 293941"/>
                  <a:gd name="connsiteX6" fmla="*/ 132348 w 237562"/>
                  <a:gd name="connsiteY6" fmla="*/ 262795 h 293941"/>
                  <a:gd name="connsiteX7" fmla="*/ 94248 w 237562"/>
                  <a:gd name="connsiteY7" fmla="*/ 262795 h 293941"/>
                  <a:gd name="connsiteX8" fmla="*/ 33383 w 237562"/>
                  <a:gd name="connsiteY8" fmla="*/ 198501 h 293941"/>
                  <a:gd name="connsiteX9" fmla="*/ 1760 w 237562"/>
                  <a:gd name="connsiteY9" fmla="*/ 198501 h 293941"/>
                  <a:gd name="connsiteX10" fmla="*/ 1760 w 237562"/>
                  <a:gd name="connsiteY10" fmla="*/ 293942 h 293941"/>
                  <a:gd name="connsiteX11" fmla="*/ 229312 w 237562"/>
                  <a:gd name="connsiteY11" fmla="*/ 293942 h 293941"/>
                  <a:gd name="connsiteX12" fmla="*/ 168257 w 237562"/>
                  <a:gd name="connsiteY12" fmla="*/ 133731 h 293941"/>
                  <a:gd name="connsiteX13" fmla="*/ 104821 w 237562"/>
                  <a:gd name="connsiteY13" fmla="*/ 30671 h 293941"/>
                  <a:gd name="connsiteX14" fmla="*/ 133586 w 237562"/>
                  <a:gd name="connsiteY14" fmla="*/ 30861 h 293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37562" h="293941">
                    <a:moveTo>
                      <a:pt x="133586" y="30956"/>
                    </a:moveTo>
                    <a:cubicBezTo>
                      <a:pt x="197023" y="30956"/>
                      <a:pt x="201976" y="95250"/>
                      <a:pt x="201976" y="95250"/>
                    </a:cubicBezTo>
                    <a:lnTo>
                      <a:pt x="232551" y="95250"/>
                    </a:lnTo>
                    <a:lnTo>
                      <a:pt x="232551" y="0"/>
                    </a:lnTo>
                    <a:lnTo>
                      <a:pt x="6713" y="0"/>
                    </a:lnTo>
                    <a:cubicBezTo>
                      <a:pt x="6713" y="0"/>
                      <a:pt x="-29006" y="46768"/>
                      <a:pt x="64339" y="151733"/>
                    </a:cubicBezTo>
                    <a:cubicBezTo>
                      <a:pt x="64339" y="151733"/>
                      <a:pt x="130538" y="228981"/>
                      <a:pt x="132348" y="262795"/>
                    </a:cubicBezTo>
                    <a:lnTo>
                      <a:pt x="94248" y="262795"/>
                    </a:lnTo>
                    <a:cubicBezTo>
                      <a:pt x="39289" y="262795"/>
                      <a:pt x="33383" y="198501"/>
                      <a:pt x="33383" y="198501"/>
                    </a:cubicBezTo>
                    <a:lnTo>
                      <a:pt x="1760" y="198501"/>
                    </a:lnTo>
                    <a:lnTo>
                      <a:pt x="1760" y="293942"/>
                    </a:lnTo>
                    <a:lnTo>
                      <a:pt x="229312" y="293942"/>
                    </a:lnTo>
                    <a:cubicBezTo>
                      <a:pt x="229312" y="293942"/>
                      <a:pt x="270651" y="249365"/>
                      <a:pt x="168257" y="133731"/>
                    </a:cubicBezTo>
                    <a:cubicBezTo>
                      <a:pt x="168257" y="133731"/>
                      <a:pt x="114536" y="78581"/>
                      <a:pt x="104821" y="30671"/>
                    </a:cubicBezTo>
                    <a:lnTo>
                      <a:pt x="133586" y="3086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12" name="Freihandform: Form 11">
                <a:extLst>
                  <a:ext uri="{FF2B5EF4-FFF2-40B4-BE49-F238E27FC236}">
                    <a16:creationId xmlns:a16="http://schemas.microsoft.com/office/drawing/2014/main" id="{6E098A65-DF32-C026-B93F-0F6EA3CE8014}"/>
                  </a:ext>
                </a:extLst>
              </p:cNvPr>
              <p:cNvSpPr/>
              <p:nvPr/>
            </p:nvSpPr>
            <p:spPr>
              <a:xfrm>
                <a:off x="6481716" y="3134295"/>
                <a:ext cx="237562" cy="293941"/>
              </a:xfrm>
              <a:custGeom>
                <a:avLst/>
                <a:gdLst>
                  <a:gd name="connsiteX0" fmla="*/ 133586 w 237562"/>
                  <a:gd name="connsiteY0" fmla="*/ 30956 h 293941"/>
                  <a:gd name="connsiteX1" fmla="*/ 201976 w 237562"/>
                  <a:gd name="connsiteY1" fmla="*/ 95250 h 293941"/>
                  <a:gd name="connsiteX2" fmla="*/ 232265 w 237562"/>
                  <a:gd name="connsiteY2" fmla="*/ 95250 h 293941"/>
                  <a:gd name="connsiteX3" fmla="*/ 232265 w 237562"/>
                  <a:gd name="connsiteY3" fmla="*/ 0 h 293941"/>
                  <a:gd name="connsiteX4" fmla="*/ 6713 w 237562"/>
                  <a:gd name="connsiteY4" fmla="*/ 0 h 293941"/>
                  <a:gd name="connsiteX5" fmla="*/ 64339 w 237562"/>
                  <a:gd name="connsiteY5" fmla="*/ 151733 h 293941"/>
                  <a:gd name="connsiteX6" fmla="*/ 132348 w 237562"/>
                  <a:gd name="connsiteY6" fmla="*/ 262795 h 293941"/>
                  <a:gd name="connsiteX7" fmla="*/ 94248 w 237562"/>
                  <a:gd name="connsiteY7" fmla="*/ 262795 h 293941"/>
                  <a:gd name="connsiteX8" fmla="*/ 33383 w 237562"/>
                  <a:gd name="connsiteY8" fmla="*/ 198501 h 293941"/>
                  <a:gd name="connsiteX9" fmla="*/ 1760 w 237562"/>
                  <a:gd name="connsiteY9" fmla="*/ 198501 h 293941"/>
                  <a:gd name="connsiteX10" fmla="*/ 1760 w 237562"/>
                  <a:gd name="connsiteY10" fmla="*/ 293942 h 293941"/>
                  <a:gd name="connsiteX11" fmla="*/ 229313 w 237562"/>
                  <a:gd name="connsiteY11" fmla="*/ 293942 h 293941"/>
                  <a:gd name="connsiteX12" fmla="*/ 168257 w 237562"/>
                  <a:gd name="connsiteY12" fmla="*/ 133731 h 293941"/>
                  <a:gd name="connsiteX13" fmla="*/ 104821 w 237562"/>
                  <a:gd name="connsiteY13" fmla="*/ 30671 h 293941"/>
                  <a:gd name="connsiteX14" fmla="*/ 133586 w 237562"/>
                  <a:gd name="connsiteY14" fmla="*/ 30861 h 293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37562" h="293941">
                    <a:moveTo>
                      <a:pt x="133586" y="30956"/>
                    </a:moveTo>
                    <a:cubicBezTo>
                      <a:pt x="196832" y="30956"/>
                      <a:pt x="201976" y="95250"/>
                      <a:pt x="201976" y="95250"/>
                    </a:cubicBezTo>
                    <a:lnTo>
                      <a:pt x="232265" y="95250"/>
                    </a:lnTo>
                    <a:lnTo>
                      <a:pt x="232265" y="0"/>
                    </a:lnTo>
                    <a:lnTo>
                      <a:pt x="6713" y="0"/>
                    </a:lnTo>
                    <a:cubicBezTo>
                      <a:pt x="6713" y="0"/>
                      <a:pt x="-29006" y="46768"/>
                      <a:pt x="64339" y="151733"/>
                    </a:cubicBezTo>
                    <a:cubicBezTo>
                      <a:pt x="64339" y="151733"/>
                      <a:pt x="130538" y="228981"/>
                      <a:pt x="132348" y="262795"/>
                    </a:cubicBezTo>
                    <a:lnTo>
                      <a:pt x="94248" y="262795"/>
                    </a:lnTo>
                    <a:cubicBezTo>
                      <a:pt x="39289" y="262795"/>
                      <a:pt x="33383" y="198501"/>
                      <a:pt x="33383" y="198501"/>
                    </a:cubicBezTo>
                    <a:lnTo>
                      <a:pt x="1760" y="198501"/>
                    </a:lnTo>
                    <a:lnTo>
                      <a:pt x="1760" y="293942"/>
                    </a:lnTo>
                    <a:lnTo>
                      <a:pt x="229313" y="293942"/>
                    </a:lnTo>
                    <a:cubicBezTo>
                      <a:pt x="229313" y="293942"/>
                      <a:pt x="270651" y="249365"/>
                      <a:pt x="168257" y="133731"/>
                    </a:cubicBezTo>
                    <a:cubicBezTo>
                      <a:pt x="168257" y="133731"/>
                      <a:pt x="114536" y="78581"/>
                      <a:pt x="104821" y="30671"/>
                    </a:cubicBezTo>
                    <a:lnTo>
                      <a:pt x="133586" y="3086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</p:grpSp>
      </p:grpSp>
      <p:cxnSp>
        <p:nvCxnSpPr>
          <p:cNvPr id="4" name="Gerade Verbindung 22">
            <a:extLst>
              <a:ext uri="{FF2B5EF4-FFF2-40B4-BE49-F238E27FC236}">
                <a16:creationId xmlns:a16="http://schemas.microsoft.com/office/drawing/2014/main" id="{0DFCBAA6-D1AA-D277-34CA-2791B629125A}"/>
              </a:ext>
            </a:extLst>
          </p:cNvPr>
          <p:cNvCxnSpPr>
            <a:cxnSpLocks/>
          </p:cNvCxnSpPr>
          <p:nvPr userDrawn="1"/>
        </p:nvCxnSpPr>
        <p:spPr>
          <a:xfrm>
            <a:off x="5096107" y="6093705"/>
            <a:ext cx="4319998" cy="0"/>
          </a:xfrm>
          <a:prstGeom prst="line">
            <a:avLst/>
          </a:prstGeom>
          <a:ln w="6350">
            <a:solidFill>
              <a:srgbClr val="DCE3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22">
            <a:extLst>
              <a:ext uri="{FF2B5EF4-FFF2-40B4-BE49-F238E27FC236}">
                <a16:creationId xmlns:a16="http://schemas.microsoft.com/office/drawing/2014/main" id="{7CA2DAD0-8C28-3BD6-BC34-1D0D7A08D4F6}"/>
              </a:ext>
            </a:extLst>
          </p:cNvPr>
          <p:cNvCxnSpPr>
            <a:cxnSpLocks/>
          </p:cNvCxnSpPr>
          <p:nvPr userDrawn="1"/>
        </p:nvCxnSpPr>
        <p:spPr>
          <a:xfrm>
            <a:off x="518318" y="4889103"/>
            <a:ext cx="4319998" cy="0"/>
          </a:xfrm>
          <a:prstGeom prst="line">
            <a:avLst/>
          </a:prstGeom>
          <a:ln w="6350">
            <a:solidFill>
              <a:srgbClr val="DCE3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feld 13">
            <a:extLst>
              <a:ext uri="{FF2B5EF4-FFF2-40B4-BE49-F238E27FC236}">
                <a16:creationId xmlns:a16="http://schemas.microsoft.com/office/drawing/2014/main" id="{E1EA3D36-EA69-3249-654E-7C358EE2188D}"/>
              </a:ext>
            </a:extLst>
          </p:cNvPr>
          <p:cNvSpPr txBox="1"/>
          <p:nvPr userDrawn="1"/>
        </p:nvSpPr>
        <p:spPr>
          <a:xfrm>
            <a:off x="518317" y="4965080"/>
            <a:ext cx="105330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None/>
              <a:tabLst/>
            </a:pPr>
            <a:r>
              <a:rPr kumimoji="0" lang="ja-JP" altLang="en-US" sz="1200" b="1" i="0" u="none" strike="noStrike" kern="120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+mn-ea"/>
                <a:cs typeface="+mn-cs"/>
              </a:rPr>
              <a:t>目标人群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6C0E0CBC-6770-DB4B-DC7D-6538A02A33FE}"/>
              </a:ext>
            </a:extLst>
          </p:cNvPr>
          <p:cNvSpPr txBox="1"/>
          <p:nvPr userDrawn="1"/>
        </p:nvSpPr>
        <p:spPr>
          <a:xfrm>
            <a:off x="518318" y="5141291"/>
            <a:ext cx="89916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None/>
              <a:tabLst/>
            </a:pPr>
            <a:r>
              <a:rPr kumimoji="0" lang="ja-JP" altLang="en-US" sz="1200" b="0" i="0" u="none" strike="noStrike" kern="120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+mn-ea"/>
                <a:cs typeface="+mn-cs"/>
              </a:rPr>
              <a:t>目的</a:t>
            </a:r>
          </a:p>
        </p:txBody>
      </p: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1E0C2039-5169-B4E4-AC74-E311FDB546DD}"/>
              </a:ext>
            </a:extLst>
          </p:cNvPr>
          <p:cNvGrpSpPr/>
          <p:nvPr userDrawn="1"/>
        </p:nvGrpSpPr>
        <p:grpSpPr>
          <a:xfrm>
            <a:off x="307324" y="-697715"/>
            <a:ext cx="11367557" cy="411958"/>
            <a:chOff x="307324" y="6944501"/>
            <a:chExt cx="11367557" cy="411958"/>
          </a:xfrm>
        </p:grpSpPr>
        <p:grpSp>
          <p:nvGrpSpPr>
            <p:cNvPr id="21" name="Gruppieren 20">
              <a:extLst>
                <a:ext uri="{FF2B5EF4-FFF2-40B4-BE49-F238E27FC236}">
                  <a16:creationId xmlns:a16="http://schemas.microsoft.com/office/drawing/2014/main" id="{42B6F676-13F9-3989-E053-5B348B492944}"/>
                </a:ext>
              </a:extLst>
            </p:cNvPr>
            <p:cNvGrpSpPr/>
            <p:nvPr/>
          </p:nvGrpSpPr>
          <p:grpSpPr>
            <a:xfrm rot="16200000">
              <a:off x="205653" y="7046174"/>
              <a:ext cx="411956" cy="208614"/>
              <a:chOff x="-615197" y="4303061"/>
              <a:chExt cx="411956" cy="208614"/>
            </a:xfrm>
          </p:grpSpPr>
          <p:cxnSp>
            <p:nvCxnSpPr>
              <p:cNvPr id="33" name="Gerader Verbinder 32">
                <a:extLst>
                  <a:ext uri="{FF2B5EF4-FFF2-40B4-BE49-F238E27FC236}">
                    <a16:creationId xmlns:a16="http://schemas.microsoft.com/office/drawing/2014/main" id="{E1F06CAE-B996-9793-B678-AFDDAFB21D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Textfeld 33">
                <a:extLst>
                  <a:ext uri="{FF2B5EF4-FFF2-40B4-BE49-F238E27FC236}">
                    <a16:creationId xmlns:a16="http://schemas.microsoft.com/office/drawing/2014/main" id="{0520FB6D-7E66-18ED-98E7-68A842874AAC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15.50</a:t>
                </a:r>
              </a:p>
            </p:txBody>
          </p:sp>
        </p:grpSp>
        <p:grpSp>
          <p:nvGrpSpPr>
            <p:cNvPr id="22" name="Gruppieren 21">
              <a:extLst>
                <a:ext uri="{FF2B5EF4-FFF2-40B4-BE49-F238E27FC236}">
                  <a16:creationId xmlns:a16="http://schemas.microsoft.com/office/drawing/2014/main" id="{B1A2AB6F-6863-3013-1116-A20380747C9B}"/>
                </a:ext>
              </a:extLst>
            </p:cNvPr>
            <p:cNvGrpSpPr/>
            <p:nvPr/>
          </p:nvGrpSpPr>
          <p:grpSpPr>
            <a:xfrm rot="16200000">
              <a:off x="5641253" y="7046174"/>
              <a:ext cx="411956" cy="208614"/>
              <a:chOff x="-615197" y="4303061"/>
              <a:chExt cx="411956" cy="208614"/>
            </a:xfrm>
          </p:grpSpPr>
          <p:cxnSp>
            <p:nvCxnSpPr>
              <p:cNvPr id="31" name="Gerader Verbinder 30">
                <a:extLst>
                  <a:ext uri="{FF2B5EF4-FFF2-40B4-BE49-F238E27FC236}">
                    <a16:creationId xmlns:a16="http://schemas.microsoft.com/office/drawing/2014/main" id="{79634A2A-FDD5-E787-891F-0916D83F495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Textfeld 31">
                <a:extLst>
                  <a:ext uri="{FF2B5EF4-FFF2-40B4-BE49-F238E27FC236}">
                    <a16:creationId xmlns:a16="http://schemas.microsoft.com/office/drawing/2014/main" id="{04F1CB7E-6224-6EDC-3B0E-CC9E4E0CCF87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00.40</a:t>
                </a:r>
              </a:p>
            </p:txBody>
          </p:sp>
        </p:grpSp>
        <p:grpSp>
          <p:nvGrpSpPr>
            <p:cNvPr id="23" name="Gruppieren 22">
              <a:extLst>
                <a:ext uri="{FF2B5EF4-FFF2-40B4-BE49-F238E27FC236}">
                  <a16:creationId xmlns:a16="http://schemas.microsoft.com/office/drawing/2014/main" id="{CDD4E2D6-37B9-27BA-1BF9-EFA3C89048E3}"/>
                </a:ext>
              </a:extLst>
            </p:cNvPr>
            <p:cNvGrpSpPr/>
            <p:nvPr/>
          </p:nvGrpSpPr>
          <p:grpSpPr>
            <a:xfrm rot="5400000">
              <a:off x="6093326" y="7050196"/>
              <a:ext cx="411957" cy="200568"/>
              <a:chOff x="-615198" y="4354167"/>
              <a:chExt cx="411957" cy="200568"/>
            </a:xfrm>
          </p:grpSpPr>
          <p:cxnSp>
            <p:nvCxnSpPr>
              <p:cNvPr id="29" name="Gerader Verbinder 28">
                <a:extLst>
                  <a:ext uri="{FF2B5EF4-FFF2-40B4-BE49-F238E27FC236}">
                    <a16:creationId xmlns:a16="http://schemas.microsoft.com/office/drawing/2014/main" id="{C5893FC3-9866-80C5-9858-BB7B729CA1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feld 29">
                <a:extLst>
                  <a:ext uri="{FF2B5EF4-FFF2-40B4-BE49-F238E27FC236}">
                    <a16:creationId xmlns:a16="http://schemas.microsoft.com/office/drawing/2014/main" id="{0689633D-87BD-E521-8238-6A5DDE02D239}"/>
                  </a:ext>
                </a:extLst>
              </p:cNvPr>
              <p:cNvSpPr txBox="1"/>
              <p:nvPr/>
            </p:nvSpPr>
            <p:spPr>
              <a:xfrm rot="10800000">
                <a:off x="-615198" y="4354167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00.40</a:t>
                </a:r>
              </a:p>
            </p:txBody>
          </p:sp>
        </p:grpSp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504A0CEF-AC11-BF5F-AFD2-7264D73A463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890022" y="7150480"/>
              <a:ext cx="411956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uppieren 24">
              <a:extLst>
                <a:ext uri="{FF2B5EF4-FFF2-40B4-BE49-F238E27FC236}">
                  <a16:creationId xmlns:a16="http://schemas.microsoft.com/office/drawing/2014/main" id="{538C1418-0D4E-5E9D-A547-022EEE375526}"/>
                </a:ext>
              </a:extLst>
            </p:cNvPr>
            <p:cNvGrpSpPr/>
            <p:nvPr/>
          </p:nvGrpSpPr>
          <p:grpSpPr>
            <a:xfrm rot="16200000">
              <a:off x="11364596" y="7046174"/>
              <a:ext cx="411956" cy="208614"/>
              <a:chOff x="-615197" y="4303061"/>
              <a:chExt cx="411956" cy="208614"/>
            </a:xfrm>
          </p:grpSpPr>
          <p:cxnSp>
            <p:nvCxnSpPr>
              <p:cNvPr id="27" name="Gerader Verbinder 26">
                <a:extLst>
                  <a:ext uri="{FF2B5EF4-FFF2-40B4-BE49-F238E27FC236}">
                    <a16:creationId xmlns:a16="http://schemas.microsoft.com/office/drawing/2014/main" id="{401E7C4D-8F27-8D69-2E2E-4E6F1983AB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Textfeld 27">
                <a:extLst>
                  <a:ext uri="{FF2B5EF4-FFF2-40B4-BE49-F238E27FC236}">
                    <a16:creationId xmlns:a16="http://schemas.microsoft.com/office/drawing/2014/main" id="{87C67639-9E6D-ACB0-9E83-CBBD6652C70C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15.50</a:t>
                </a:r>
              </a:p>
            </p:txBody>
          </p:sp>
        </p:grpSp>
      </p:grp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2C47D506-F615-3F42-33AF-46DD4681D6A7}"/>
              </a:ext>
            </a:extLst>
          </p:cNvPr>
          <p:cNvGrpSpPr/>
          <p:nvPr userDrawn="1"/>
        </p:nvGrpSpPr>
        <p:grpSpPr>
          <a:xfrm>
            <a:off x="-697714" y="80201"/>
            <a:ext cx="411956" cy="6713707"/>
            <a:chOff x="-502267" y="80201"/>
            <a:chExt cx="411956" cy="6713707"/>
          </a:xfrm>
        </p:grpSpPr>
        <p:grpSp>
          <p:nvGrpSpPr>
            <p:cNvPr id="36" name="Gruppieren 35">
              <a:extLst>
                <a:ext uri="{FF2B5EF4-FFF2-40B4-BE49-F238E27FC236}">
                  <a16:creationId xmlns:a16="http://schemas.microsoft.com/office/drawing/2014/main" id="{BA519224-9EC9-1751-AC3A-B04D5B9B5643}"/>
                </a:ext>
              </a:extLst>
            </p:cNvPr>
            <p:cNvGrpSpPr/>
            <p:nvPr/>
          </p:nvGrpSpPr>
          <p:grpSpPr>
            <a:xfrm>
              <a:off x="-502267" y="6593340"/>
              <a:ext cx="411956" cy="200568"/>
              <a:chOff x="-615197" y="4452994"/>
              <a:chExt cx="411956" cy="200568"/>
            </a:xfrm>
          </p:grpSpPr>
          <p:sp>
            <p:nvSpPr>
              <p:cNvPr id="71" name="Textfeld 70">
                <a:extLst>
                  <a:ext uri="{FF2B5EF4-FFF2-40B4-BE49-F238E27FC236}">
                    <a16:creationId xmlns:a16="http://schemas.microsoft.com/office/drawing/2014/main" id="{B41E95A1-C87D-5DB6-AB8F-767C8D3D1FDD}"/>
                  </a:ext>
                </a:extLst>
              </p:cNvPr>
              <p:cNvSpPr txBox="1"/>
              <p:nvPr/>
            </p:nvSpPr>
            <p:spPr>
              <a:xfrm>
                <a:off x="-615197" y="4452994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08.92</a:t>
                </a:r>
              </a:p>
            </p:txBody>
          </p:sp>
          <p:cxnSp>
            <p:nvCxnSpPr>
              <p:cNvPr id="73" name="Gerader Verbinder 72">
                <a:extLst>
                  <a:ext uri="{FF2B5EF4-FFF2-40B4-BE49-F238E27FC236}">
                    <a16:creationId xmlns:a16="http://schemas.microsoft.com/office/drawing/2014/main" id="{3AC231C9-052D-B0E8-DC00-B72921E7685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497389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7" name="Gruppieren 36">
              <a:extLst>
                <a:ext uri="{FF2B5EF4-FFF2-40B4-BE49-F238E27FC236}">
                  <a16:creationId xmlns:a16="http://schemas.microsoft.com/office/drawing/2014/main" id="{9A3518EC-6148-DF15-B921-273B3DF67EA6}"/>
                </a:ext>
              </a:extLst>
            </p:cNvPr>
            <p:cNvGrpSpPr/>
            <p:nvPr/>
          </p:nvGrpSpPr>
          <p:grpSpPr>
            <a:xfrm>
              <a:off x="-502267" y="5876163"/>
              <a:ext cx="411956" cy="216662"/>
              <a:chOff x="-615197" y="4295013"/>
              <a:chExt cx="411956" cy="216662"/>
            </a:xfrm>
          </p:grpSpPr>
          <p:cxnSp>
            <p:nvCxnSpPr>
              <p:cNvPr id="50" name="Gerader Verbinder 49">
                <a:extLst>
                  <a:ext uri="{FF2B5EF4-FFF2-40B4-BE49-F238E27FC236}">
                    <a16:creationId xmlns:a16="http://schemas.microsoft.com/office/drawing/2014/main" id="{A4C55512-B0A7-3ED2-1673-B920D3564E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Textfeld 69">
                <a:extLst>
                  <a:ext uri="{FF2B5EF4-FFF2-40B4-BE49-F238E27FC236}">
                    <a16:creationId xmlns:a16="http://schemas.microsoft.com/office/drawing/2014/main" id="{31DAFF75-63F7-A725-5372-96E5D307A940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07.40</a:t>
                </a:r>
              </a:p>
            </p:txBody>
          </p:sp>
        </p:grpSp>
        <p:grpSp>
          <p:nvGrpSpPr>
            <p:cNvPr id="38" name="Gruppieren 37">
              <a:extLst>
                <a:ext uri="{FF2B5EF4-FFF2-40B4-BE49-F238E27FC236}">
                  <a16:creationId xmlns:a16="http://schemas.microsoft.com/office/drawing/2014/main" id="{D58C08EE-9985-A1C5-C066-ED18E59BE7AC}"/>
                </a:ext>
              </a:extLst>
            </p:cNvPr>
            <p:cNvGrpSpPr/>
            <p:nvPr/>
          </p:nvGrpSpPr>
          <p:grpSpPr>
            <a:xfrm>
              <a:off x="-502267" y="3212338"/>
              <a:ext cx="411956" cy="216662"/>
              <a:chOff x="-615197" y="4295013"/>
              <a:chExt cx="411956" cy="216662"/>
            </a:xfrm>
          </p:grpSpPr>
          <p:cxnSp>
            <p:nvCxnSpPr>
              <p:cNvPr id="48" name="Gerader Verbinder 47">
                <a:extLst>
                  <a:ext uri="{FF2B5EF4-FFF2-40B4-BE49-F238E27FC236}">
                    <a16:creationId xmlns:a16="http://schemas.microsoft.com/office/drawing/2014/main" id="{ED823709-5B0F-C03A-402C-095595677C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Textfeld 48">
                <a:extLst>
                  <a:ext uri="{FF2B5EF4-FFF2-40B4-BE49-F238E27FC236}">
                    <a16:creationId xmlns:a16="http://schemas.microsoft.com/office/drawing/2014/main" id="{3EE9B015-6668-A67B-D155-5619FB6B41C6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00.00</a:t>
                </a:r>
              </a:p>
            </p:txBody>
          </p:sp>
        </p:grpSp>
        <p:grpSp>
          <p:nvGrpSpPr>
            <p:cNvPr id="39" name="Gruppieren 38">
              <a:extLst>
                <a:ext uri="{FF2B5EF4-FFF2-40B4-BE49-F238E27FC236}">
                  <a16:creationId xmlns:a16="http://schemas.microsoft.com/office/drawing/2014/main" id="{9CBDC80B-E35C-53FD-23EC-925F624C2D34}"/>
                </a:ext>
              </a:extLst>
            </p:cNvPr>
            <p:cNvGrpSpPr/>
            <p:nvPr/>
          </p:nvGrpSpPr>
          <p:grpSpPr>
            <a:xfrm>
              <a:off x="-502267" y="835851"/>
              <a:ext cx="411956" cy="216662"/>
              <a:chOff x="-615197" y="4295013"/>
              <a:chExt cx="411956" cy="216662"/>
            </a:xfrm>
          </p:grpSpPr>
          <p:cxnSp>
            <p:nvCxnSpPr>
              <p:cNvPr id="46" name="Gerader Verbinder 45">
                <a:extLst>
                  <a:ext uri="{FF2B5EF4-FFF2-40B4-BE49-F238E27FC236}">
                    <a16:creationId xmlns:a16="http://schemas.microsoft.com/office/drawing/2014/main" id="{A873D8FF-66F3-E6AE-89E7-4D15BC5BCD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Textfeld 46">
                <a:extLst>
                  <a:ext uri="{FF2B5EF4-FFF2-40B4-BE49-F238E27FC236}">
                    <a16:creationId xmlns:a16="http://schemas.microsoft.com/office/drawing/2014/main" id="{E87410A6-40A1-F834-E68E-CE72D92636EA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06.60</a:t>
                </a:r>
              </a:p>
            </p:txBody>
          </p:sp>
        </p:grpSp>
        <p:grpSp>
          <p:nvGrpSpPr>
            <p:cNvPr id="40" name="Gruppieren 39">
              <a:extLst>
                <a:ext uri="{FF2B5EF4-FFF2-40B4-BE49-F238E27FC236}">
                  <a16:creationId xmlns:a16="http://schemas.microsoft.com/office/drawing/2014/main" id="{798CF360-EFD0-1889-B8DC-3511B2A9F346}"/>
                </a:ext>
              </a:extLst>
            </p:cNvPr>
            <p:cNvGrpSpPr/>
            <p:nvPr/>
          </p:nvGrpSpPr>
          <p:grpSpPr>
            <a:xfrm>
              <a:off x="-502267" y="1412113"/>
              <a:ext cx="411956" cy="216662"/>
              <a:chOff x="-615197" y="4295013"/>
              <a:chExt cx="411956" cy="216662"/>
            </a:xfrm>
          </p:grpSpPr>
          <p:cxnSp>
            <p:nvCxnSpPr>
              <p:cNvPr id="44" name="Gerader Verbinder 43">
                <a:extLst>
                  <a:ext uri="{FF2B5EF4-FFF2-40B4-BE49-F238E27FC236}">
                    <a16:creationId xmlns:a16="http://schemas.microsoft.com/office/drawing/2014/main" id="{5B906532-1D47-6E64-89D2-17C06E6911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Textfeld 44">
                <a:extLst>
                  <a:ext uri="{FF2B5EF4-FFF2-40B4-BE49-F238E27FC236}">
                    <a16:creationId xmlns:a16="http://schemas.microsoft.com/office/drawing/2014/main" id="{F9B0B74F-644C-8CB5-DCE1-0DE97728C6C5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05.00</a:t>
                </a:r>
              </a:p>
            </p:txBody>
          </p:sp>
        </p:grpSp>
        <p:grpSp>
          <p:nvGrpSpPr>
            <p:cNvPr id="41" name="Gruppieren 40">
              <a:extLst>
                <a:ext uri="{FF2B5EF4-FFF2-40B4-BE49-F238E27FC236}">
                  <a16:creationId xmlns:a16="http://schemas.microsoft.com/office/drawing/2014/main" id="{6D91D5B2-991E-CBAD-A8AE-A18FCE5CE73B}"/>
                </a:ext>
              </a:extLst>
            </p:cNvPr>
            <p:cNvGrpSpPr/>
            <p:nvPr/>
          </p:nvGrpSpPr>
          <p:grpSpPr>
            <a:xfrm>
              <a:off x="-502267" y="80201"/>
              <a:ext cx="411956" cy="216662"/>
              <a:chOff x="-615197" y="4258501"/>
              <a:chExt cx="411956" cy="216662"/>
            </a:xfrm>
          </p:grpSpPr>
          <p:cxnSp>
            <p:nvCxnSpPr>
              <p:cNvPr id="42" name="Gerader Verbinder 41">
                <a:extLst>
                  <a:ext uri="{FF2B5EF4-FFF2-40B4-BE49-F238E27FC236}">
                    <a16:creationId xmlns:a16="http://schemas.microsoft.com/office/drawing/2014/main" id="{475225DB-FCD1-055B-9289-5564B771E6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475163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Textfeld 42">
                <a:extLst>
                  <a:ext uri="{FF2B5EF4-FFF2-40B4-BE49-F238E27FC236}">
                    <a16:creationId xmlns:a16="http://schemas.microsoft.com/office/drawing/2014/main" id="{B5AE05DC-B099-0056-6F50-7C6F82E55D27}"/>
                  </a:ext>
                </a:extLst>
              </p:cNvPr>
              <p:cNvSpPr txBox="1"/>
              <p:nvPr/>
            </p:nvSpPr>
            <p:spPr>
              <a:xfrm>
                <a:off x="-615197" y="425850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08.70</a:t>
                </a:r>
              </a:p>
            </p:txBody>
          </p:sp>
        </p:grpSp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622CEAEE-6B6E-E06D-0211-C4BAB815AF2D}"/>
              </a:ext>
            </a:extLst>
          </p:cNvPr>
          <p:cNvGrpSpPr/>
          <p:nvPr userDrawn="1"/>
        </p:nvGrpSpPr>
        <p:grpSpPr>
          <a:xfrm>
            <a:off x="11170442" y="299244"/>
            <a:ext cx="505400" cy="505400"/>
            <a:chOff x="5423248" y="2756248"/>
            <a:chExt cx="1349978" cy="1349978"/>
          </a:xfrm>
        </p:grpSpPr>
        <p:sp>
          <p:nvSpPr>
            <p:cNvPr id="75" name="Freihandform: Form 74">
              <a:extLst>
                <a:ext uri="{FF2B5EF4-FFF2-40B4-BE49-F238E27FC236}">
                  <a16:creationId xmlns:a16="http://schemas.microsoft.com/office/drawing/2014/main" id="{1D1F17ED-DF63-8B4B-EB2D-72212EC4678C}"/>
                </a:ext>
              </a:extLst>
            </p:cNvPr>
            <p:cNvSpPr/>
            <p:nvPr/>
          </p:nvSpPr>
          <p:spPr>
            <a:xfrm>
              <a:off x="5423248" y="2756248"/>
              <a:ext cx="1349978" cy="1349978"/>
            </a:xfrm>
            <a:custGeom>
              <a:avLst/>
              <a:gdLst>
                <a:gd name="connsiteX0" fmla="*/ 1349788 w 1349978"/>
                <a:gd name="connsiteY0" fmla="*/ 1349978 h 1349978"/>
                <a:gd name="connsiteX1" fmla="*/ 675037 w 1349978"/>
                <a:gd name="connsiteY1" fmla="*/ 1205389 h 1349978"/>
                <a:gd name="connsiteX2" fmla="*/ 0 w 1349978"/>
                <a:gd name="connsiteY2" fmla="*/ 1349978 h 1349978"/>
                <a:gd name="connsiteX3" fmla="*/ 0 w 1349978"/>
                <a:gd name="connsiteY3" fmla="*/ 0 h 1349978"/>
                <a:gd name="connsiteX4" fmla="*/ 1349978 w 1349978"/>
                <a:gd name="connsiteY4" fmla="*/ 0 h 1349978"/>
                <a:gd name="connsiteX5" fmla="*/ 1349788 w 1349978"/>
                <a:gd name="connsiteY5" fmla="*/ 1349978 h 1349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9978" h="1349978">
                  <a:moveTo>
                    <a:pt x="1349788" y="1349978"/>
                  </a:moveTo>
                  <a:cubicBezTo>
                    <a:pt x="1143953" y="1257110"/>
                    <a:pt x="915543" y="1205389"/>
                    <a:pt x="675037" y="1205389"/>
                  </a:cubicBezTo>
                  <a:cubicBezTo>
                    <a:pt x="434530" y="1205389"/>
                    <a:pt x="205835" y="1257110"/>
                    <a:pt x="0" y="1349978"/>
                  </a:cubicBezTo>
                  <a:lnTo>
                    <a:pt x="0" y="0"/>
                  </a:lnTo>
                  <a:lnTo>
                    <a:pt x="1349978" y="0"/>
                  </a:lnTo>
                  <a:lnTo>
                    <a:pt x="1349788" y="1349978"/>
                  </a:lnTo>
                  <a:close/>
                </a:path>
              </a:pathLst>
            </a:custGeom>
            <a:solidFill>
              <a:srgbClr val="0F2D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grpSp>
          <p:nvGrpSpPr>
            <p:cNvPr id="76" name="Grafik 31">
              <a:extLst>
                <a:ext uri="{FF2B5EF4-FFF2-40B4-BE49-F238E27FC236}">
                  <a16:creationId xmlns:a16="http://schemas.microsoft.com/office/drawing/2014/main" id="{4C857846-78CE-B192-4E21-6399509DDA81}"/>
                </a:ext>
              </a:extLst>
            </p:cNvPr>
            <p:cNvGrpSpPr/>
            <p:nvPr/>
          </p:nvGrpSpPr>
          <p:grpSpPr>
            <a:xfrm>
              <a:off x="5474985" y="3134295"/>
              <a:ext cx="1244293" cy="294132"/>
              <a:chOff x="5474985" y="3134295"/>
              <a:chExt cx="1244293" cy="294132"/>
            </a:xfrm>
            <a:solidFill>
              <a:srgbClr val="FFFFFF"/>
            </a:solidFill>
          </p:grpSpPr>
          <p:sp>
            <p:nvSpPr>
              <p:cNvPr id="77" name="Freihandform: Form 76">
                <a:extLst>
                  <a:ext uri="{FF2B5EF4-FFF2-40B4-BE49-F238E27FC236}">
                    <a16:creationId xmlns:a16="http://schemas.microsoft.com/office/drawing/2014/main" id="{F8CDB2BA-7183-565C-23D4-8F5AE08731D2}"/>
                  </a:ext>
                </a:extLst>
              </p:cNvPr>
              <p:cNvSpPr/>
              <p:nvPr/>
            </p:nvSpPr>
            <p:spPr>
              <a:xfrm>
                <a:off x="5474985" y="3134295"/>
                <a:ext cx="247353" cy="293941"/>
              </a:xfrm>
              <a:custGeom>
                <a:avLst/>
                <a:gdLst>
                  <a:gd name="connsiteX0" fmla="*/ 109998 w 247353"/>
                  <a:gd name="connsiteY0" fmla="*/ 30956 h 293941"/>
                  <a:gd name="connsiteX1" fmla="*/ 41418 w 247353"/>
                  <a:gd name="connsiteY1" fmla="*/ 95250 h 293941"/>
                  <a:gd name="connsiteX2" fmla="*/ 11129 w 247353"/>
                  <a:gd name="connsiteY2" fmla="*/ 95250 h 293941"/>
                  <a:gd name="connsiteX3" fmla="*/ 11129 w 247353"/>
                  <a:gd name="connsiteY3" fmla="*/ 0 h 293941"/>
                  <a:gd name="connsiteX4" fmla="*/ 247349 w 247353"/>
                  <a:gd name="connsiteY4" fmla="*/ 0 h 293941"/>
                  <a:gd name="connsiteX5" fmla="*/ 179340 w 247353"/>
                  <a:gd name="connsiteY5" fmla="*/ 151733 h 293941"/>
                  <a:gd name="connsiteX6" fmla="*/ 111141 w 247353"/>
                  <a:gd name="connsiteY6" fmla="*/ 262795 h 293941"/>
                  <a:gd name="connsiteX7" fmla="*/ 149432 w 247353"/>
                  <a:gd name="connsiteY7" fmla="*/ 262795 h 293941"/>
                  <a:gd name="connsiteX8" fmla="*/ 210011 w 247353"/>
                  <a:gd name="connsiteY8" fmla="*/ 198501 h 293941"/>
                  <a:gd name="connsiteX9" fmla="*/ 241634 w 247353"/>
                  <a:gd name="connsiteY9" fmla="*/ 198501 h 293941"/>
                  <a:gd name="connsiteX10" fmla="*/ 241634 w 247353"/>
                  <a:gd name="connsiteY10" fmla="*/ 293942 h 293941"/>
                  <a:gd name="connsiteX11" fmla="*/ 270 w 247353"/>
                  <a:gd name="connsiteY11" fmla="*/ 293942 h 293941"/>
                  <a:gd name="connsiteX12" fmla="*/ 75137 w 247353"/>
                  <a:gd name="connsiteY12" fmla="*/ 133731 h 293941"/>
                  <a:gd name="connsiteX13" fmla="*/ 138573 w 247353"/>
                  <a:gd name="connsiteY13" fmla="*/ 30671 h 293941"/>
                  <a:gd name="connsiteX14" fmla="*/ 109998 w 247353"/>
                  <a:gd name="connsiteY14" fmla="*/ 30861 h 293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47353" h="293941">
                    <a:moveTo>
                      <a:pt x="109998" y="30956"/>
                    </a:moveTo>
                    <a:cubicBezTo>
                      <a:pt x="46562" y="30956"/>
                      <a:pt x="41418" y="95250"/>
                      <a:pt x="41418" y="95250"/>
                    </a:cubicBezTo>
                    <a:lnTo>
                      <a:pt x="11129" y="95250"/>
                    </a:lnTo>
                    <a:lnTo>
                      <a:pt x="11129" y="0"/>
                    </a:lnTo>
                    <a:lnTo>
                      <a:pt x="247349" y="0"/>
                    </a:lnTo>
                    <a:cubicBezTo>
                      <a:pt x="247349" y="0"/>
                      <a:pt x="249254" y="73628"/>
                      <a:pt x="179340" y="151733"/>
                    </a:cubicBezTo>
                    <a:cubicBezTo>
                      <a:pt x="179340" y="151733"/>
                      <a:pt x="112856" y="228981"/>
                      <a:pt x="111141" y="262795"/>
                    </a:cubicBezTo>
                    <a:lnTo>
                      <a:pt x="149432" y="262795"/>
                    </a:lnTo>
                    <a:cubicBezTo>
                      <a:pt x="204391" y="262795"/>
                      <a:pt x="210011" y="198501"/>
                      <a:pt x="210011" y="198501"/>
                    </a:cubicBezTo>
                    <a:lnTo>
                      <a:pt x="241634" y="198501"/>
                    </a:lnTo>
                    <a:lnTo>
                      <a:pt x="241634" y="293942"/>
                    </a:lnTo>
                    <a:lnTo>
                      <a:pt x="270" y="293942"/>
                    </a:lnTo>
                    <a:cubicBezTo>
                      <a:pt x="270" y="293942"/>
                      <a:pt x="-8588" y="221647"/>
                      <a:pt x="75137" y="133731"/>
                    </a:cubicBezTo>
                    <a:cubicBezTo>
                      <a:pt x="75137" y="133731"/>
                      <a:pt x="126667" y="76200"/>
                      <a:pt x="138573" y="30671"/>
                    </a:cubicBezTo>
                    <a:lnTo>
                      <a:pt x="109998" y="3086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78" name="Freihandform: Form 77">
                <a:extLst>
                  <a:ext uri="{FF2B5EF4-FFF2-40B4-BE49-F238E27FC236}">
                    <a16:creationId xmlns:a16="http://schemas.microsoft.com/office/drawing/2014/main" id="{4AC9E2E9-3912-F369-FB08-416F661EC544}"/>
                  </a:ext>
                </a:extLst>
              </p:cNvPr>
              <p:cNvSpPr/>
              <p:nvPr/>
            </p:nvSpPr>
            <p:spPr>
              <a:xfrm>
                <a:off x="6030181" y="3134295"/>
                <a:ext cx="156495" cy="293750"/>
              </a:xfrm>
              <a:custGeom>
                <a:avLst/>
                <a:gdLst>
                  <a:gd name="connsiteX0" fmla="*/ 156496 w 156495"/>
                  <a:gd name="connsiteY0" fmla="*/ 293751 h 293750"/>
                  <a:gd name="connsiteX1" fmla="*/ 156496 w 156495"/>
                  <a:gd name="connsiteY1" fmla="*/ 262604 h 293750"/>
                  <a:gd name="connsiteX2" fmla="*/ 149352 w 156495"/>
                  <a:gd name="connsiteY2" fmla="*/ 262604 h 293750"/>
                  <a:gd name="connsiteX3" fmla="*/ 125730 w 156495"/>
                  <a:gd name="connsiteY3" fmla="*/ 238982 h 293750"/>
                  <a:gd name="connsiteX4" fmla="*/ 125730 w 156495"/>
                  <a:gd name="connsiteY4" fmla="*/ 54769 h 293750"/>
                  <a:gd name="connsiteX5" fmla="*/ 149352 w 156495"/>
                  <a:gd name="connsiteY5" fmla="*/ 31147 h 293750"/>
                  <a:gd name="connsiteX6" fmla="*/ 156496 w 156495"/>
                  <a:gd name="connsiteY6" fmla="*/ 31147 h 293750"/>
                  <a:gd name="connsiteX7" fmla="*/ 156496 w 156495"/>
                  <a:gd name="connsiteY7" fmla="*/ 0 h 293750"/>
                  <a:gd name="connsiteX8" fmla="*/ 0 w 156495"/>
                  <a:gd name="connsiteY8" fmla="*/ 0 h 293750"/>
                  <a:gd name="connsiteX9" fmla="*/ 0 w 156495"/>
                  <a:gd name="connsiteY9" fmla="*/ 31147 h 293750"/>
                  <a:gd name="connsiteX10" fmla="*/ 7144 w 156495"/>
                  <a:gd name="connsiteY10" fmla="*/ 31147 h 293750"/>
                  <a:gd name="connsiteX11" fmla="*/ 30956 w 156495"/>
                  <a:gd name="connsiteY11" fmla="*/ 54769 h 293750"/>
                  <a:gd name="connsiteX12" fmla="*/ 30956 w 156495"/>
                  <a:gd name="connsiteY12" fmla="*/ 238982 h 293750"/>
                  <a:gd name="connsiteX13" fmla="*/ 7144 w 156495"/>
                  <a:gd name="connsiteY13" fmla="*/ 262604 h 293750"/>
                  <a:gd name="connsiteX14" fmla="*/ 0 w 156495"/>
                  <a:gd name="connsiteY14" fmla="*/ 262604 h 293750"/>
                  <a:gd name="connsiteX15" fmla="*/ 0 w 156495"/>
                  <a:gd name="connsiteY15" fmla="*/ 293751 h 293750"/>
                  <a:gd name="connsiteX16" fmla="*/ 156496 w 156495"/>
                  <a:gd name="connsiteY16" fmla="*/ 293751 h 293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56495" h="293750">
                    <a:moveTo>
                      <a:pt x="156496" y="293751"/>
                    </a:moveTo>
                    <a:lnTo>
                      <a:pt x="156496" y="262604"/>
                    </a:lnTo>
                    <a:lnTo>
                      <a:pt x="149352" y="262604"/>
                    </a:lnTo>
                    <a:cubicBezTo>
                      <a:pt x="136398" y="262604"/>
                      <a:pt x="125730" y="251936"/>
                      <a:pt x="125730" y="238982"/>
                    </a:cubicBezTo>
                    <a:lnTo>
                      <a:pt x="125730" y="54769"/>
                    </a:lnTo>
                    <a:cubicBezTo>
                      <a:pt x="125730" y="41815"/>
                      <a:pt x="136303" y="31147"/>
                      <a:pt x="149352" y="31147"/>
                    </a:cubicBezTo>
                    <a:lnTo>
                      <a:pt x="156496" y="31147"/>
                    </a:lnTo>
                    <a:lnTo>
                      <a:pt x="156496" y="0"/>
                    </a:lnTo>
                    <a:lnTo>
                      <a:pt x="0" y="0"/>
                    </a:lnTo>
                    <a:lnTo>
                      <a:pt x="0" y="31147"/>
                    </a:lnTo>
                    <a:lnTo>
                      <a:pt x="7144" y="31147"/>
                    </a:lnTo>
                    <a:cubicBezTo>
                      <a:pt x="20383" y="31147"/>
                      <a:pt x="30956" y="41720"/>
                      <a:pt x="30956" y="54769"/>
                    </a:cubicBezTo>
                    <a:lnTo>
                      <a:pt x="30956" y="238982"/>
                    </a:lnTo>
                    <a:cubicBezTo>
                      <a:pt x="30956" y="251936"/>
                      <a:pt x="20383" y="262604"/>
                      <a:pt x="7144" y="262604"/>
                    </a:cubicBezTo>
                    <a:lnTo>
                      <a:pt x="0" y="262604"/>
                    </a:lnTo>
                    <a:lnTo>
                      <a:pt x="0" y="293751"/>
                    </a:lnTo>
                    <a:lnTo>
                      <a:pt x="156496" y="29375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79" name="Freihandform: Form 78">
                <a:extLst>
                  <a:ext uri="{FF2B5EF4-FFF2-40B4-BE49-F238E27FC236}">
                    <a16:creationId xmlns:a16="http://schemas.microsoft.com/office/drawing/2014/main" id="{1D4F8F38-2CFE-78B1-00A7-576E6319FD31}"/>
                  </a:ext>
                </a:extLst>
              </p:cNvPr>
              <p:cNvSpPr/>
              <p:nvPr/>
            </p:nvSpPr>
            <p:spPr>
              <a:xfrm>
                <a:off x="5748718" y="3134295"/>
                <a:ext cx="248983" cy="294132"/>
              </a:xfrm>
              <a:custGeom>
                <a:avLst/>
                <a:gdLst>
                  <a:gd name="connsiteX0" fmla="*/ 248983 w 248983"/>
                  <a:gd name="connsiteY0" fmla="*/ 294037 h 294132"/>
                  <a:gd name="connsiteX1" fmla="*/ 248983 w 248983"/>
                  <a:gd name="connsiteY1" fmla="*/ 198596 h 294132"/>
                  <a:gd name="connsiteX2" fmla="*/ 217361 w 248983"/>
                  <a:gd name="connsiteY2" fmla="*/ 198596 h 294132"/>
                  <a:gd name="connsiteX3" fmla="*/ 156496 w 248983"/>
                  <a:gd name="connsiteY3" fmla="*/ 262890 h 294132"/>
                  <a:gd name="connsiteX4" fmla="*/ 124873 w 248983"/>
                  <a:gd name="connsiteY4" fmla="*/ 262890 h 294132"/>
                  <a:gd name="connsiteX5" fmla="*/ 124873 w 248983"/>
                  <a:gd name="connsiteY5" fmla="*/ 162687 h 294132"/>
                  <a:gd name="connsiteX6" fmla="*/ 136112 w 248983"/>
                  <a:gd name="connsiteY6" fmla="*/ 162687 h 294132"/>
                  <a:gd name="connsiteX7" fmla="*/ 159925 w 248983"/>
                  <a:gd name="connsiteY7" fmla="*/ 186500 h 294132"/>
                  <a:gd name="connsiteX8" fmla="*/ 159925 w 248983"/>
                  <a:gd name="connsiteY8" fmla="*/ 198406 h 294132"/>
                  <a:gd name="connsiteX9" fmla="*/ 191071 w 248983"/>
                  <a:gd name="connsiteY9" fmla="*/ 198406 h 294132"/>
                  <a:gd name="connsiteX10" fmla="*/ 191071 w 248983"/>
                  <a:gd name="connsiteY10" fmla="*/ 95631 h 294132"/>
                  <a:gd name="connsiteX11" fmla="*/ 159925 w 248983"/>
                  <a:gd name="connsiteY11" fmla="*/ 95631 h 294132"/>
                  <a:gd name="connsiteX12" fmla="*/ 159925 w 248983"/>
                  <a:gd name="connsiteY12" fmla="*/ 107537 h 294132"/>
                  <a:gd name="connsiteX13" fmla="*/ 136112 w 248983"/>
                  <a:gd name="connsiteY13" fmla="*/ 131350 h 294132"/>
                  <a:gd name="connsiteX14" fmla="*/ 124873 w 248983"/>
                  <a:gd name="connsiteY14" fmla="*/ 131350 h 294132"/>
                  <a:gd name="connsiteX15" fmla="*/ 124873 w 248983"/>
                  <a:gd name="connsiteY15" fmla="*/ 31147 h 294132"/>
                  <a:gd name="connsiteX16" fmla="*/ 156496 w 248983"/>
                  <a:gd name="connsiteY16" fmla="*/ 31147 h 294132"/>
                  <a:gd name="connsiteX17" fmla="*/ 217361 w 248983"/>
                  <a:gd name="connsiteY17" fmla="*/ 95441 h 294132"/>
                  <a:gd name="connsiteX18" fmla="*/ 248983 w 248983"/>
                  <a:gd name="connsiteY18" fmla="*/ 95441 h 294132"/>
                  <a:gd name="connsiteX19" fmla="*/ 248983 w 248983"/>
                  <a:gd name="connsiteY19" fmla="*/ 0 h 294132"/>
                  <a:gd name="connsiteX20" fmla="*/ 0 w 248983"/>
                  <a:gd name="connsiteY20" fmla="*/ 0 h 294132"/>
                  <a:gd name="connsiteX21" fmla="*/ 0 w 248983"/>
                  <a:gd name="connsiteY21" fmla="*/ 31337 h 294132"/>
                  <a:gd name="connsiteX22" fmla="*/ 7144 w 248983"/>
                  <a:gd name="connsiteY22" fmla="*/ 31337 h 294132"/>
                  <a:gd name="connsiteX23" fmla="*/ 30766 w 248983"/>
                  <a:gd name="connsiteY23" fmla="*/ 54959 h 294132"/>
                  <a:gd name="connsiteX24" fmla="*/ 30766 w 248983"/>
                  <a:gd name="connsiteY24" fmla="*/ 239173 h 294132"/>
                  <a:gd name="connsiteX25" fmla="*/ 7144 w 248983"/>
                  <a:gd name="connsiteY25" fmla="*/ 262795 h 294132"/>
                  <a:gd name="connsiteX26" fmla="*/ 0 w 248983"/>
                  <a:gd name="connsiteY26" fmla="*/ 262795 h 294132"/>
                  <a:gd name="connsiteX27" fmla="*/ 0 w 248983"/>
                  <a:gd name="connsiteY27" fmla="*/ 293942 h 294132"/>
                  <a:gd name="connsiteX28" fmla="*/ 248983 w 248983"/>
                  <a:gd name="connsiteY28" fmla="*/ 294132 h 2941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48983" h="294132">
                    <a:moveTo>
                      <a:pt x="248983" y="294037"/>
                    </a:moveTo>
                    <a:lnTo>
                      <a:pt x="248983" y="198596"/>
                    </a:lnTo>
                    <a:lnTo>
                      <a:pt x="217361" y="198596"/>
                    </a:lnTo>
                    <a:cubicBezTo>
                      <a:pt x="217361" y="198596"/>
                      <a:pt x="211550" y="262890"/>
                      <a:pt x="156496" y="262890"/>
                    </a:cubicBezTo>
                    <a:lnTo>
                      <a:pt x="124873" y="262890"/>
                    </a:lnTo>
                    <a:lnTo>
                      <a:pt x="124873" y="162687"/>
                    </a:lnTo>
                    <a:lnTo>
                      <a:pt x="136112" y="162687"/>
                    </a:lnTo>
                    <a:cubicBezTo>
                      <a:pt x="149352" y="162687"/>
                      <a:pt x="159925" y="173355"/>
                      <a:pt x="159925" y="186500"/>
                    </a:cubicBezTo>
                    <a:lnTo>
                      <a:pt x="159925" y="198406"/>
                    </a:lnTo>
                    <a:lnTo>
                      <a:pt x="191071" y="198406"/>
                    </a:lnTo>
                    <a:lnTo>
                      <a:pt x="191071" y="95631"/>
                    </a:lnTo>
                    <a:lnTo>
                      <a:pt x="159925" y="95631"/>
                    </a:lnTo>
                    <a:lnTo>
                      <a:pt x="159925" y="107537"/>
                    </a:lnTo>
                    <a:cubicBezTo>
                      <a:pt x="159925" y="120777"/>
                      <a:pt x="149352" y="131350"/>
                      <a:pt x="136112" y="131350"/>
                    </a:cubicBezTo>
                    <a:lnTo>
                      <a:pt x="124873" y="131350"/>
                    </a:lnTo>
                    <a:lnTo>
                      <a:pt x="124873" y="31147"/>
                    </a:lnTo>
                    <a:lnTo>
                      <a:pt x="156496" y="31147"/>
                    </a:lnTo>
                    <a:cubicBezTo>
                      <a:pt x="211455" y="31147"/>
                      <a:pt x="217361" y="95441"/>
                      <a:pt x="217361" y="95441"/>
                    </a:cubicBezTo>
                    <a:lnTo>
                      <a:pt x="248983" y="95441"/>
                    </a:lnTo>
                    <a:lnTo>
                      <a:pt x="248983" y="0"/>
                    </a:lnTo>
                    <a:lnTo>
                      <a:pt x="0" y="0"/>
                    </a:lnTo>
                    <a:lnTo>
                      <a:pt x="0" y="31337"/>
                    </a:lnTo>
                    <a:lnTo>
                      <a:pt x="7144" y="31337"/>
                    </a:lnTo>
                    <a:cubicBezTo>
                      <a:pt x="20098" y="31337"/>
                      <a:pt x="30766" y="42005"/>
                      <a:pt x="30766" y="54959"/>
                    </a:cubicBezTo>
                    <a:lnTo>
                      <a:pt x="30766" y="239173"/>
                    </a:lnTo>
                    <a:cubicBezTo>
                      <a:pt x="30766" y="252127"/>
                      <a:pt x="20193" y="262795"/>
                      <a:pt x="7144" y="262795"/>
                    </a:cubicBezTo>
                    <a:lnTo>
                      <a:pt x="0" y="262795"/>
                    </a:lnTo>
                    <a:lnTo>
                      <a:pt x="0" y="293942"/>
                    </a:lnTo>
                    <a:lnTo>
                      <a:pt x="248983" y="294132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80" name="Freihandform: Form 79">
                <a:extLst>
                  <a:ext uri="{FF2B5EF4-FFF2-40B4-BE49-F238E27FC236}">
                    <a16:creationId xmlns:a16="http://schemas.microsoft.com/office/drawing/2014/main" id="{C21388AA-3105-B7AA-B71A-126D253C1A13}"/>
                  </a:ext>
                </a:extLst>
              </p:cNvPr>
              <p:cNvSpPr/>
              <p:nvPr/>
            </p:nvSpPr>
            <p:spPr>
              <a:xfrm>
                <a:off x="6217588" y="3134295"/>
                <a:ext cx="237562" cy="293941"/>
              </a:xfrm>
              <a:custGeom>
                <a:avLst/>
                <a:gdLst>
                  <a:gd name="connsiteX0" fmla="*/ 133586 w 237562"/>
                  <a:gd name="connsiteY0" fmla="*/ 30956 h 293941"/>
                  <a:gd name="connsiteX1" fmla="*/ 201976 w 237562"/>
                  <a:gd name="connsiteY1" fmla="*/ 95250 h 293941"/>
                  <a:gd name="connsiteX2" fmla="*/ 232551 w 237562"/>
                  <a:gd name="connsiteY2" fmla="*/ 95250 h 293941"/>
                  <a:gd name="connsiteX3" fmla="*/ 232551 w 237562"/>
                  <a:gd name="connsiteY3" fmla="*/ 0 h 293941"/>
                  <a:gd name="connsiteX4" fmla="*/ 6713 w 237562"/>
                  <a:gd name="connsiteY4" fmla="*/ 0 h 293941"/>
                  <a:gd name="connsiteX5" fmla="*/ 64339 w 237562"/>
                  <a:gd name="connsiteY5" fmla="*/ 151733 h 293941"/>
                  <a:gd name="connsiteX6" fmla="*/ 132348 w 237562"/>
                  <a:gd name="connsiteY6" fmla="*/ 262795 h 293941"/>
                  <a:gd name="connsiteX7" fmla="*/ 94248 w 237562"/>
                  <a:gd name="connsiteY7" fmla="*/ 262795 h 293941"/>
                  <a:gd name="connsiteX8" fmla="*/ 33383 w 237562"/>
                  <a:gd name="connsiteY8" fmla="*/ 198501 h 293941"/>
                  <a:gd name="connsiteX9" fmla="*/ 1760 w 237562"/>
                  <a:gd name="connsiteY9" fmla="*/ 198501 h 293941"/>
                  <a:gd name="connsiteX10" fmla="*/ 1760 w 237562"/>
                  <a:gd name="connsiteY10" fmla="*/ 293942 h 293941"/>
                  <a:gd name="connsiteX11" fmla="*/ 229312 w 237562"/>
                  <a:gd name="connsiteY11" fmla="*/ 293942 h 293941"/>
                  <a:gd name="connsiteX12" fmla="*/ 168257 w 237562"/>
                  <a:gd name="connsiteY12" fmla="*/ 133731 h 293941"/>
                  <a:gd name="connsiteX13" fmla="*/ 104821 w 237562"/>
                  <a:gd name="connsiteY13" fmla="*/ 30671 h 293941"/>
                  <a:gd name="connsiteX14" fmla="*/ 133586 w 237562"/>
                  <a:gd name="connsiteY14" fmla="*/ 30861 h 293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37562" h="293941">
                    <a:moveTo>
                      <a:pt x="133586" y="30956"/>
                    </a:moveTo>
                    <a:cubicBezTo>
                      <a:pt x="197023" y="30956"/>
                      <a:pt x="201976" y="95250"/>
                      <a:pt x="201976" y="95250"/>
                    </a:cubicBezTo>
                    <a:lnTo>
                      <a:pt x="232551" y="95250"/>
                    </a:lnTo>
                    <a:lnTo>
                      <a:pt x="232551" y="0"/>
                    </a:lnTo>
                    <a:lnTo>
                      <a:pt x="6713" y="0"/>
                    </a:lnTo>
                    <a:cubicBezTo>
                      <a:pt x="6713" y="0"/>
                      <a:pt x="-29006" y="46768"/>
                      <a:pt x="64339" y="151733"/>
                    </a:cubicBezTo>
                    <a:cubicBezTo>
                      <a:pt x="64339" y="151733"/>
                      <a:pt x="130538" y="228981"/>
                      <a:pt x="132348" y="262795"/>
                    </a:cubicBezTo>
                    <a:lnTo>
                      <a:pt x="94248" y="262795"/>
                    </a:lnTo>
                    <a:cubicBezTo>
                      <a:pt x="39289" y="262795"/>
                      <a:pt x="33383" y="198501"/>
                      <a:pt x="33383" y="198501"/>
                    </a:cubicBezTo>
                    <a:lnTo>
                      <a:pt x="1760" y="198501"/>
                    </a:lnTo>
                    <a:lnTo>
                      <a:pt x="1760" y="293942"/>
                    </a:lnTo>
                    <a:lnTo>
                      <a:pt x="229312" y="293942"/>
                    </a:lnTo>
                    <a:cubicBezTo>
                      <a:pt x="229312" y="293942"/>
                      <a:pt x="270651" y="249365"/>
                      <a:pt x="168257" y="133731"/>
                    </a:cubicBezTo>
                    <a:cubicBezTo>
                      <a:pt x="168257" y="133731"/>
                      <a:pt x="114536" y="78581"/>
                      <a:pt x="104821" y="30671"/>
                    </a:cubicBezTo>
                    <a:lnTo>
                      <a:pt x="133586" y="3086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81" name="Freihandform: Form 80">
                <a:extLst>
                  <a:ext uri="{FF2B5EF4-FFF2-40B4-BE49-F238E27FC236}">
                    <a16:creationId xmlns:a16="http://schemas.microsoft.com/office/drawing/2014/main" id="{740357AC-F47B-79DA-936A-80FCC52C5475}"/>
                  </a:ext>
                </a:extLst>
              </p:cNvPr>
              <p:cNvSpPr/>
              <p:nvPr/>
            </p:nvSpPr>
            <p:spPr>
              <a:xfrm>
                <a:off x="6481716" y="3134295"/>
                <a:ext cx="237562" cy="293941"/>
              </a:xfrm>
              <a:custGeom>
                <a:avLst/>
                <a:gdLst>
                  <a:gd name="connsiteX0" fmla="*/ 133586 w 237562"/>
                  <a:gd name="connsiteY0" fmla="*/ 30956 h 293941"/>
                  <a:gd name="connsiteX1" fmla="*/ 201976 w 237562"/>
                  <a:gd name="connsiteY1" fmla="*/ 95250 h 293941"/>
                  <a:gd name="connsiteX2" fmla="*/ 232265 w 237562"/>
                  <a:gd name="connsiteY2" fmla="*/ 95250 h 293941"/>
                  <a:gd name="connsiteX3" fmla="*/ 232265 w 237562"/>
                  <a:gd name="connsiteY3" fmla="*/ 0 h 293941"/>
                  <a:gd name="connsiteX4" fmla="*/ 6713 w 237562"/>
                  <a:gd name="connsiteY4" fmla="*/ 0 h 293941"/>
                  <a:gd name="connsiteX5" fmla="*/ 64339 w 237562"/>
                  <a:gd name="connsiteY5" fmla="*/ 151733 h 293941"/>
                  <a:gd name="connsiteX6" fmla="*/ 132348 w 237562"/>
                  <a:gd name="connsiteY6" fmla="*/ 262795 h 293941"/>
                  <a:gd name="connsiteX7" fmla="*/ 94248 w 237562"/>
                  <a:gd name="connsiteY7" fmla="*/ 262795 h 293941"/>
                  <a:gd name="connsiteX8" fmla="*/ 33383 w 237562"/>
                  <a:gd name="connsiteY8" fmla="*/ 198501 h 293941"/>
                  <a:gd name="connsiteX9" fmla="*/ 1760 w 237562"/>
                  <a:gd name="connsiteY9" fmla="*/ 198501 h 293941"/>
                  <a:gd name="connsiteX10" fmla="*/ 1760 w 237562"/>
                  <a:gd name="connsiteY10" fmla="*/ 293942 h 293941"/>
                  <a:gd name="connsiteX11" fmla="*/ 229313 w 237562"/>
                  <a:gd name="connsiteY11" fmla="*/ 293942 h 293941"/>
                  <a:gd name="connsiteX12" fmla="*/ 168257 w 237562"/>
                  <a:gd name="connsiteY12" fmla="*/ 133731 h 293941"/>
                  <a:gd name="connsiteX13" fmla="*/ 104821 w 237562"/>
                  <a:gd name="connsiteY13" fmla="*/ 30671 h 293941"/>
                  <a:gd name="connsiteX14" fmla="*/ 133586 w 237562"/>
                  <a:gd name="connsiteY14" fmla="*/ 30861 h 293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37562" h="293941">
                    <a:moveTo>
                      <a:pt x="133586" y="30956"/>
                    </a:moveTo>
                    <a:cubicBezTo>
                      <a:pt x="196832" y="30956"/>
                      <a:pt x="201976" y="95250"/>
                      <a:pt x="201976" y="95250"/>
                    </a:cubicBezTo>
                    <a:lnTo>
                      <a:pt x="232265" y="95250"/>
                    </a:lnTo>
                    <a:lnTo>
                      <a:pt x="232265" y="0"/>
                    </a:lnTo>
                    <a:lnTo>
                      <a:pt x="6713" y="0"/>
                    </a:lnTo>
                    <a:cubicBezTo>
                      <a:pt x="6713" y="0"/>
                      <a:pt x="-29006" y="46768"/>
                      <a:pt x="64339" y="151733"/>
                    </a:cubicBezTo>
                    <a:cubicBezTo>
                      <a:pt x="64339" y="151733"/>
                      <a:pt x="130538" y="228981"/>
                      <a:pt x="132348" y="262795"/>
                    </a:cubicBezTo>
                    <a:lnTo>
                      <a:pt x="94248" y="262795"/>
                    </a:lnTo>
                    <a:cubicBezTo>
                      <a:pt x="39289" y="262795"/>
                      <a:pt x="33383" y="198501"/>
                      <a:pt x="33383" y="198501"/>
                    </a:cubicBezTo>
                    <a:lnTo>
                      <a:pt x="1760" y="198501"/>
                    </a:lnTo>
                    <a:lnTo>
                      <a:pt x="1760" y="293942"/>
                    </a:lnTo>
                    <a:lnTo>
                      <a:pt x="229313" y="293942"/>
                    </a:lnTo>
                    <a:cubicBezTo>
                      <a:pt x="229313" y="293942"/>
                      <a:pt x="270651" y="249365"/>
                      <a:pt x="168257" y="133731"/>
                    </a:cubicBezTo>
                    <a:cubicBezTo>
                      <a:pt x="168257" y="133731"/>
                      <a:pt x="114536" y="78581"/>
                      <a:pt x="104821" y="30671"/>
                    </a:cubicBezTo>
                    <a:lnTo>
                      <a:pt x="133586" y="3086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38880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platzhalter 12">
            <a:extLst>
              <a:ext uri="{FF2B5EF4-FFF2-40B4-BE49-F238E27FC236}">
                <a16:creationId xmlns:a16="http://schemas.microsoft.com/office/drawing/2014/main" id="{08867696-D4BB-4274-99DA-E1F7C1D1AB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1670595"/>
            <a:ext cx="946655" cy="539942"/>
          </a:xfrm>
          <a:noFill/>
        </p:spPr>
        <p:txBody>
          <a:bodyPr wrap="none" lIns="518400" tIns="54000" bIns="54000" anchor="ctr" anchorCtr="0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0F2DB3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en-US" noProof="0" dirty="0"/>
              <a:t>01</a:t>
            </a:r>
          </a:p>
        </p:txBody>
      </p:sp>
      <p:sp>
        <p:nvSpPr>
          <p:cNvPr id="74" name="Textplatzhalter 12">
            <a:extLst>
              <a:ext uri="{FF2B5EF4-FFF2-40B4-BE49-F238E27FC236}">
                <a16:creationId xmlns:a16="http://schemas.microsoft.com/office/drawing/2014/main" id="{907877DD-5B1D-4AEE-ABA4-52DD96BEDB3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2952545"/>
            <a:ext cx="946655" cy="539942"/>
          </a:xfrm>
        </p:spPr>
        <p:txBody>
          <a:bodyPr wrap="none" lIns="518400" tIns="54000" bIns="54000" anchor="ctr" anchorCtr="0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0F2DB3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en-US" noProof="0"/>
              <a:t>03</a:t>
            </a:r>
          </a:p>
        </p:txBody>
      </p:sp>
      <p:sp>
        <p:nvSpPr>
          <p:cNvPr id="75" name="Textplatzhalter 12">
            <a:extLst>
              <a:ext uri="{FF2B5EF4-FFF2-40B4-BE49-F238E27FC236}">
                <a16:creationId xmlns:a16="http://schemas.microsoft.com/office/drawing/2014/main" id="{F1FEB128-FEDB-4E1C-B935-6290A27AC53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3593520"/>
            <a:ext cx="946655" cy="539942"/>
          </a:xfrm>
        </p:spPr>
        <p:txBody>
          <a:bodyPr wrap="none" lIns="518400" tIns="54000" bIns="54000" anchor="ctr" anchorCtr="0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0F2DB3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en-US" noProof="0"/>
              <a:t>04</a:t>
            </a:r>
          </a:p>
        </p:txBody>
      </p:sp>
      <p:sp>
        <p:nvSpPr>
          <p:cNvPr id="76" name="Textplatzhalter 12">
            <a:extLst>
              <a:ext uri="{FF2B5EF4-FFF2-40B4-BE49-F238E27FC236}">
                <a16:creationId xmlns:a16="http://schemas.microsoft.com/office/drawing/2014/main" id="{AA9AE1DF-DBF2-4FD9-94A7-2C59E1F53DC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4234495"/>
            <a:ext cx="946655" cy="539942"/>
          </a:xfrm>
        </p:spPr>
        <p:txBody>
          <a:bodyPr wrap="none" lIns="518400" tIns="54000" bIns="54000" anchor="ctr" anchorCtr="0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0F2DB3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en-US" noProof="0"/>
              <a:t>05</a:t>
            </a:r>
          </a:p>
        </p:txBody>
      </p:sp>
      <p:sp>
        <p:nvSpPr>
          <p:cNvPr id="77" name="Textplatzhalter 12">
            <a:extLst>
              <a:ext uri="{FF2B5EF4-FFF2-40B4-BE49-F238E27FC236}">
                <a16:creationId xmlns:a16="http://schemas.microsoft.com/office/drawing/2014/main" id="{6BBCC3E1-662D-4F3D-B750-E4C70FFB43A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0" y="4875470"/>
            <a:ext cx="946655" cy="539942"/>
          </a:xfrm>
        </p:spPr>
        <p:txBody>
          <a:bodyPr wrap="none" lIns="518400" tIns="54000" bIns="54000" anchor="ctr" anchorCtr="0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0F2DB3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en-US" noProof="0"/>
              <a:t>06</a:t>
            </a:r>
          </a:p>
        </p:txBody>
      </p:sp>
      <p:sp>
        <p:nvSpPr>
          <p:cNvPr id="78" name="Textplatzhalter 12">
            <a:extLst>
              <a:ext uri="{FF2B5EF4-FFF2-40B4-BE49-F238E27FC236}">
                <a16:creationId xmlns:a16="http://schemas.microsoft.com/office/drawing/2014/main" id="{341BE001-8BCF-4CFA-995D-4633F1EBEC8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0" y="5516447"/>
            <a:ext cx="946655" cy="539942"/>
          </a:xfrm>
        </p:spPr>
        <p:txBody>
          <a:bodyPr wrap="none" lIns="518400" tIns="54000" bIns="54000" anchor="ctr" anchorCtr="0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0F2DB3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en-US" noProof="0"/>
              <a:t>07</a:t>
            </a:r>
          </a:p>
        </p:txBody>
      </p:sp>
      <p:sp>
        <p:nvSpPr>
          <p:cNvPr id="79" name="Textplatzhalter 12">
            <a:extLst>
              <a:ext uri="{FF2B5EF4-FFF2-40B4-BE49-F238E27FC236}">
                <a16:creationId xmlns:a16="http://schemas.microsoft.com/office/drawing/2014/main" id="{FF924AF4-29E6-4D0D-A656-F1385B9DE279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0" y="2311570"/>
            <a:ext cx="946655" cy="539942"/>
          </a:xfrm>
        </p:spPr>
        <p:txBody>
          <a:bodyPr wrap="none" lIns="518400" tIns="54000" bIns="54000" anchor="ctr" anchorCtr="0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0F2DB3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en-US" noProof="0" dirty="0"/>
              <a:t>02</a:t>
            </a:r>
          </a:p>
        </p:txBody>
      </p:sp>
      <p:sp>
        <p:nvSpPr>
          <p:cNvPr id="35" name="Textplatzhalter 12">
            <a:extLst>
              <a:ext uri="{FF2B5EF4-FFF2-40B4-BE49-F238E27FC236}">
                <a16:creationId xmlns:a16="http://schemas.microsoft.com/office/drawing/2014/main" id="{F2C8B787-6095-434A-9C6C-78A5108C8B6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8319" y="1632212"/>
            <a:ext cx="11160000" cy="3600"/>
          </a:xfrm>
          <a:solidFill>
            <a:srgbClr val="DCE3E9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 </a:t>
            </a:r>
          </a:p>
        </p:txBody>
      </p:sp>
      <p:sp>
        <p:nvSpPr>
          <p:cNvPr id="36" name="Textplatzhalter 12">
            <a:extLst>
              <a:ext uri="{FF2B5EF4-FFF2-40B4-BE49-F238E27FC236}">
                <a16:creationId xmlns:a16="http://schemas.microsoft.com/office/drawing/2014/main" id="{EDBC396B-1D3D-4E70-9A15-834458035ED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18319" y="6091175"/>
            <a:ext cx="11160000" cy="3600"/>
          </a:xfrm>
          <a:solidFill>
            <a:srgbClr val="DCE3E9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 </a:t>
            </a:r>
          </a:p>
        </p:txBody>
      </p:sp>
      <p:sp>
        <p:nvSpPr>
          <p:cNvPr id="37" name="Textplatzhalter 12">
            <a:extLst>
              <a:ext uri="{FF2B5EF4-FFF2-40B4-BE49-F238E27FC236}">
                <a16:creationId xmlns:a16="http://schemas.microsoft.com/office/drawing/2014/main" id="{16496151-4C59-4CA7-9171-93A5E6FD0E3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8319" y="5454182"/>
            <a:ext cx="11160000" cy="3600"/>
          </a:xfrm>
          <a:solidFill>
            <a:srgbClr val="DCE3E9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 </a:t>
            </a:r>
          </a:p>
        </p:txBody>
      </p:sp>
      <p:sp>
        <p:nvSpPr>
          <p:cNvPr id="38" name="Textplatzhalter 12">
            <a:extLst>
              <a:ext uri="{FF2B5EF4-FFF2-40B4-BE49-F238E27FC236}">
                <a16:creationId xmlns:a16="http://schemas.microsoft.com/office/drawing/2014/main" id="{2E872B50-F58D-4049-829B-5D4FC3DD44B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8319" y="4817187"/>
            <a:ext cx="11160000" cy="3600"/>
          </a:xfrm>
          <a:solidFill>
            <a:srgbClr val="DCE3E9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 </a:t>
            </a:r>
          </a:p>
        </p:txBody>
      </p:sp>
      <p:sp>
        <p:nvSpPr>
          <p:cNvPr id="39" name="Textplatzhalter 12">
            <a:extLst>
              <a:ext uri="{FF2B5EF4-FFF2-40B4-BE49-F238E27FC236}">
                <a16:creationId xmlns:a16="http://schemas.microsoft.com/office/drawing/2014/main" id="{365BC96D-ED2D-464E-BC70-A23FF37E8D5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8319" y="4180192"/>
            <a:ext cx="11160000" cy="3600"/>
          </a:xfrm>
          <a:solidFill>
            <a:srgbClr val="DCE3E9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 </a:t>
            </a:r>
          </a:p>
        </p:txBody>
      </p:sp>
      <p:sp>
        <p:nvSpPr>
          <p:cNvPr id="40" name="Textplatzhalter 12">
            <a:extLst>
              <a:ext uri="{FF2B5EF4-FFF2-40B4-BE49-F238E27FC236}">
                <a16:creationId xmlns:a16="http://schemas.microsoft.com/office/drawing/2014/main" id="{B065DB6D-E88A-4417-88AE-F3BDA7535DF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8319" y="3543197"/>
            <a:ext cx="11160000" cy="3600"/>
          </a:xfrm>
          <a:solidFill>
            <a:srgbClr val="DCE3E9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 </a:t>
            </a:r>
          </a:p>
        </p:txBody>
      </p:sp>
      <p:sp>
        <p:nvSpPr>
          <p:cNvPr id="41" name="Textplatzhalter 12">
            <a:extLst>
              <a:ext uri="{FF2B5EF4-FFF2-40B4-BE49-F238E27FC236}">
                <a16:creationId xmlns:a16="http://schemas.microsoft.com/office/drawing/2014/main" id="{AEB6ADF8-03FE-4219-AC3D-60860EB9B1E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18319" y="2906202"/>
            <a:ext cx="11160000" cy="3600"/>
          </a:xfrm>
          <a:solidFill>
            <a:srgbClr val="DCE3E9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 </a:t>
            </a:r>
          </a:p>
        </p:txBody>
      </p:sp>
      <p:sp>
        <p:nvSpPr>
          <p:cNvPr id="42" name="Textplatzhalter 12">
            <a:extLst>
              <a:ext uri="{FF2B5EF4-FFF2-40B4-BE49-F238E27FC236}">
                <a16:creationId xmlns:a16="http://schemas.microsoft.com/office/drawing/2014/main" id="{39606005-B38E-44BD-9756-AFE8B8BBACA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8319" y="2269207"/>
            <a:ext cx="11160000" cy="3600"/>
          </a:xfrm>
          <a:solidFill>
            <a:srgbClr val="DCE3E9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 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008D678-508B-4EAC-8996-9B20ADAA3B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319" y="299633"/>
            <a:ext cx="9740106" cy="369332"/>
          </a:xfrm>
        </p:spPr>
        <p:txBody>
          <a:bodyPr/>
          <a:lstStyle/>
          <a:p>
            <a:r>
              <a:rPr lang="zh-CN" altLang="de-DE" noProof="0" dirty="0"/>
              <a:t>编辑主封面格式</a:t>
            </a:r>
            <a:endParaRPr lang="en-US" noProof="0" dirty="0"/>
          </a:p>
        </p:txBody>
      </p:sp>
      <p:sp>
        <p:nvSpPr>
          <p:cNvPr id="28" name="Textplatzhalter 27">
            <a:extLst>
              <a:ext uri="{FF2B5EF4-FFF2-40B4-BE49-F238E27FC236}">
                <a16:creationId xmlns:a16="http://schemas.microsoft.com/office/drawing/2014/main" id="{10C57EE4-17A8-41AE-AD8F-0C906241B73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08695" y="1713196"/>
            <a:ext cx="4842844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solidFill>
                  <a:schemeClr val="tx1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zh-CN" altLang="de-DE"/>
              <a:t>编辑母版文字格式</a:t>
            </a:r>
            <a:endParaRPr lang="de-DE" dirty="0"/>
          </a:p>
        </p:txBody>
      </p:sp>
      <p:sp>
        <p:nvSpPr>
          <p:cNvPr id="29" name="Textplatzhalter 27">
            <a:extLst>
              <a:ext uri="{FF2B5EF4-FFF2-40B4-BE49-F238E27FC236}">
                <a16:creationId xmlns:a16="http://schemas.microsoft.com/office/drawing/2014/main" id="{EDC138DF-81E8-468E-BE50-5A359E245AF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08695" y="5559048"/>
            <a:ext cx="4842844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zh-CN" altLang="de-DE"/>
              <a:t>编辑母版文字格式</a:t>
            </a:r>
            <a:endParaRPr lang="de-DE" dirty="0"/>
          </a:p>
        </p:txBody>
      </p:sp>
      <p:sp>
        <p:nvSpPr>
          <p:cNvPr id="30" name="Textplatzhalter 27">
            <a:extLst>
              <a:ext uri="{FF2B5EF4-FFF2-40B4-BE49-F238E27FC236}">
                <a16:creationId xmlns:a16="http://schemas.microsoft.com/office/drawing/2014/main" id="{E67A7442-A1B4-49EA-9268-A28469018AD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108695" y="4918071"/>
            <a:ext cx="4842844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zh-CN" altLang="de-DE"/>
              <a:t>编辑母版文字格式</a:t>
            </a:r>
            <a:endParaRPr lang="de-DE" dirty="0"/>
          </a:p>
        </p:txBody>
      </p:sp>
      <p:sp>
        <p:nvSpPr>
          <p:cNvPr id="31" name="Textplatzhalter 27">
            <a:extLst>
              <a:ext uri="{FF2B5EF4-FFF2-40B4-BE49-F238E27FC236}">
                <a16:creationId xmlns:a16="http://schemas.microsoft.com/office/drawing/2014/main" id="{9B7A6C1A-6494-4115-8E54-99DC0DB45D2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08695" y="4277096"/>
            <a:ext cx="4842844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zh-CN" altLang="de-DE"/>
              <a:t>编辑母版文字格式</a:t>
            </a:r>
            <a:endParaRPr lang="de-DE" dirty="0"/>
          </a:p>
        </p:txBody>
      </p:sp>
      <p:sp>
        <p:nvSpPr>
          <p:cNvPr id="32" name="Textplatzhalter 27">
            <a:extLst>
              <a:ext uri="{FF2B5EF4-FFF2-40B4-BE49-F238E27FC236}">
                <a16:creationId xmlns:a16="http://schemas.microsoft.com/office/drawing/2014/main" id="{9D8685BE-5979-43B0-AC0C-74054987778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108695" y="3636121"/>
            <a:ext cx="4842844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zh-CN" altLang="de-DE"/>
              <a:t>编辑母版文字格式</a:t>
            </a:r>
            <a:endParaRPr lang="de-DE" dirty="0"/>
          </a:p>
        </p:txBody>
      </p:sp>
      <p:sp>
        <p:nvSpPr>
          <p:cNvPr id="34" name="Textplatzhalter 27">
            <a:extLst>
              <a:ext uri="{FF2B5EF4-FFF2-40B4-BE49-F238E27FC236}">
                <a16:creationId xmlns:a16="http://schemas.microsoft.com/office/drawing/2014/main" id="{F5438DE9-D033-4100-9761-E4FFFC202FE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08695" y="2354171"/>
            <a:ext cx="4842844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zh-CN" altLang="de-DE"/>
              <a:t>编辑母版文字格式</a:t>
            </a:r>
            <a:endParaRPr lang="de-DE" dirty="0"/>
          </a:p>
        </p:txBody>
      </p:sp>
      <p:sp>
        <p:nvSpPr>
          <p:cNvPr id="54" name="Textplatzhalter 8">
            <a:extLst>
              <a:ext uri="{FF2B5EF4-FFF2-40B4-BE49-F238E27FC236}">
                <a16:creationId xmlns:a16="http://schemas.microsoft.com/office/drawing/2014/main" id="{BB278DD4-3FCE-4782-AF12-45EC1832917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18319" y="642855"/>
            <a:ext cx="9740106" cy="369332"/>
          </a:xfrm>
        </p:spPr>
        <p:txBody>
          <a:bodyPr wrap="square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400">
                <a:latin typeface="ZEISS Frutiger Next W1G"/>
                <a:cs typeface="ZEISS Frutiger Next W1G Lt"/>
              </a:defRPr>
            </a:lvl1pPr>
          </a:lstStyle>
          <a:p>
            <a:pPr lvl="0"/>
            <a:r>
              <a:rPr lang="zh-CN" altLang="de-DE" noProof="0" dirty="0"/>
              <a:t>编辑主文本格式</a:t>
            </a:r>
          </a:p>
        </p:txBody>
      </p:sp>
      <p:sp>
        <p:nvSpPr>
          <p:cNvPr id="55" name="Textplatzhalter 27">
            <a:extLst>
              <a:ext uri="{FF2B5EF4-FFF2-40B4-BE49-F238E27FC236}">
                <a16:creationId xmlns:a16="http://schemas.microsoft.com/office/drawing/2014/main" id="{40334521-65D4-4254-A9E2-9118257ED99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08695" y="2995146"/>
            <a:ext cx="4842844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zh-CN" altLang="de-DE"/>
              <a:t>编辑母版文字格式</a:t>
            </a:r>
            <a:endParaRPr lang="de-DE" dirty="0"/>
          </a:p>
        </p:txBody>
      </p:sp>
      <p:sp>
        <p:nvSpPr>
          <p:cNvPr id="50" name="Textplatzhalter 27">
            <a:extLst>
              <a:ext uri="{FF2B5EF4-FFF2-40B4-BE49-F238E27FC236}">
                <a16:creationId xmlns:a16="http://schemas.microsoft.com/office/drawing/2014/main" id="{58512C69-BAB1-4D42-BE3F-E7ED39890F8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969191" y="1713197"/>
            <a:ext cx="2289234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solidFill>
                  <a:schemeClr val="tx1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zh-TW" altLang="de-DE" noProof="0" dirty="0"/>
              <a:t>添加演讲者</a:t>
            </a:r>
          </a:p>
        </p:txBody>
      </p:sp>
      <p:sp>
        <p:nvSpPr>
          <p:cNvPr id="51" name="Textplatzhalter 27">
            <a:extLst>
              <a:ext uri="{FF2B5EF4-FFF2-40B4-BE49-F238E27FC236}">
                <a16:creationId xmlns:a16="http://schemas.microsoft.com/office/drawing/2014/main" id="{DACC74A9-0A8D-447B-B0A3-A7B3E185024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509624" y="1713197"/>
            <a:ext cx="1166403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solidFill>
                  <a:schemeClr val="tx1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en-US" noProof="0" dirty="0"/>
              <a:t>XX:XX – XX:XX</a:t>
            </a:r>
          </a:p>
        </p:txBody>
      </p:sp>
      <p:sp>
        <p:nvSpPr>
          <p:cNvPr id="52" name="Textplatzhalter 27">
            <a:extLst>
              <a:ext uri="{FF2B5EF4-FFF2-40B4-BE49-F238E27FC236}">
                <a16:creationId xmlns:a16="http://schemas.microsoft.com/office/drawing/2014/main" id="{BC8CE078-446E-44E4-82BB-784C7A3092C2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969191" y="5559049"/>
            <a:ext cx="2289234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solidFill>
                  <a:schemeClr val="tx1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zh-TW" altLang="de-DE" noProof="0"/>
              <a:t>添加演讲者</a:t>
            </a:r>
            <a:endParaRPr lang="zh-TW" altLang="de-DE" noProof="0" dirty="0"/>
          </a:p>
        </p:txBody>
      </p:sp>
      <p:sp>
        <p:nvSpPr>
          <p:cNvPr id="53" name="Textplatzhalter 27">
            <a:extLst>
              <a:ext uri="{FF2B5EF4-FFF2-40B4-BE49-F238E27FC236}">
                <a16:creationId xmlns:a16="http://schemas.microsoft.com/office/drawing/2014/main" id="{DF171C98-FC78-493B-8685-7FC7F1C0047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0509624" y="5559049"/>
            <a:ext cx="1166403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solidFill>
                  <a:schemeClr val="tx1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en-US" noProof="0" dirty="0"/>
              <a:t>XX:XX – XX:XX</a:t>
            </a:r>
          </a:p>
        </p:txBody>
      </p:sp>
      <p:sp>
        <p:nvSpPr>
          <p:cNvPr id="56" name="Textplatzhalter 27">
            <a:extLst>
              <a:ext uri="{FF2B5EF4-FFF2-40B4-BE49-F238E27FC236}">
                <a16:creationId xmlns:a16="http://schemas.microsoft.com/office/drawing/2014/main" id="{4902C768-3FF3-4324-ACE9-E6CC67486D92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969191" y="4918072"/>
            <a:ext cx="2289234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solidFill>
                  <a:schemeClr val="tx1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zh-TW" altLang="de-DE" noProof="0"/>
              <a:t>添加演讲者</a:t>
            </a:r>
            <a:endParaRPr lang="zh-TW" altLang="de-DE" noProof="0" dirty="0"/>
          </a:p>
        </p:txBody>
      </p:sp>
      <p:sp>
        <p:nvSpPr>
          <p:cNvPr id="57" name="Textplatzhalter 27">
            <a:extLst>
              <a:ext uri="{FF2B5EF4-FFF2-40B4-BE49-F238E27FC236}">
                <a16:creationId xmlns:a16="http://schemas.microsoft.com/office/drawing/2014/main" id="{382B9CCC-AC5B-4731-B3FF-0ED29CD5232D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509624" y="4918072"/>
            <a:ext cx="1166403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solidFill>
                  <a:schemeClr val="tx1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en-US" noProof="0" dirty="0"/>
              <a:t>XX:XX – XX:XX</a:t>
            </a:r>
          </a:p>
        </p:txBody>
      </p:sp>
      <p:sp>
        <p:nvSpPr>
          <p:cNvPr id="58" name="Textplatzhalter 27">
            <a:extLst>
              <a:ext uri="{FF2B5EF4-FFF2-40B4-BE49-F238E27FC236}">
                <a16:creationId xmlns:a16="http://schemas.microsoft.com/office/drawing/2014/main" id="{0CD871D3-6404-4FD8-BAA7-341A607318F7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969191" y="4277097"/>
            <a:ext cx="2289234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solidFill>
                  <a:schemeClr val="tx1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zh-TW" altLang="de-DE" noProof="0"/>
              <a:t>添加演讲者</a:t>
            </a:r>
            <a:endParaRPr lang="zh-TW" altLang="de-DE" noProof="0" dirty="0"/>
          </a:p>
        </p:txBody>
      </p:sp>
      <p:sp>
        <p:nvSpPr>
          <p:cNvPr id="66" name="Textplatzhalter 27">
            <a:extLst>
              <a:ext uri="{FF2B5EF4-FFF2-40B4-BE49-F238E27FC236}">
                <a16:creationId xmlns:a16="http://schemas.microsoft.com/office/drawing/2014/main" id="{EE9FAF77-111B-4232-B922-F5C2DAEC0AE9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0509624" y="4277097"/>
            <a:ext cx="1166403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solidFill>
                  <a:schemeClr val="tx1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en-US" noProof="0" dirty="0"/>
              <a:t>XX:XX – XX:XX</a:t>
            </a:r>
          </a:p>
        </p:txBody>
      </p:sp>
      <p:sp>
        <p:nvSpPr>
          <p:cNvPr id="67" name="Textplatzhalter 27">
            <a:extLst>
              <a:ext uri="{FF2B5EF4-FFF2-40B4-BE49-F238E27FC236}">
                <a16:creationId xmlns:a16="http://schemas.microsoft.com/office/drawing/2014/main" id="{DCF7C6C8-DFBE-4825-ADB4-31A94B3CB72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969191" y="3636122"/>
            <a:ext cx="2289234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solidFill>
                  <a:schemeClr val="tx1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zh-TW" altLang="de-DE" noProof="0"/>
              <a:t>添加演讲者</a:t>
            </a:r>
            <a:endParaRPr lang="zh-TW" altLang="de-DE" noProof="0" dirty="0"/>
          </a:p>
        </p:txBody>
      </p:sp>
      <p:sp>
        <p:nvSpPr>
          <p:cNvPr id="68" name="Textplatzhalter 27">
            <a:extLst>
              <a:ext uri="{FF2B5EF4-FFF2-40B4-BE49-F238E27FC236}">
                <a16:creationId xmlns:a16="http://schemas.microsoft.com/office/drawing/2014/main" id="{2F1B5A69-546B-4EB7-BE67-2CEF1A9F4DA9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0509624" y="3636122"/>
            <a:ext cx="1166403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solidFill>
                  <a:schemeClr val="tx1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en-US" noProof="0" dirty="0"/>
              <a:t>XX:XX – XX:XX</a:t>
            </a:r>
          </a:p>
        </p:txBody>
      </p:sp>
      <p:sp>
        <p:nvSpPr>
          <p:cNvPr id="69" name="Textplatzhalter 27">
            <a:extLst>
              <a:ext uri="{FF2B5EF4-FFF2-40B4-BE49-F238E27FC236}">
                <a16:creationId xmlns:a16="http://schemas.microsoft.com/office/drawing/2014/main" id="{2CA2A27B-96C0-4A80-8249-E8495A5FF8DE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969191" y="2995147"/>
            <a:ext cx="2289234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solidFill>
                  <a:schemeClr val="tx1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zh-TW" altLang="de-DE" noProof="0"/>
              <a:t>添加演讲者</a:t>
            </a:r>
            <a:endParaRPr lang="zh-TW" altLang="de-DE" noProof="0" dirty="0"/>
          </a:p>
        </p:txBody>
      </p:sp>
      <p:sp>
        <p:nvSpPr>
          <p:cNvPr id="70" name="Textplatzhalter 27">
            <a:extLst>
              <a:ext uri="{FF2B5EF4-FFF2-40B4-BE49-F238E27FC236}">
                <a16:creationId xmlns:a16="http://schemas.microsoft.com/office/drawing/2014/main" id="{08CDD6D7-EDFC-4C37-99AB-4969F8D6D034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0509624" y="2995147"/>
            <a:ext cx="1166403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solidFill>
                  <a:schemeClr val="tx1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en-US" noProof="0" dirty="0"/>
              <a:t>XX:XX – XX:XX</a:t>
            </a:r>
          </a:p>
        </p:txBody>
      </p:sp>
      <p:sp>
        <p:nvSpPr>
          <p:cNvPr id="71" name="Textplatzhalter 27">
            <a:extLst>
              <a:ext uri="{FF2B5EF4-FFF2-40B4-BE49-F238E27FC236}">
                <a16:creationId xmlns:a16="http://schemas.microsoft.com/office/drawing/2014/main" id="{FCDE6D54-5B75-4F38-8485-8FC6CF1A426B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7969191" y="2354172"/>
            <a:ext cx="2289234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solidFill>
                  <a:schemeClr val="tx1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zh-TW" altLang="de-DE" noProof="0"/>
              <a:t>添加演讲者</a:t>
            </a:r>
            <a:endParaRPr lang="zh-TW" altLang="de-DE" noProof="0" dirty="0"/>
          </a:p>
        </p:txBody>
      </p:sp>
      <p:sp>
        <p:nvSpPr>
          <p:cNvPr id="72" name="Textplatzhalter 27">
            <a:extLst>
              <a:ext uri="{FF2B5EF4-FFF2-40B4-BE49-F238E27FC236}">
                <a16:creationId xmlns:a16="http://schemas.microsoft.com/office/drawing/2014/main" id="{895225C6-8D81-4835-904C-A57B5DC158C8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509624" y="2354172"/>
            <a:ext cx="1166403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solidFill>
                  <a:schemeClr val="tx1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en-US" noProof="0" dirty="0"/>
              <a:t>XX:XX – XX:XX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F5084BC-D39E-41E2-AE8B-15BCB11E2D07}"/>
              </a:ext>
            </a:extLst>
          </p:cNvPr>
          <p:cNvSpPr>
            <a:spLocks noGrp="1"/>
          </p:cNvSpPr>
          <p:nvPr>
            <p:ph type="ftr" sz="quarter" idx="60"/>
          </p:nvPr>
        </p:nvSpPr>
        <p:spPr/>
        <p:txBody>
          <a:bodyPr/>
          <a:lstStyle/>
          <a:p>
            <a:r>
              <a:rPr lang="zh-TW" altLang="de-DE"/>
              <a:t>蔡司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BF09F8F-88B8-4175-9E31-F02769419359}"/>
              </a:ext>
            </a:extLst>
          </p:cNvPr>
          <p:cNvSpPr>
            <a:spLocks noGrp="1"/>
          </p:cNvSpPr>
          <p:nvPr>
            <p:ph type="sldNum" sz="quarter" idx="61"/>
          </p:nvPr>
        </p:nvSpPr>
        <p:spPr/>
        <p:txBody>
          <a:bodyPr/>
          <a:lstStyle/>
          <a:p>
            <a:fld id="{C6A4AD45-2621-4550-9DC5-4911F1B5FA4D}" type="slidenum">
              <a:rPr lang="de-DE" smtClean="0">
                <a:latin typeface="Microsoft YaHei" panose="020B0503020204020204" pitchFamily="34" charset="-122"/>
              </a:rPr>
              <a:pPr/>
              <a:t>‹#›</a:t>
            </a:fld>
            <a:endParaRPr lang="de-DE" dirty="0"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9981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platzhalter 12">
            <a:extLst>
              <a:ext uri="{FF2B5EF4-FFF2-40B4-BE49-F238E27FC236}">
                <a16:creationId xmlns:a16="http://schemas.microsoft.com/office/drawing/2014/main" id="{60B1A2EF-7EA6-48D0-837F-6AA82730ACA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8319" y="1632212"/>
            <a:ext cx="11160000" cy="3600"/>
          </a:xfrm>
          <a:solidFill>
            <a:srgbClr val="DCE3E9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 </a:t>
            </a:r>
          </a:p>
        </p:txBody>
      </p:sp>
      <p:sp>
        <p:nvSpPr>
          <p:cNvPr id="45" name="Textplatzhalter 12">
            <a:extLst>
              <a:ext uri="{FF2B5EF4-FFF2-40B4-BE49-F238E27FC236}">
                <a16:creationId xmlns:a16="http://schemas.microsoft.com/office/drawing/2014/main" id="{11D754A6-9116-418B-B54D-167359953A8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18319" y="6091175"/>
            <a:ext cx="11160000" cy="3600"/>
          </a:xfrm>
          <a:solidFill>
            <a:srgbClr val="DCE3E9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 </a:t>
            </a:r>
          </a:p>
        </p:txBody>
      </p:sp>
      <p:sp>
        <p:nvSpPr>
          <p:cNvPr id="46" name="Textplatzhalter 12">
            <a:extLst>
              <a:ext uri="{FF2B5EF4-FFF2-40B4-BE49-F238E27FC236}">
                <a16:creationId xmlns:a16="http://schemas.microsoft.com/office/drawing/2014/main" id="{2A741A2A-D48F-4186-A933-A38C7FB3FD6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8319" y="5454182"/>
            <a:ext cx="11160000" cy="3600"/>
          </a:xfrm>
          <a:solidFill>
            <a:srgbClr val="DCE3E9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 </a:t>
            </a:r>
          </a:p>
        </p:txBody>
      </p:sp>
      <p:sp>
        <p:nvSpPr>
          <p:cNvPr id="52" name="Textplatzhalter 12">
            <a:extLst>
              <a:ext uri="{FF2B5EF4-FFF2-40B4-BE49-F238E27FC236}">
                <a16:creationId xmlns:a16="http://schemas.microsoft.com/office/drawing/2014/main" id="{0C3A2905-336F-4115-8CFF-4EDC8CA10A2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8319" y="4817187"/>
            <a:ext cx="11160000" cy="3600"/>
          </a:xfrm>
          <a:solidFill>
            <a:srgbClr val="DCE3E9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 </a:t>
            </a:r>
          </a:p>
        </p:txBody>
      </p:sp>
      <p:sp>
        <p:nvSpPr>
          <p:cNvPr id="53" name="Textplatzhalter 12">
            <a:extLst>
              <a:ext uri="{FF2B5EF4-FFF2-40B4-BE49-F238E27FC236}">
                <a16:creationId xmlns:a16="http://schemas.microsoft.com/office/drawing/2014/main" id="{D2E7C502-228D-4891-B233-D5B3639E680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8319" y="4180192"/>
            <a:ext cx="11160000" cy="3600"/>
          </a:xfrm>
          <a:solidFill>
            <a:srgbClr val="DCE3E9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 </a:t>
            </a:r>
          </a:p>
        </p:txBody>
      </p:sp>
      <p:sp>
        <p:nvSpPr>
          <p:cNvPr id="56" name="Textplatzhalter 12">
            <a:extLst>
              <a:ext uri="{FF2B5EF4-FFF2-40B4-BE49-F238E27FC236}">
                <a16:creationId xmlns:a16="http://schemas.microsoft.com/office/drawing/2014/main" id="{1C5C67FD-A2AC-4A23-ADAA-700FEE60878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8319" y="3543197"/>
            <a:ext cx="11160000" cy="3600"/>
          </a:xfrm>
          <a:solidFill>
            <a:srgbClr val="DCE3E9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 </a:t>
            </a:r>
          </a:p>
        </p:txBody>
      </p:sp>
      <p:sp>
        <p:nvSpPr>
          <p:cNvPr id="58" name="Textplatzhalter 12">
            <a:extLst>
              <a:ext uri="{FF2B5EF4-FFF2-40B4-BE49-F238E27FC236}">
                <a16:creationId xmlns:a16="http://schemas.microsoft.com/office/drawing/2014/main" id="{1AFD6221-79AF-4FDB-9DC1-82609545876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18319" y="2906202"/>
            <a:ext cx="11160000" cy="3600"/>
          </a:xfrm>
          <a:solidFill>
            <a:srgbClr val="DCE3E9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 </a:t>
            </a:r>
          </a:p>
        </p:txBody>
      </p:sp>
      <p:sp>
        <p:nvSpPr>
          <p:cNvPr id="59" name="Textplatzhalter 12">
            <a:extLst>
              <a:ext uri="{FF2B5EF4-FFF2-40B4-BE49-F238E27FC236}">
                <a16:creationId xmlns:a16="http://schemas.microsoft.com/office/drawing/2014/main" id="{8F427141-71C3-435A-8417-99837EB6300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8319" y="2269207"/>
            <a:ext cx="11160000" cy="3600"/>
          </a:xfrm>
          <a:solidFill>
            <a:srgbClr val="DCE3E9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 </a:t>
            </a:r>
          </a:p>
        </p:txBody>
      </p:sp>
      <p:sp>
        <p:nvSpPr>
          <p:cNvPr id="60" name="Textplatzhalter 12">
            <a:extLst>
              <a:ext uri="{FF2B5EF4-FFF2-40B4-BE49-F238E27FC236}">
                <a16:creationId xmlns:a16="http://schemas.microsoft.com/office/drawing/2014/main" id="{2DD13305-EDD9-442A-B5DD-464D67D894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1609040"/>
            <a:ext cx="12192000" cy="663053"/>
          </a:xfrm>
          <a:solidFill>
            <a:srgbClr val="0F2DB3"/>
          </a:solidFill>
        </p:spPr>
        <p:txBody>
          <a:bodyPr wrap="square" lIns="518400" tIns="54000" bIns="54000"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800" b="1">
                <a:solidFill>
                  <a:schemeClr val="bg1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en-US" noProof="0"/>
              <a:t>01</a:t>
            </a:r>
          </a:p>
        </p:txBody>
      </p:sp>
      <p:sp>
        <p:nvSpPr>
          <p:cNvPr id="61" name="Textplatzhalter 12">
            <a:extLst>
              <a:ext uri="{FF2B5EF4-FFF2-40B4-BE49-F238E27FC236}">
                <a16:creationId xmlns:a16="http://schemas.microsoft.com/office/drawing/2014/main" id="{8C6B7371-9556-494C-BAFC-7DFF75248A0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2890990"/>
            <a:ext cx="12192000" cy="663053"/>
          </a:xfrm>
        </p:spPr>
        <p:txBody>
          <a:bodyPr wrap="square" lIns="518400" tIns="54000" bIns="54000"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0F2DB3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en-US" noProof="0"/>
              <a:t>03</a:t>
            </a:r>
          </a:p>
        </p:txBody>
      </p:sp>
      <p:sp>
        <p:nvSpPr>
          <p:cNvPr id="62" name="Textplatzhalter 12">
            <a:extLst>
              <a:ext uri="{FF2B5EF4-FFF2-40B4-BE49-F238E27FC236}">
                <a16:creationId xmlns:a16="http://schemas.microsoft.com/office/drawing/2014/main" id="{C7DE99D6-5DC2-4A4C-9D8F-55BB11C9D68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3531965"/>
            <a:ext cx="12192000" cy="663053"/>
          </a:xfrm>
        </p:spPr>
        <p:txBody>
          <a:bodyPr wrap="square" lIns="518400" tIns="54000" bIns="54000"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0F2DB3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en-US" noProof="0"/>
              <a:t>04</a:t>
            </a:r>
          </a:p>
        </p:txBody>
      </p:sp>
      <p:sp>
        <p:nvSpPr>
          <p:cNvPr id="63" name="Textplatzhalter 12">
            <a:extLst>
              <a:ext uri="{FF2B5EF4-FFF2-40B4-BE49-F238E27FC236}">
                <a16:creationId xmlns:a16="http://schemas.microsoft.com/office/drawing/2014/main" id="{23723DAB-6D78-4724-8772-28387EA5B47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4172940"/>
            <a:ext cx="12192000" cy="663053"/>
          </a:xfrm>
        </p:spPr>
        <p:txBody>
          <a:bodyPr wrap="square" lIns="518400" tIns="54000" bIns="54000"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0F2DB3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en-US" noProof="0"/>
              <a:t>05</a:t>
            </a:r>
          </a:p>
        </p:txBody>
      </p:sp>
      <p:sp>
        <p:nvSpPr>
          <p:cNvPr id="64" name="Textplatzhalter 12">
            <a:extLst>
              <a:ext uri="{FF2B5EF4-FFF2-40B4-BE49-F238E27FC236}">
                <a16:creationId xmlns:a16="http://schemas.microsoft.com/office/drawing/2014/main" id="{769E9AD8-F60D-43DC-BF3A-5026662A372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0" y="4813915"/>
            <a:ext cx="12192000" cy="663053"/>
          </a:xfrm>
        </p:spPr>
        <p:txBody>
          <a:bodyPr wrap="square" lIns="518400" tIns="54000" bIns="54000"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0F2DB3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en-US" noProof="0"/>
              <a:t>06</a:t>
            </a:r>
          </a:p>
        </p:txBody>
      </p:sp>
      <p:sp>
        <p:nvSpPr>
          <p:cNvPr id="65" name="Textplatzhalter 12">
            <a:extLst>
              <a:ext uri="{FF2B5EF4-FFF2-40B4-BE49-F238E27FC236}">
                <a16:creationId xmlns:a16="http://schemas.microsoft.com/office/drawing/2014/main" id="{1081EFB9-FE18-4F3C-8672-EB70FF7EA82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0" y="5454892"/>
            <a:ext cx="12192000" cy="663053"/>
          </a:xfrm>
        </p:spPr>
        <p:txBody>
          <a:bodyPr wrap="square" lIns="518400" tIns="54000" bIns="54000"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0F2DB3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en-US" noProof="0"/>
              <a:t>07</a:t>
            </a:r>
          </a:p>
        </p:txBody>
      </p:sp>
      <p:sp>
        <p:nvSpPr>
          <p:cNvPr id="66" name="Textplatzhalter 12">
            <a:extLst>
              <a:ext uri="{FF2B5EF4-FFF2-40B4-BE49-F238E27FC236}">
                <a16:creationId xmlns:a16="http://schemas.microsoft.com/office/drawing/2014/main" id="{E94757B5-7F5A-4E0B-840E-C22292BF9CC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0" y="2250015"/>
            <a:ext cx="12192000" cy="663053"/>
          </a:xfrm>
        </p:spPr>
        <p:txBody>
          <a:bodyPr wrap="square" lIns="518400" tIns="54000" bIns="54000"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0F2DB3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en-US" noProof="0" dirty="0"/>
              <a:t>02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008D678-508B-4EAC-8996-9B20ADAA3B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de-DE" noProof="0" dirty="0"/>
              <a:t>编辑主封面格式</a:t>
            </a:r>
            <a:endParaRPr lang="en-US" noProof="0" dirty="0"/>
          </a:p>
        </p:txBody>
      </p:sp>
      <p:sp>
        <p:nvSpPr>
          <p:cNvPr id="54" name="Textplatzhalter 8">
            <a:extLst>
              <a:ext uri="{FF2B5EF4-FFF2-40B4-BE49-F238E27FC236}">
                <a16:creationId xmlns:a16="http://schemas.microsoft.com/office/drawing/2014/main" id="{BB278DD4-3FCE-4782-AF12-45EC1832917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18319" y="642855"/>
            <a:ext cx="9740106" cy="369332"/>
          </a:xfrm>
        </p:spPr>
        <p:txBody>
          <a:bodyPr wrap="square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400">
                <a:latin typeface="ZEISS Frutiger Next W1G"/>
                <a:cs typeface="ZEISS Frutiger Next W1G Lt"/>
              </a:defRPr>
            </a:lvl1pPr>
          </a:lstStyle>
          <a:p>
            <a:pPr lvl="0"/>
            <a:r>
              <a:rPr lang="zh-CN" altLang="de-DE" noProof="0" dirty="0"/>
              <a:t>编辑主文本格式</a:t>
            </a:r>
          </a:p>
        </p:txBody>
      </p:sp>
      <p:sp>
        <p:nvSpPr>
          <p:cNvPr id="28" name="Textplatzhalter 27">
            <a:extLst>
              <a:ext uri="{FF2B5EF4-FFF2-40B4-BE49-F238E27FC236}">
                <a16:creationId xmlns:a16="http://schemas.microsoft.com/office/drawing/2014/main" id="{10C57EE4-17A8-41AE-AD8F-0C906241B73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08694" y="1713196"/>
            <a:ext cx="5131769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solidFill>
                  <a:schemeClr val="bg1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zh-CN" altLang="de-DE"/>
              <a:t>编辑母版文字格式</a:t>
            </a:r>
            <a:endParaRPr lang="de-DE" dirty="0"/>
          </a:p>
        </p:txBody>
      </p:sp>
      <p:sp>
        <p:nvSpPr>
          <p:cNvPr id="29" name="Textplatzhalter 27">
            <a:extLst>
              <a:ext uri="{FF2B5EF4-FFF2-40B4-BE49-F238E27FC236}">
                <a16:creationId xmlns:a16="http://schemas.microsoft.com/office/drawing/2014/main" id="{EDC138DF-81E8-468E-BE50-5A359E245AF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08694" y="5559048"/>
            <a:ext cx="5131769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zh-CN" altLang="de-DE"/>
              <a:t>编辑母版文字格式</a:t>
            </a:r>
            <a:endParaRPr lang="de-DE" dirty="0"/>
          </a:p>
        </p:txBody>
      </p:sp>
      <p:sp>
        <p:nvSpPr>
          <p:cNvPr id="30" name="Textplatzhalter 27">
            <a:extLst>
              <a:ext uri="{FF2B5EF4-FFF2-40B4-BE49-F238E27FC236}">
                <a16:creationId xmlns:a16="http://schemas.microsoft.com/office/drawing/2014/main" id="{E67A7442-A1B4-49EA-9268-A28469018AD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108694" y="4918071"/>
            <a:ext cx="5131769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zh-CN" altLang="de-DE"/>
              <a:t>编辑母版文字格式</a:t>
            </a:r>
            <a:endParaRPr lang="de-DE" dirty="0"/>
          </a:p>
        </p:txBody>
      </p:sp>
      <p:sp>
        <p:nvSpPr>
          <p:cNvPr id="31" name="Textplatzhalter 27">
            <a:extLst>
              <a:ext uri="{FF2B5EF4-FFF2-40B4-BE49-F238E27FC236}">
                <a16:creationId xmlns:a16="http://schemas.microsoft.com/office/drawing/2014/main" id="{9B7A6C1A-6494-4115-8E54-99DC0DB45D2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08694" y="4277096"/>
            <a:ext cx="5131769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zh-CN" altLang="de-DE"/>
              <a:t>编辑母版文字格式</a:t>
            </a:r>
            <a:endParaRPr lang="de-DE" dirty="0"/>
          </a:p>
        </p:txBody>
      </p:sp>
      <p:sp>
        <p:nvSpPr>
          <p:cNvPr id="32" name="Textplatzhalter 27">
            <a:extLst>
              <a:ext uri="{FF2B5EF4-FFF2-40B4-BE49-F238E27FC236}">
                <a16:creationId xmlns:a16="http://schemas.microsoft.com/office/drawing/2014/main" id="{9D8685BE-5979-43B0-AC0C-74054987778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108694" y="3636121"/>
            <a:ext cx="5131769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zh-CN" altLang="de-DE"/>
              <a:t>编辑母版文字格式</a:t>
            </a:r>
            <a:endParaRPr lang="de-DE" dirty="0"/>
          </a:p>
        </p:txBody>
      </p:sp>
      <p:sp>
        <p:nvSpPr>
          <p:cNvPr id="34" name="Textplatzhalter 27">
            <a:extLst>
              <a:ext uri="{FF2B5EF4-FFF2-40B4-BE49-F238E27FC236}">
                <a16:creationId xmlns:a16="http://schemas.microsoft.com/office/drawing/2014/main" id="{F5438DE9-D033-4100-9761-E4FFFC202FE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08694" y="2354171"/>
            <a:ext cx="5131769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zh-CN" altLang="de-DE"/>
              <a:t>编辑母版文字格式</a:t>
            </a:r>
            <a:endParaRPr lang="de-DE" dirty="0"/>
          </a:p>
        </p:txBody>
      </p:sp>
      <p:sp>
        <p:nvSpPr>
          <p:cNvPr id="55" name="Textplatzhalter 27">
            <a:extLst>
              <a:ext uri="{FF2B5EF4-FFF2-40B4-BE49-F238E27FC236}">
                <a16:creationId xmlns:a16="http://schemas.microsoft.com/office/drawing/2014/main" id="{40334521-65D4-4254-A9E2-9118257ED99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08694" y="2995146"/>
            <a:ext cx="5131769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zh-CN" altLang="de-DE"/>
              <a:t>编辑母版文字格式</a:t>
            </a:r>
            <a:endParaRPr lang="de-DE" dirty="0"/>
          </a:p>
        </p:txBody>
      </p:sp>
      <p:sp>
        <p:nvSpPr>
          <p:cNvPr id="35" name="Textplatzhalter 27">
            <a:extLst>
              <a:ext uri="{FF2B5EF4-FFF2-40B4-BE49-F238E27FC236}">
                <a16:creationId xmlns:a16="http://schemas.microsoft.com/office/drawing/2014/main" id="{5D1F0EEC-FD48-4FB3-810E-FD14CD7BC28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969191" y="1713197"/>
            <a:ext cx="2289234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solidFill>
                  <a:schemeClr val="bg1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zh-TW" altLang="de-DE" noProof="0"/>
              <a:t>添加演讲者</a:t>
            </a:r>
            <a:endParaRPr lang="zh-TW" altLang="de-DE" noProof="0" dirty="0"/>
          </a:p>
        </p:txBody>
      </p:sp>
      <p:sp>
        <p:nvSpPr>
          <p:cNvPr id="36" name="Textplatzhalter 27">
            <a:extLst>
              <a:ext uri="{FF2B5EF4-FFF2-40B4-BE49-F238E27FC236}">
                <a16:creationId xmlns:a16="http://schemas.microsoft.com/office/drawing/2014/main" id="{918D07F7-4ACB-4BC3-B11D-0FF0B3A4B90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509624" y="1713197"/>
            <a:ext cx="1166403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solidFill>
                  <a:schemeClr val="bg1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en-US" noProof="0" dirty="0"/>
              <a:t>XX:XX – XX:XX</a:t>
            </a:r>
          </a:p>
        </p:txBody>
      </p:sp>
      <p:sp>
        <p:nvSpPr>
          <p:cNvPr id="37" name="Textplatzhalter 27">
            <a:extLst>
              <a:ext uri="{FF2B5EF4-FFF2-40B4-BE49-F238E27FC236}">
                <a16:creationId xmlns:a16="http://schemas.microsoft.com/office/drawing/2014/main" id="{E6D3B839-D89D-4F63-8BF4-A73794E0190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969191" y="5559049"/>
            <a:ext cx="2289234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solidFill>
                  <a:schemeClr val="tx1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zh-TW" altLang="de-DE" noProof="0"/>
              <a:t>添加演讲者</a:t>
            </a:r>
            <a:endParaRPr lang="zh-TW" altLang="de-DE" noProof="0" dirty="0"/>
          </a:p>
        </p:txBody>
      </p:sp>
      <p:sp>
        <p:nvSpPr>
          <p:cNvPr id="38" name="Textplatzhalter 27">
            <a:extLst>
              <a:ext uri="{FF2B5EF4-FFF2-40B4-BE49-F238E27FC236}">
                <a16:creationId xmlns:a16="http://schemas.microsoft.com/office/drawing/2014/main" id="{0046F955-E9B3-41EA-A5CF-4905849F77D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0509624" y="5559049"/>
            <a:ext cx="1166403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solidFill>
                  <a:schemeClr val="tx1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en-US" noProof="0" dirty="0"/>
              <a:t>XX:XX – XX:XX</a:t>
            </a:r>
          </a:p>
        </p:txBody>
      </p:sp>
      <p:sp>
        <p:nvSpPr>
          <p:cNvPr id="39" name="Textplatzhalter 27">
            <a:extLst>
              <a:ext uri="{FF2B5EF4-FFF2-40B4-BE49-F238E27FC236}">
                <a16:creationId xmlns:a16="http://schemas.microsoft.com/office/drawing/2014/main" id="{E56CCD57-2A45-418D-BC05-2BC530B9048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969191" y="4918072"/>
            <a:ext cx="2289234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solidFill>
                  <a:schemeClr val="tx1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zh-TW" altLang="de-DE" noProof="0"/>
              <a:t>添加演讲者</a:t>
            </a:r>
            <a:endParaRPr lang="zh-TW" altLang="de-DE" noProof="0" dirty="0"/>
          </a:p>
        </p:txBody>
      </p:sp>
      <p:sp>
        <p:nvSpPr>
          <p:cNvPr id="40" name="Textplatzhalter 27">
            <a:extLst>
              <a:ext uri="{FF2B5EF4-FFF2-40B4-BE49-F238E27FC236}">
                <a16:creationId xmlns:a16="http://schemas.microsoft.com/office/drawing/2014/main" id="{3E528590-4FE2-488F-9DC6-35CDF609E8B3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0509624" y="4918072"/>
            <a:ext cx="1166403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solidFill>
                  <a:schemeClr val="tx1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en-US" noProof="0" dirty="0"/>
              <a:t>XX:XX – XX:XX</a:t>
            </a:r>
          </a:p>
        </p:txBody>
      </p:sp>
      <p:sp>
        <p:nvSpPr>
          <p:cNvPr id="41" name="Textplatzhalter 27">
            <a:extLst>
              <a:ext uri="{FF2B5EF4-FFF2-40B4-BE49-F238E27FC236}">
                <a16:creationId xmlns:a16="http://schemas.microsoft.com/office/drawing/2014/main" id="{24ACE534-D550-4823-937E-5E86B5B0FB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969191" y="4277097"/>
            <a:ext cx="2289234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solidFill>
                  <a:schemeClr val="tx1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zh-TW" altLang="de-DE" noProof="0"/>
              <a:t>添加演讲者</a:t>
            </a:r>
            <a:endParaRPr lang="zh-TW" altLang="de-DE" noProof="0" dirty="0"/>
          </a:p>
        </p:txBody>
      </p:sp>
      <p:sp>
        <p:nvSpPr>
          <p:cNvPr id="42" name="Textplatzhalter 27">
            <a:extLst>
              <a:ext uri="{FF2B5EF4-FFF2-40B4-BE49-F238E27FC236}">
                <a16:creationId xmlns:a16="http://schemas.microsoft.com/office/drawing/2014/main" id="{69C3BCC9-69D3-4C3E-A8DE-517F0C7F2FA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0509624" y="4277097"/>
            <a:ext cx="1166403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solidFill>
                  <a:schemeClr val="tx1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en-US" noProof="0" dirty="0"/>
              <a:t>XX:XX – XX:XX</a:t>
            </a:r>
          </a:p>
        </p:txBody>
      </p:sp>
      <p:sp>
        <p:nvSpPr>
          <p:cNvPr id="43" name="Textplatzhalter 27">
            <a:extLst>
              <a:ext uri="{FF2B5EF4-FFF2-40B4-BE49-F238E27FC236}">
                <a16:creationId xmlns:a16="http://schemas.microsoft.com/office/drawing/2014/main" id="{0E48227E-5F12-4125-A9F9-EA5D1302194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969191" y="3636122"/>
            <a:ext cx="2289234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solidFill>
                  <a:schemeClr val="tx1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zh-TW" altLang="de-DE" noProof="0"/>
              <a:t>添加演讲者</a:t>
            </a:r>
            <a:endParaRPr lang="zh-TW" altLang="de-DE" noProof="0" dirty="0"/>
          </a:p>
        </p:txBody>
      </p:sp>
      <p:sp>
        <p:nvSpPr>
          <p:cNvPr id="47" name="Textplatzhalter 27">
            <a:extLst>
              <a:ext uri="{FF2B5EF4-FFF2-40B4-BE49-F238E27FC236}">
                <a16:creationId xmlns:a16="http://schemas.microsoft.com/office/drawing/2014/main" id="{891587E3-988F-4B4A-B30A-FD6BB8336F5C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0509624" y="3636122"/>
            <a:ext cx="1166403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solidFill>
                  <a:schemeClr val="tx1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en-US" noProof="0" dirty="0"/>
              <a:t>XX:XX – XX:XX</a:t>
            </a:r>
          </a:p>
        </p:txBody>
      </p:sp>
      <p:sp>
        <p:nvSpPr>
          <p:cNvPr id="48" name="Textplatzhalter 27">
            <a:extLst>
              <a:ext uri="{FF2B5EF4-FFF2-40B4-BE49-F238E27FC236}">
                <a16:creationId xmlns:a16="http://schemas.microsoft.com/office/drawing/2014/main" id="{983071D8-3C1D-4F32-A4AC-97A0A35658F0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969191" y="2995147"/>
            <a:ext cx="2289234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solidFill>
                  <a:schemeClr val="tx1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zh-TW" altLang="de-DE" noProof="0"/>
              <a:t>添加演讲者</a:t>
            </a:r>
            <a:endParaRPr lang="zh-TW" altLang="de-DE" noProof="0" dirty="0"/>
          </a:p>
        </p:txBody>
      </p:sp>
      <p:sp>
        <p:nvSpPr>
          <p:cNvPr id="49" name="Textplatzhalter 27">
            <a:extLst>
              <a:ext uri="{FF2B5EF4-FFF2-40B4-BE49-F238E27FC236}">
                <a16:creationId xmlns:a16="http://schemas.microsoft.com/office/drawing/2014/main" id="{2A8B2701-9772-4251-BD49-3E07FD4C80D7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0509624" y="2995147"/>
            <a:ext cx="1166403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solidFill>
                  <a:schemeClr val="tx1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en-US" noProof="0" dirty="0"/>
              <a:t>XX:XX – XX:XX</a:t>
            </a:r>
          </a:p>
        </p:txBody>
      </p:sp>
      <p:sp>
        <p:nvSpPr>
          <p:cNvPr id="50" name="Textplatzhalter 27">
            <a:extLst>
              <a:ext uri="{FF2B5EF4-FFF2-40B4-BE49-F238E27FC236}">
                <a16:creationId xmlns:a16="http://schemas.microsoft.com/office/drawing/2014/main" id="{3F0A58D0-C03A-4E00-9478-99DDF7BCEBFD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969191" y="2354172"/>
            <a:ext cx="2289234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solidFill>
                  <a:schemeClr val="tx1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zh-TW" altLang="de-DE" noProof="0"/>
              <a:t>添加演讲者</a:t>
            </a:r>
            <a:endParaRPr lang="zh-TW" altLang="de-DE" noProof="0" dirty="0"/>
          </a:p>
        </p:txBody>
      </p:sp>
      <p:sp>
        <p:nvSpPr>
          <p:cNvPr id="51" name="Textplatzhalter 27">
            <a:extLst>
              <a:ext uri="{FF2B5EF4-FFF2-40B4-BE49-F238E27FC236}">
                <a16:creationId xmlns:a16="http://schemas.microsoft.com/office/drawing/2014/main" id="{1BDCE48B-10A1-4245-A9EB-59CC9374FB90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0509624" y="2354172"/>
            <a:ext cx="1166403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solidFill>
                  <a:schemeClr val="tx1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en-US" noProof="0" dirty="0"/>
              <a:t>XX:XX – XX:XX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A5E1D43-E95F-49C7-80A1-14B3494D3666}"/>
              </a:ext>
            </a:extLst>
          </p:cNvPr>
          <p:cNvSpPr>
            <a:spLocks noGrp="1"/>
          </p:cNvSpPr>
          <p:nvPr>
            <p:ph type="ftr" sz="quarter" idx="60"/>
          </p:nvPr>
        </p:nvSpPr>
        <p:spPr/>
        <p:txBody>
          <a:bodyPr/>
          <a:lstStyle/>
          <a:p>
            <a:r>
              <a:rPr lang="zh-TW" altLang="de-DE"/>
              <a:t>蔡司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9314DC2-44A7-4CEC-BE94-981E0BEB2FC2}"/>
              </a:ext>
            </a:extLst>
          </p:cNvPr>
          <p:cNvSpPr>
            <a:spLocks noGrp="1"/>
          </p:cNvSpPr>
          <p:nvPr>
            <p:ph type="sldNum" sz="quarter" idx="61"/>
          </p:nvPr>
        </p:nvSpPr>
        <p:spPr/>
        <p:txBody>
          <a:bodyPr/>
          <a:lstStyle/>
          <a:p>
            <a:fld id="{C6A4AD45-2621-4550-9DC5-4911F1B5FA4D}" type="slidenum">
              <a:rPr lang="de-DE" smtClean="0">
                <a:latin typeface="Microsoft YaHei" panose="020B0503020204020204" pitchFamily="34" charset="-122"/>
              </a:rPr>
              <a:pPr/>
              <a:t>‹#›</a:t>
            </a:fld>
            <a:endParaRPr lang="de-DE" dirty="0"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439993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段落分页-对外 | 带有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Bildplatzhalter 86">
            <a:extLst>
              <a:ext uri="{FF2B5EF4-FFF2-40B4-BE49-F238E27FC236}">
                <a16:creationId xmlns:a16="http://schemas.microsoft.com/office/drawing/2014/main" id="{FB389B10-F29E-47A3-8BD0-A0132B3B5CEB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0" y="3429000"/>
            <a:ext cx="12191985" cy="3429000"/>
          </a:xfrm>
          <a:prstGeom prst="rect">
            <a:avLst/>
          </a:pr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 dirty="0"/>
              <a:t> 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5D536C54-AD88-4971-B5AC-E8FD5A475273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18319" y="2681949"/>
            <a:ext cx="9670705" cy="349519"/>
          </a:xfrm>
        </p:spPr>
        <p:txBody>
          <a:bodyPr wrap="square">
            <a:spAutoFit/>
          </a:bodyPr>
          <a:lstStyle>
            <a:lvl1pPr>
              <a:lnSpc>
                <a:spcPct val="120000"/>
              </a:lnSpc>
              <a:spcAft>
                <a:spcPts val="0"/>
              </a:spcAft>
              <a:defRPr sz="2000">
                <a:solidFill>
                  <a:srgbClr val="0F2DB3"/>
                </a:solidFill>
                <a:latin typeface="Microsoft YaHei" panose="020B0503020204020204" pitchFamily="34" charset="-122"/>
                <a:cs typeface="ZEISS Frutiger Next W1G Lt"/>
              </a:defRPr>
            </a:lvl1pPr>
          </a:lstStyle>
          <a:p>
            <a:pPr lvl="0"/>
            <a:r>
              <a:rPr lang="zh-CN" altLang="en-US" dirty="0"/>
              <a:t>编辑主文本格式</a:t>
            </a:r>
          </a:p>
        </p:txBody>
      </p:sp>
      <p:sp>
        <p:nvSpPr>
          <p:cNvPr id="88" name="Titel 1">
            <a:extLst>
              <a:ext uri="{FF2B5EF4-FFF2-40B4-BE49-F238E27FC236}">
                <a16:creationId xmlns:a16="http://schemas.microsoft.com/office/drawing/2014/main" id="{6E836B88-8EA3-4A7F-B203-70EF11B1F6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319" y="1052513"/>
            <a:ext cx="9670705" cy="1370806"/>
          </a:xfrm>
        </p:spPr>
        <p:txBody>
          <a:bodyPr wrap="square" anchor="b" anchorCtr="0">
            <a:noAutofit/>
          </a:bodyPr>
          <a:lstStyle>
            <a:lvl1pPr>
              <a:lnSpc>
                <a:spcPts val="5000"/>
              </a:lnSpc>
              <a:defRPr sz="4500" b="1">
                <a:latin typeface="Microsoft YaHei" panose="020B0503020204020204" pitchFamily="34" charset="-122"/>
                <a:cs typeface="ZEISS Frutiger Next W1G Lt"/>
              </a:defRPr>
            </a:lvl1pPr>
          </a:lstStyle>
          <a:p>
            <a:r>
              <a:rPr lang="zh-CN" altLang="en-US" dirty="0"/>
              <a:t>编辑主封面格式</a:t>
            </a:r>
            <a:endParaRPr lang="de-DE" dirty="0"/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ADC8E492-0A5E-D9DD-E2E0-FE21E426AF89}"/>
              </a:ext>
            </a:extLst>
          </p:cNvPr>
          <p:cNvGrpSpPr/>
          <p:nvPr/>
        </p:nvGrpSpPr>
        <p:grpSpPr>
          <a:xfrm>
            <a:off x="307324" y="-697715"/>
            <a:ext cx="11367557" cy="411958"/>
            <a:chOff x="307324" y="6944501"/>
            <a:chExt cx="11367557" cy="411958"/>
          </a:xfrm>
        </p:grpSpPr>
        <p:grpSp>
          <p:nvGrpSpPr>
            <p:cNvPr id="3" name="Gruppieren 2">
              <a:extLst>
                <a:ext uri="{FF2B5EF4-FFF2-40B4-BE49-F238E27FC236}">
                  <a16:creationId xmlns:a16="http://schemas.microsoft.com/office/drawing/2014/main" id="{E4E71D04-BA8D-4BBD-4D6A-B4DA283CC901}"/>
                </a:ext>
              </a:extLst>
            </p:cNvPr>
            <p:cNvGrpSpPr/>
            <p:nvPr/>
          </p:nvGrpSpPr>
          <p:grpSpPr>
            <a:xfrm rot="16200000">
              <a:off x="205653" y="7046174"/>
              <a:ext cx="411956" cy="208614"/>
              <a:chOff x="-615197" y="4303061"/>
              <a:chExt cx="411956" cy="208614"/>
            </a:xfrm>
          </p:grpSpPr>
          <p:cxnSp>
            <p:nvCxnSpPr>
              <p:cNvPr id="15" name="Gerader Verbinder 14">
                <a:extLst>
                  <a:ext uri="{FF2B5EF4-FFF2-40B4-BE49-F238E27FC236}">
                    <a16:creationId xmlns:a16="http://schemas.microsoft.com/office/drawing/2014/main" id="{C2BA127C-573B-4464-9134-52FE9C9CD8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5FE6ACC7-CC1B-6B1E-050F-5260C9FC2DAD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15.50</a:t>
                </a:r>
              </a:p>
            </p:txBody>
          </p:sp>
        </p:grpSp>
        <p:grpSp>
          <p:nvGrpSpPr>
            <p:cNvPr id="4" name="Gruppieren 3">
              <a:extLst>
                <a:ext uri="{FF2B5EF4-FFF2-40B4-BE49-F238E27FC236}">
                  <a16:creationId xmlns:a16="http://schemas.microsoft.com/office/drawing/2014/main" id="{974E875C-655E-9757-AB40-58E808CD08D2}"/>
                </a:ext>
              </a:extLst>
            </p:cNvPr>
            <p:cNvGrpSpPr/>
            <p:nvPr/>
          </p:nvGrpSpPr>
          <p:grpSpPr>
            <a:xfrm rot="16200000">
              <a:off x="5641253" y="7046174"/>
              <a:ext cx="411956" cy="208614"/>
              <a:chOff x="-615197" y="4303061"/>
              <a:chExt cx="411956" cy="208614"/>
            </a:xfrm>
          </p:grpSpPr>
          <p:cxnSp>
            <p:nvCxnSpPr>
              <p:cNvPr id="13" name="Gerader Verbinder 12">
                <a:extLst>
                  <a:ext uri="{FF2B5EF4-FFF2-40B4-BE49-F238E27FC236}">
                    <a16:creationId xmlns:a16="http://schemas.microsoft.com/office/drawing/2014/main" id="{03BBC443-8CCE-48ED-4628-8D1BDC48D6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F8E0E999-9C42-229C-9CAF-542F190DE155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00.40</a:t>
                </a:r>
              </a:p>
            </p:txBody>
          </p:sp>
        </p:grpSp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661636DA-4519-6E81-3B9D-99C5B442C028}"/>
                </a:ext>
              </a:extLst>
            </p:cNvPr>
            <p:cNvGrpSpPr/>
            <p:nvPr/>
          </p:nvGrpSpPr>
          <p:grpSpPr>
            <a:xfrm rot="5400000">
              <a:off x="6093326" y="7050196"/>
              <a:ext cx="411957" cy="200568"/>
              <a:chOff x="-615198" y="4354167"/>
              <a:chExt cx="411957" cy="200568"/>
            </a:xfrm>
          </p:grpSpPr>
          <p:cxnSp>
            <p:nvCxnSpPr>
              <p:cNvPr id="11" name="Gerader Verbinder 10">
                <a:extLst>
                  <a:ext uri="{FF2B5EF4-FFF2-40B4-BE49-F238E27FC236}">
                    <a16:creationId xmlns:a16="http://schemas.microsoft.com/office/drawing/2014/main" id="{F96291D7-0A3B-F9CE-207C-224588F0EE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5692DB0E-156C-A4B1-CF2F-F1E018494790}"/>
                  </a:ext>
                </a:extLst>
              </p:cNvPr>
              <p:cNvSpPr txBox="1"/>
              <p:nvPr/>
            </p:nvSpPr>
            <p:spPr>
              <a:xfrm rot="10800000">
                <a:off x="-615198" y="4354167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00.40</a:t>
                </a:r>
              </a:p>
            </p:txBody>
          </p:sp>
        </p:grpSp>
        <p:cxnSp>
          <p:nvCxnSpPr>
            <p:cNvPr id="6" name="Gerader Verbinder 5">
              <a:extLst>
                <a:ext uri="{FF2B5EF4-FFF2-40B4-BE49-F238E27FC236}">
                  <a16:creationId xmlns:a16="http://schemas.microsoft.com/office/drawing/2014/main" id="{0F45B500-0BDE-414E-3010-7E918A7D140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890022" y="7150480"/>
              <a:ext cx="411956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Gruppieren 6">
              <a:extLst>
                <a:ext uri="{FF2B5EF4-FFF2-40B4-BE49-F238E27FC236}">
                  <a16:creationId xmlns:a16="http://schemas.microsoft.com/office/drawing/2014/main" id="{39F68A74-6D76-4EEC-AC4E-6D38AA273418}"/>
                </a:ext>
              </a:extLst>
            </p:cNvPr>
            <p:cNvGrpSpPr/>
            <p:nvPr/>
          </p:nvGrpSpPr>
          <p:grpSpPr>
            <a:xfrm rot="16200000">
              <a:off x="11364596" y="7046174"/>
              <a:ext cx="411956" cy="208614"/>
              <a:chOff x="-615197" y="4303061"/>
              <a:chExt cx="411956" cy="208614"/>
            </a:xfrm>
          </p:grpSpPr>
          <p:cxnSp>
            <p:nvCxnSpPr>
              <p:cNvPr id="9" name="Gerader Verbinder 8">
                <a:extLst>
                  <a:ext uri="{FF2B5EF4-FFF2-40B4-BE49-F238E27FC236}">
                    <a16:creationId xmlns:a16="http://schemas.microsoft.com/office/drawing/2014/main" id="{9AE9730E-BA87-87DE-E03F-CCA52C71A6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F7F3456B-B0F2-FFC6-48BA-7C2E2DE49357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15.50</a:t>
                </a:r>
              </a:p>
            </p:txBody>
          </p:sp>
        </p:grp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ECB2B32C-D826-A577-D4DA-BD82B23F5B7D}"/>
              </a:ext>
            </a:extLst>
          </p:cNvPr>
          <p:cNvGrpSpPr/>
          <p:nvPr/>
        </p:nvGrpSpPr>
        <p:grpSpPr>
          <a:xfrm>
            <a:off x="-697714" y="80201"/>
            <a:ext cx="411956" cy="6713707"/>
            <a:chOff x="-502267" y="80201"/>
            <a:chExt cx="411956" cy="6713707"/>
          </a:xfrm>
        </p:grpSpPr>
        <p:grpSp>
          <p:nvGrpSpPr>
            <p:cNvPr id="18" name="Gruppieren 17">
              <a:extLst>
                <a:ext uri="{FF2B5EF4-FFF2-40B4-BE49-F238E27FC236}">
                  <a16:creationId xmlns:a16="http://schemas.microsoft.com/office/drawing/2014/main" id="{331C8505-D19F-9103-BF50-58E252B29304}"/>
                </a:ext>
              </a:extLst>
            </p:cNvPr>
            <p:cNvGrpSpPr/>
            <p:nvPr/>
          </p:nvGrpSpPr>
          <p:grpSpPr>
            <a:xfrm>
              <a:off x="-502267" y="6593340"/>
              <a:ext cx="411956" cy="200568"/>
              <a:chOff x="-615197" y="4452994"/>
              <a:chExt cx="411956" cy="200568"/>
            </a:xfrm>
          </p:grpSpPr>
          <p:sp>
            <p:nvSpPr>
              <p:cNvPr id="34" name="Textfeld 33">
                <a:extLst>
                  <a:ext uri="{FF2B5EF4-FFF2-40B4-BE49-F238E27FC236}">
                    <a16:creationId xmlns:a16="http://schemas.microsoft.com/office/drawing/2014/main" id="{458AA9B6-55BB-75FD-DBF6-40E48CEDD626}"/>
                  </a:ext>
                </a:extLst>
              </p:cNvPr>
              <p:cNvSpPr txBox="1"/>
              <p:nvPr/>
            </p:nvSpPr>
            <p:spPr>
              <a:xfrm>
                <a:off x="-615197" y="4452994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08.92</a:t>
                </a:r>
              </a:p>
            </p:txBody>
          </p:sp>
          <p:cxnSp>
            <p:nvCxnSpPr>
              <p:cNvPr id="35" name="Gerader Verbinder 34">
                <a:extLst>
                  <a:ext uri="{FF2B5EF4-FFF2-40B4-BE49-F238E27FC236}">
                    <a16:creationId xmlns:a16="http://schemas.microsoft.com/office/drawing/2014/main" id="{930ECE97-E551-2D70-B2F3-F7CF5EDF56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497389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uppieren 18">
              <a:extLst>
                <a:ext uri="{FF2B5EF4-FFF2-40B4-BE49-F238E27FC236}">
                  <a16:creationId xmlns:a16="http://schemas.microsoft.com/office/drawing/2014/main" id="{E18D82C7-1044-8340-3B8C-56F04D78E155}"/>
                </a:ext>
              </a:extLst>
            </p:cNvPr>
            <p:cNvGrpSpPr/>
            <p:nvPr/>
          </p:nvGrpSpPr>
          <p:grpSpPr>
            <a:xfrm>
              <a:off x="-502267" y="5876163"/>
              <a:ext cx="411956" cy="216662"/>
              <a:chOff x="-615197" y="4295013"/>
              <a:chExt cx="411956" cy="216662"/>
            </a:xfrm>
          </p:grpSpPr>
          <p:cxnSp>
            <p:nvCxnSpPr>
              <p:cNvPr id="32" name="Gerader Verbinder 31">
                <a:extLst>
                  <a:ext uri="{FF2B5EF4-FFF2-40B4-BE49-F238E27FC236}">
                    <a16:creationId xmlns:a16="http://schemas.microsoft.com/office/drawing/2014/main" id="{3CA18DC8-3456-AEF5-F621-40A329A170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Textfeld 32">
                <a:extLst>
                  <a:ext uri="{FF2B5EF4-FFF2-40B4-BE49-F238E27FC236}">
                    <a16:creationId xmlns:a16="http://schemas.microsoft.com/office/drawing/2014/main" id="{DDC01A7D-EA37-976C-5AA0-A030E1A1A497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07.40</a:t>
                </a:r>
              </a:p>
            </p:txBody>
          </p:sp>
        </p:grpSp>
        <p:grpSp>
          <p:nvGrpSpPr>
            <p:cNvPr id="20" name="Gruppieren 19">
              <a:extLst>
                <a:ext uri="{FF2B5EF4-FFF2-40B4-BE49-F238E27FC236}">
                  <a16:creationId xmlns:a16="http://schemas.microsoft.com/office/drawing/2014/main" id="{2DFBD4B6-508F-F185-81CB-73F34E893A5F}"/>
                </a:ext>
              </a:extLst>
            </p:cNvPr>
            <p:cNvGrpSpPr/>
            <p:nvPr/>
          </p:nvGrpSpPr>
          <p:grpSpPr>
            <a:xfrm>
              <a:off x="-502267" y="3212338"/>
              <a:ext cx="411956" cy="216662"/>
              <a:chOff x="-615197" y="4295013"/>
              <a:chExt cx="411956" cy="216662"/>
            </a:xfrm>
          </p:grpSpPr>
          <p:cxnSp>
            <p:nvCxnSpPr>
              <p:cNvPr id="30" name="Gerader Verbinder 29">
                <a:extLst>
                  <a:ext uri="{FF2B5EF4-FFF2-40B4-BE49-F238E27FC236}">
                    <a16:creationId xmlns:a16="http://schemas.microsoft.com/office/drawing/2014/main" id="{55C75467-49A8-40D0-A1BA-CB0F5DE7FE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D90F0DBE-16F9-00E4-232D-3F4C7B282A1C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00.00</a:t>
                </a:r>
              </a:p>
            </p:txBody>
          </p:sp>
        </p:grpSp>
        <p:grpSp>
          <p:nvGrpSpPr>
            <p:cNvPr id="21" name="Gruppieren 20">
              <a:extLst>
                <a:ext uri="{FF2B5EF4-FFF2-40B4-BE49-F238E27FC236}">
                  <a16:creationId xmlns:a16="http://schemas.microsoft.com/office/drawing/2014/main" id="{8711F1B3-7C3E-A3CA-B23A-FE18DB6C7883}"/>
                </a:ext>
              </a:extLst>
            </p:cNvPr>
            <p:cNvGrpSpPr/>
            <p:nvPr/>
          </p:nvGrpSpPr>
          <p:grpSpPr>
            <a:xfrm>
              <a:off x="-502267" y="835851"/>
              <a:ext cx="411956" cy="216662"/>
              <a:chOff x="-615197" y="4295013"/>
              <a:chExt cx="411956" cy="216662"/>
            </a:xfrm>
          </p:grpSpPr>
          <p:cxnSp>
            <p:nvCxnSpPr>
              <p:cNvPr id="28" name="Gerader Verbinder 27">
                <a:extLst>
                  <a:ext uri="{FF2B5EF4-FFF2-40B4-BE49-F238E27FC236}">
                    <a16:creationId xmlns:a16="http://schemas.microsoft.com/office/drawing/2014/main" id="{60787D98-D13B-3ED4-22F1-9AB179D41A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97C1D7AE-1B7A-3090-F79B-CBAD5FB6E08A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06.60</a:t>
                </a:r>
              </a:p>
            </p:txBody>
          </p:sp>
        </p:grpSp>
        <p:grpSp>
          <p:nvGrpSpPr>
            <p:cNvPr id="22" name="Gruppieren 21">
              <a:extLst>
                <a:ext uri="{FF2B5EF4-FFF2-40B4-BE49-F238E27FC236}">
                  <a16:creationId xmlns:a16="http://schemas.microsoft.com/office/drawing/2014/main" id="{9AA9C03C-A03D-10AD-F242-131D8A588F23}"/>
                </a:ext>
              </a:extLst>
            </p:cNvPr>
            <p:cNvGrpSpPr/>
            <p:nvPr/>
          </p:nvGrpSpPr>
          <p:grpSpPr>
            <a:xfrm>
              <a:off x="-502267" y="1412113"/>
              <a:ext cx="411956" cy="216662"/>
              <a:chOff x="-615197" y="4295013"/>
              <a:chExt cx="411956" cy="216662"/>
            </a:xfrm>
          </p:grpSpPr>
          <p:cxnSp>
            <p:nvCxnSpPr>
              <p:cNvPr id="26" name="Gerader Verbinder 25">
                <a:extLst>
                  <a:ext uri="{FF2B5EF4-FFF2-40B4-BE49-F238E27FC236}">
                    <a16:creationId xmlns:a16="http://schemas.microsoft.com/office/drawing/2014/main" id="{05C8703F-582C-A812-C540-5A281F93CC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Textfeld 26">
                <a:extLst>
                  <a:ext uri="{FF2B5EF4-FFF2-40B4-BE49-F238E27FC236}">
                    <a16:creationId xmlns:a16="http://schemas.microsoft.com/office/drawing/2014/main" id="{E00C6F88-AE62-E017-609B-07969DBE20DC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05.00</a:t>
                </a:r>
              </a:p>
            </p:txBody>
          </p:sp>
        </p:grpSp>
        <p:grpSp>
          <p:nvGrpSpPr>
            <p:cNvPr id="23" name="Gruppieren 22">
              <a:extLst>
                <a:ext uri="{FF2B5EF4-FFF2-40B4-BE49-F238E27FC236}">
                  <a16:creationId xmlns:a16="http://schemas.microsoft.com/office/drawing/2014/main" id="{71929258-C09F-5FEF-C51A-D5E5D65583D7}"/>
                </a:ext>
              </a:extLst>
            </p:cNvPr>
            <p:cNvGrpSpPr/>
            <p:nvPr/>
          </p:nvGrpSpPr>
          <p:grpSpPr>
            <a:xfrm>
              <a:off x="-502267" y="80201"/>
              <a:ext cx="411956" cy="216662"/>
              <a:chOff x="-615197" y="4258501"/>
              <a:chExt cx="411956" cy="216662"/>
            </a:xfrm>
          </p:grpSpPr>
          <p:cxnSp>
            <p:nvCxnSpPr>
              <p:cNvPr id="24" name="Gerader Verbinder 23">
                <a:extLst>
                  <a:ext uri="{FF2B5EF4-FFF2-40B4-BE49-F238E27FC236}">
                    <a16:creationId xmlns:a16="http://schemas.microsoft.com/office/drawing/2014/main" id="{41BDC1BF-643D-F5D3-4CE1-C644817868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475163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B43E23BF-E899-DFF8-7B0B-7ACDCA16ED5F}"/>
                  </a:ext>
                </a:extLst>
              </p:cNvPr>
              <p:cNvSpPr txBox="1"/>
              <p:nvPr/>
            </p:nvSpPr>
            <p:spPr>
              <a:xfrm>
                <a:off x="-615197" y="425850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08.70</a:t>
                </a:r>
              </a:p>
            </p:txBody>
          </p:sp>
        </p:grpSp>
      </p:grpSp>
      <p:grpSp>
        <p:nvGrpSpPr>
          <p:cNvPr id="37" name="Gruppieren 36">
            <a:extLst>
              <a:ext uri="{FF2B5EF4-FFF2-40B4-BE49-F238E27FC236}">
                <a16:creationId xmlns:a16="http://schemas.microsoft.com/office/drawing/2014/main" id="{1DC48E38-0338-539A-A4A0-3F6DE32701CF}"/>
              </a:ext>
            </a:extLst>
          </p:cNvPr>
          <p:cNvGrpSpPr/>
          <p:nvPr/>
        </p:nvGrpSpPr>
        <p:grpSpPr>
          <a:xfrm>
            <a:off x="11170442" y="299244"/>
            <a:ext cx="505400" cy="505400"/>
            <a:chOff x="5423248" y="2756248"/>
            <a:chExt cx="1349978" cy="1349978"/>
          </a:xfrm>
        </p:grpSpPr>
        <p:sp>
          <p:nvSpPr>
            <p:cNvPr id="38" name="Freihandform: Form 37">
              <a:extLst>
                <a:ext uri="{FF2B5EF4-FFF2-40B4-BE49-F238E27FC236}">
                  <a16:creationId xmlns:a16="http://schemas.microsoft.com/office/drawing/2014/main" id="{E649909A-0965-D9F5-CE26-77C4132BC337}"/>
                </a:ext>
              </a:extLst>
            </p:cNvPr>
            <p:cNvSpPr/>
            <p:nvPr/>
          </p:nvSpPr>
          <p:spPr>
            <a:xfrm>
              <a:off x="5423248" y="2756248"/>
              <a:ext cx="1349978" cy="1349978"/>
            </a:xfrm>
            <a:custGeom>
              <a:avLst/>
              <a:gdLst>
                <a:gd name="connsiteX0" fmla="*/ 1349788 w 1349978"/>
                <a:gd name="connsiteY0" fmla="*/ 1349978 h 1349978"/>
                <a:gd name="connsiteX1" fmla="*/ 675037 w 1349978"/>
                <a:gd name="connsiteY1" fmla="*/ 1205389 h 1349978"/>
                <a:gd name="connsiteX2" fmla="*/ 0 w 1349978"/>
                <a:gd name="connsiteY2" fmla="*/ 1349978 h 1349978"/>
                <a:gd name="connsiteX3" fmla="*/ 0 w 1349978"/>
                <a:gd name="connsiteY3" fmla="*/ 0 h 1349978"/>
                <a:gd name="connsiteX4" fmla="*/ 1349978 w 1349978"/>
                <a:gd name="connsiteY4" fmla="*/ 0 h 1349978"/>
                <a:gd name="connsiteX5" fmla="*/ 1349788 w 1349978"/>
                <a:gd name="connsiteY5" fmla="*/ 1349978 h 1349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9978" h="1349978">
                  <a:moveTo>
                    <a:pt x="1349788" y="1349978"/>
                  </a:moveTo>
                  <a:cubicBezTo>
                    <a:pt x="1143953" y="1257110"/>
                    <a:pt x="915543" y="1205389"/>
                    <a:pt x="675037" y="1205389"/>
                  </a:cubicBezTo>
                  <a:cubicBezTo>
                    <a:pt x="434530" y="1205389"/>
                    <a:pt x="205835" y="1257110"/>
                    <a:pt x="0" y="1349978"/>
                  </a:cubicBezTo>
                  <a:lnTo>
                    <a:pt x="0" y="0"/>
                  </a:lnTo>
                  <a:lnTo>
                    <a:pt x="1349978" y="0"/>
                  </a:lnTo>
                  <a:lnTo>
                    <a:pt x="1349788" y="1349978"/>
                  </a:lnTo>
                  <a:close/>
                </a:path>
              </a:pathLst>
            </a:custGeom>
            <a:solidFill>
              <a:srgbClr val="0F2D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grpSp>
          <p:nvGrpSpPr>
            <p:cNvPr id="39" name="Grafik 31">
              <a:extLst>
                <a:ext uri="{FF2B5EF4-FFF2-40B4-BE49-F238E27FC236}">
                  <a16:creationId xmlns:a16="http://schemas.microsoft.com/office/drawing/2014/main" id="{381A14D8-062A-AFB2-DE90-0F7F3B3249BD}"/>
                </a:ext>
              </a:extLst>
            </p:cNvPr>
            <p:cNvGrpSpPr/>
            <p:nvPr/>
          </p:nvGrpSpPr>
          <p:grpSpPr>
            <a:xfrm>
              <a:off x="5474985" y="3134295"/>
              <a:ext cx="1244293" cy="294132"/>
              <a:chOff x="5474985" y="3134295"/>
              <a:chExt cx="1244293" cy="294132"/>
            </a:xfrm>
            <a:solidFill>
              <a:srgbClr val="FFFFFF"/>
            </a:solidFill>
          </p:grpSpPr>
          <p:sp>
            <p:nvSpPr>
              <p:cNvPr id="40" name="Freihandform: Form 39">
                <a:extLst>
                  <a:ext uri="{FF2B5EF4-FFF2-40B4-BE49-F238E27FC236}">
                    <a16:creationId xmlns:a16="http://schemas.microsoft.com/office/drawing/2014/main" id="{80D11917-791F-A8E3-C29C-B4756D45A94C}"/>
                  </a:ext>
                </a:extLst>
              </p:cNvPr>
              <p:cNvSpPr/>
              <p:nvPr/>
            </p:nvSpPr>
            <p:spPr>
              <a:xfrm>
                <a:off x="5474985" y="3134295"/>
                <a:ext cx="247353" cy="293941"/>
              </a:xfrm>
              <a:custGeom>
                <a:avLst/>
                <a:gdLst>
                  <a:gd name="connsiteX0" fmla="*/ 109998 w 247353"/>
                  <a:gd name="connsiteY0" fmla="*/ 30956 h 293941"/>
                  <a:gd name="connsiteX1" fmla="*/ 41418 w 247353"/>
                  <a:gd name="connsiteY1" fmla="*/ 95250 h 293941"/>
                  <a:gd name="connsiteX2" fmla="*/ 11129 w 247353"/>
                  <a:gd name="connsiteY2" fmla="*/ 95250 h 293941"/>
                  <a:gd name="connsiteX3" fmla="*/ 11129 w 247353"/>
                  <a:gd name="connsiteY3" fmla="*/ 0 h 293941"/>
                  <a:gd name="connsiteX4" fmla="*/ 247349 w 247353"/>
                  <a:gd name="connsiteY4" fmla="*/ 0 h 293941"/>
                  <a:gd name="connsiteX5" fmla="*/ 179340 w 247353"/>
                  <a:gd name="connsiteY5" fmla="*/ 151733 h 293941"/>
                  <a:gd name="connsiteX6" fmla="*/ 111141 w 247353"/>
                  <a:gd name="connsiteY6" fmla="*/ 262795 h 293941"/>
                  <a:gd name="connsiteX7" fmla="*/ 149432 w 247353"/>
                  <a:gd name="connsiteY7" fmla="*/ 262795 h 293941"/>
                  <a:gd name="connsiteX8" fmla="*/ 210011 w 247353"/>
                  <a:gd name="connsiteY8" fmla="*/ 198501 h 293941"/>
                  <a:gd name="connsiteX9" fmla="*/ 241634 w 247353"/>
                  <a:gd name="connsiteY9" fmla="*/ 198501 h 293941"/>
                  <a:gd name="connsiteX10" fmla="*/ 241634 w 247353"/>
                  <a:gd name="connsiteY10" fmla="*/ 293942 h 293941"/>
                  <a:gd name="connsiteX11" fmla="*/ 270 w 247353"/>
                  <a:gd name="connsiteY11" fmla="*/ 293942 h 293941"/>
                  <a:gd name="connsiteX12" fmla="*/ 75137 w 247353"/>
                  <a:gd name="connsiteY12" fmla="*/ 133731 h 293941"/>
                  <a:gd name="connsiteX13" fmla="*/ 138573 w 247353"/>
                  <a:gd name="connsiteY13" fmla="*/ 30671 h 293941"/>
                  <a:gd name="connsiteX14" fmla="*/ 109998 w 247353"/>
                  <a:gd name="connsiteY14" fmla="*/ 30861 h 293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47353" h="293941">
                    <a:moveTo>
                      <a:pt x="109998" y="30956"/>
                    </a:moveTo>
                    <a:cubicBezTo>
                      <a:pt x="46562" y="30956"/>
                      <a:pt x="41418" y="95250"/>
                      <a:pt x="41418" y="95250"/>
                    </a:cubicBezTo>
                    <a:lnTo>
                      <a:pt x="11129" y="95250"/>
                    </a:lnTo>
                    <a:lnTo>
                      <a:pt x="11129" y="0"/>
                    </a:lnTo>
                    <a:lnTo>
                      <a:pt x="247349" y="0"/>
                    </a:lnTo>
                    <a:cubicBezTo>
                      <a:pt x="247349" y="0"/>
                      <a:pt x="249254" y="73628"/>
                      <a:pt x="179340" y="151733"/>
                    </a:cubicBezTo>
                    <a:cubicBezTo>
                      <a:pt x="179340" y="151733"/>
                      <a:pt x="112856" y="228981"/>
                      <a:pt x="111141" y="262795"/>
                    </a:cubicBezTo>
                    <a:lnTo>
                      <a:pt x="149432" y="262795"/>
                    </a:lnTo>
                    <a:cubicBezTo>
                      <a:pt x="204391" y="262795"/>
                      <a:pt x="210011" y="198501"/>
                      <a:pt x="210011" y="198501"/>
                    </a:cubicBezTo>
                    <a:lnTo>
                      <a:pt x="241634" y="198501"/>
                    </a:lnTo>
                    <a:lnTo>
                      <a:pt x="241634" y="293942"/>
                    </a:lnTo>
                    <a:lnTo>
                      <a:pt x="270" y="293942"/>
                    </a:lnTo>
                    <a:cubicBezTo>
                      <a:pt x="270" y="293942"/>
                      <a:pt x="-8588" y="221647"/>
                      <a:pt x="75137" y="133731"/>
                    </a:cubicBezTo>
                    <a:cubicBezTo>
                      <a:pt x="75137" y="133731"/>
                      <a:pt x="126667" y="76200"/>
                      <a:pt x="138573" y="30671"/>
                    </a:cubicBezTo>
                    <a:lnTo>
                      <a:pt x="109998" y="3086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1" name="Freihandform: Form 40">
                <a:extLst>
                  <a:ext uri="{FF2B5EF4-FFF2-40B4-BE49-F238E27FC236}">
                    <a16:creationId xmlns:a16="http://schemas.microsoft.com/office/drawing/2014/main" id="{77EB7AF4-E001-92A2-8701-F0525BE93273}"/>
                  </a:ext>
                </a:extLst>
              </p:cNvPr>
              <p:cNvSpPr/>
              <p:nvPr/>
            </p:nvSpPr>
            <p:spPr>
              <a:xfrm>
                <a:off x="6030181" y="3134295"/>
                <a:ext cx="156495" cy="293750"/>
              </a:xfrm>
              <a:custGeom>
                <a:avLst/>
                <a:gdLst>
                  <a:gd name="connsiteX0" fmla="*/ 156496 w 156495"/>
                  <a:gd name="connsiteY0" fmla="*/ 293751 h 293750"/>
                  <a:gd name="connsiteX1" fmla="*/ 156496 w 156495"/>
                  <a:gd name="connsiteY1" fmla="*/ 262604 h 293750"/>
                  <a:gd name="connsiteX2" fmla="*/ 149352 w 156495"/>
                  <a:gd name="connsiteY2" fmla="*/ 262604 h 293750"/>
                  <a:gd name="connsiteX3" fmla="*/ 125730 w 156495"/>
                  <a:gd name="connsiteY3" fmla="*/ 238982 h 293750"/>
                  <a:gd name="connsiteX4" fmla="*/ 125730 w 156495"/>
                  <a:gd name="connsiteY4" fmla="*/ 54769 h 293750"/>
                  <a:gd name="connsiteX5" fmla="*/ 149352 w 156495"/>
                  <a:gd name="connsiteY5" fmla="*/ 31147 h 293750"/>
                  <a:gd name="connsiteX6" fmla="*/ 156496 w 156495"/>
                  <a:gd name="connsiteY6" fmla="*/ 31147 h 293750"/>
                  <a:gd name="connsiteX7" fmla="*/ 156496 w 156495"/>
                  <a:gd name="connsiteY7" fmla="*/ 0 h 293750"/>
                  <a:gd name="connsiteX8" fmla="*/ 0 w 156495"/>
                  <a:gd name="connsiteY8" fmla="*/ 0 h 293750"/>
                  <a:gd name="connsiteX9" fmla="*/ 0 w 156495"/>
                  <a:gd name="connsiteY9" fmla="*/ 31147 h 293750"/>
                  <a:gd name="connsiteX10" fmla="*/ 7144 w 156495"/>
                  <a:gd name="connsiteY10" fmla="*/ 31147 h 293750"/>
                  <a:gd name="connsiteX11" fmla="*/ 30956 w 156495"/>
                  <a:gd name="connsiteY11" fmla="*/ 54769 h 293750"/>
                  <a:gd name="connsiteX12" fmla="*/ 30956 w 156495"/>
                  <a:gd name="connsiteY12" fmla="*/ 238982 h 293750"/>
                  <a:gd name="connsiteX13" fmla="*/ 7144 w 156495"/>
                  <a:gd name="connsiteY13" fmla="*/ 262604 h 293750"/>
                  <a:gd name="connsiteX14" fmla="*/ 0 w 156495"/>
                  <a:gd name="connsiteY14" fmla="*/ 262604 h 293750"/>
                  <a:gd name="connsiteX15" fmla="*/ 0 w 156495"/>
                  <a:gd name="connsiteY15" fmla="*/ 293751 h 293750"/>
                  <a:gd name="connsiteX16" fmla="*/ 156496 w 156495"/>
                  <a:gd name="connsiteY16" fmla="*/ 293751 h 293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56495" h="293750">
                    <a:moveTo>
                      <a:pt x="156496" y="293751"/>
                    </a:moveTo>
                    <a:lnTo>
                      <a:pt x="156496" y="262604"/>
                    </a:lnTo>
                    <a:lnTo>
                      <a:pt x="149352" y="262604"/>
                    </a:lnTo>
                    <a:cubicBezTo>
                      <a:pt x="136398" y="262604"/>
                      <a:pt x="125730" y="251936"/>
                      <a:pt x="125730" y="238982"/>
                    </a:cubicBezTo>
                    <a:lnTo>
                      <a:pt x="125730" y="54769"/>
                    </a:lnTo>
                    <a:cubicBezTo>
                      <a:pt x="125730" y="41815"/>
                      <a:pt x="136303" y="31147"/>
                      <a:pt x="149352" y="31147"/>
                    </a:cubicBezTo>
                    <a:lnTo>
                      <a:pt x="156496" y="31147"/>
                    </a:lnTo>
                    <a:lnTo>
                      <a:pt x="156496" y="0"/>
                    </a:lnTo>
                    <a:lnTo>
                      <a:pt x="0" y="0"/>
                    </a:lnTo>
                    <a:lnTo>
                      <a:pt x="0" y="31147"/>
                    </a:lnTo>
                    <a:lnTo>
                      <a:pt x="7144" y="31147"/>
                    </a:lnTo>
                    <a:cubicBezTo>
                      <a:pt x="20383" y="31147"/>
                      <a:pt x="30956" y="41720"/>
                      <a:pt x="30956" y="54769"/>
                    </a:cubicBezTo>
                    <a:lnTo>
                      <a:pt x="30956" y="238982"/>
                    </a:lnTo>
                    <a:cubicBezTo>
                      <a:pt x="30956" y="251936"/>
                      <a:pt x="20383" y="262604"/>
                      <a:pt x="7144" y="262604"/>
                    </a:cubicBezTo>
                    <a:lnTo>
                      <a:pt x="0" y="262604"/>
                    </a:lnTo>
                    <a:lnTo>
                      <a:pt x="0" y="293751"/>
                    </a:lnTo>
                    <a:lnTo>
                      <a:pt x="156496" y="29375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2" name="Freihandform: Form 41">
                <a:extLst>
                  <a:ext uri="{FF2B5EF4-FFF2-40B4-BE49-F238E27FC236}">
                    <a16:creationId xmlns:a16="http://schemas.microsoft.com/office/drawing/2014/main" id="{65DD0320-6025-58D9-1393-D10C85D424D8}"/>
                  </a:ext>
                </a:extLst>
              </p:cNvPr>
              <p:cNvSpPr/>
              <p:nvPr/>
            </p:nvSpPr>
            <p:spPr>
              <a:xfrm>
                <a:off x="5748718" y="3134295"/>
                <a:ext cx="248983" cy="294132"/>
              </a:xfrm>
              <a:custGeom>
                <a:avLst/>
                <a:gdLst>
                  <a:gd name="connsiteX0" fmla="*/ 248983 w 248983"/>
                  <a:gd name="connsiteY0" fmla="*/ 294037 h 294132"/>
                  <a:gd name="connsiteX1" fmla="*/ 248983 w 248983"/>
                  <a:gd name="connsiteY1" fmla="*/ 198596 h 294132"/>
                  <a:gd name="connsiteX2" fmla="*/ 217361 w 248983"/>
                  <a:gd name="connsiteY2" fmla="*/ 198596 h 294132"/>
                  <a:gd name="connsiteX3" fmla="*/ 156496 w 248983"/>
                  <a:gd name="connsiteY3" fmla="*/ 262890 h 294132"/>
                  <a:gd name="connsiteX4" fmla="*/ 124873 w 248983"/>
                  <a:gd name="connsiteY4" fmla="*/ 262890 h 294132"/>
                  <a:gd name="connsiteX5" fmla="*/ 124873 w 248983"/>
                  <a:gd name="connsiteY5" fmla="*/ 162687 h 294132"/>
                  <a:gd name="connsiteX6" fmla="*/ 136112 w 248983"/>
                  <a:gd name="connsiteY6" fmla="*/ 162687 h 294132"/>
                  <a:gd name="connsiteX7" fmla="*/ 159925 w 248983"/>
                  <a:gd name="connsiteY7" fmla="*/ 186500 h 294132"/>
                  <a:gd name="connsiteX8" fmla="*/ 159925 w 248983"/>
                  <a:gd name="connsiteY8" fmla="*/ 198406 h 294132"/>
                  <a:gd name="connsiteX9" fmla="*/ 191071 w 248983"/>
                  <a:gd name="connsiteY9" fmla="*/ 198406 h 294132"/>
                  <a:gd name="connsiteX10" fmla="*/ 191071 w 248983"/>
                  <a:gd name="connsiteY10" fmla="*/ 95631 h 294132"/>
                  <a:gd name="connsiteX11" fmla="*/ 159925 w 248983"/>
                  <a:gd name="connsiteY11" fmla="*/ 95631 h 294132"/>
                  <a:gd name="connsiteX12" fmla="*/ 159925 w 248983"/>
                  <a:gd name="connsiteY12" fmla="*/ 107537 h 294132"/>
                  <a:gd name="connsiteX13" fmla="*/ 136112 w 248983"/>
                  <a:gd name="connsiteY13" fmla="*/ 131350 h 294132"/>
                  <a:gd name="connsiteX14" fmla="*/ 124873 w 248983"/>
                  <a:gd name="connsiteY14" fmla="*/ 131350 h 294132"/>
                  <a:gd name="connsiteX15" fmla="*/ 124873 w 248983"/>
                  <a:gd name="connsiteY15" fmla="*/ 31147 h 294132"/>
                  <a:gd name="connsiteX16" fmla="*/ 156496 w 248983"/>
                  <a:gd name="connsiteY16" fmla="*/ 31147 h 294132"/>
                  <a:gd name="connsiteX17" fmla="*/ 217361 w 248983"/>
                  <a:gd name="connsiteY17" fmla="*/ 95441 h 294132"/>
                  <a:gd name="connsiteX18" fmla="*/ 248983 w 248983"/>
                  <a:gd name="connsiteY18" fmla="*/ 95441 h 294132"/>
                  <a:gd name="connsiteX19" fmla="*/ 248983 w 248983"/>
                  <a:gd name="connsiteY19" fmla="*/ 0 h 294132"/>
                  <a:gd name="connsiteX20" fmla="*/ 0 w 248983"/>
                  <a:gd name="connsiteY20" fmla="*/ 0 h 294132"/>
                  <a:gd name="connsiteX21" fmla="*/ 0 w 248983"/>
                  <a:gd name="connsiteY21" fmla="*/ 31337 h 294132"/>
                  <a:gd name="connsiteX22" fmla="*/ 7144 w 248983"/>
                  <a:gd name="connsiteY22" fmla="*/ 31337 h 294132"/>
                  <a:gd name="connsiteX23" fmla="*/ 30766 w 248983"/>
                  <a:gd name="connsiteY23" fmla="*/ 54959 h 294132"/>
                  <a:gd name="connsiteX24" fmla="*/ 30766 w 248983"/>
                  <a:gd name="connsiteY24" fmla="*/ 239173 h 294132"/>
                  <a:gd name="connsiteX25" fmla="*/ 7144 w 248983"/>
                  <a:gd name="connsiteY25" fmla="*/ 262795 h 294132"/>
                  <a:gd name="connsiteX26" fmla="*/ 0 w 248983"/>
                  <a:gd name="connsiteY26" fmla="*/ 262795 h 294132"/>
                  <a:gd name="connsiteX27" fmla="*/ 0 w 248983"/>
                  <a:gd name="connsiteY27" fmla="*/ 293942 h 294132"/>
                  <a:gd name="connsiteX28" fmla="*/ 248983 w 248983"/>
                  <a:gd name="connsiteY28" fmla="*/ 294132 h 2941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48983" h="294132">
                    <a:moveTo>
                      <a:pt x="248983" y="294037"/>
                    </a:moveTo>
                    <a:lnTo>
                      <a:pt x="248983" y="198596"/>
                    </a:lnTo>
                    <a:lnTo>
                      <a:pt x="217361" y="198596"/>
                    </a:lnTo>
                    <a:cubicBezTo>
                      <a:pt x="217361" y="198596"/>
                      <a:pt x="211550" y="262890"/>
                      <a:pt x="156496" y="262890"/>
                    </a:cubicBezTo>
                    <a:lnTo>
                      <a:pt x="124873" y="262890"/>
                    </a:lnTo>
                    <a:lnTo>
                      <a:pt x="124873" y="162687"/>
                    </a:lnTo>
                    <a:lnTo>
                      <a:pt x="136112" y="162687"/>
                    </a:lnTo>
                    <a:cubicBezTo>
                      <a:pt x="149352" y="162687"/>
                      <a:pt x="159925" y="173355"/>
                      <a:pt x="159925" y="186500"/>
                    </a:cubicBezTo>
                    <a:lnTo>
                      <a:pt x="159925" y="198406"/>
                    </a:lnTo>
                    <a:lnTo>
                      <a:pt x="191071" y="198406"/>
                    </a:lnTo>
                    <a:lnTo>
                      <a:pt x="191071" y="95631"/>
                    </a:lnTo>
                    <a:lnTo>
                      <a:pt x="159925" y="95631"/>
                    </a:lnTo>
                    <a:lnTo>
                      <a:pt x="159925" y="107537"/>
                    </a:lnTo>
                    <a:cubicBezTo>
                      <a:pt x="159925" y="120777"/>
                      <a:pt x="149352" y="131350"/>
                      <a:pt x="136112" y="131350"/>
                    </a:cubicBezTo>
                    <a:lnTo>
                      <a:pt x="124873" y="131350"/>
                    </a:lnTo>
                    <a:lnTo>
                      <a:pt x="124873" y="31147"/>
                    </a:lnTo>
                    <a:lnTo>
                      <a:pt x="156496" y="31147"/>
                    </a:lnTo>
                    <a:cubicBezTo>
                      <a:pt x="211455" y="31147"/>
                      <a:pt x="217361" y="95441"/>
                      <a:pt x="217361" y="95441"/>
                    </a:cubicBezTo>
                    <a:lnTo>
                      <a:pt x="248983" y="95441"/>
                    </a:lnTo>
                    <a:lnTo>
                      <a:pt x="248983" y="0"/>
                    </a:lnTo>
                    <a:lnTo>
                      <a:pt x="0" y="0"/>
                    </a:lnTo>
                    <a:lnTo>
                      <a:pt x="0" y="31337"/>
                    </a:lnTo>
                    <a:lnTo>
                      <a:pt x="7144" y="31337"/>
                    </a:lnTo>
                    <a:cubicBezTo>
                      <a:pt x="20098" y="31337"/>
                      <a:pt x="30766" y="42005"/>
                      <a:pt x="30766" y="54959"/>
                    </a:cubicBezTo>
                    <a:lnTo>
                      <a:pt x="30766" y="239173"/>
                    </a:lnTo>
                    <a:cubicBezTo>
                      <a:pt x="30766" y="252127"/>
                      <a:pt x="20193" y="262795"/>
                      <a:pt x="7144" y="262795"/>
                    </a:cubicBezTo>
                    <a:lnTo>
                      <a:pt x="0" y="262795"/>
                    </a:lnTo>
                    <a:lnTo>
                      <a:pt x="0" y="293942"/>
                    </a:lnTo>
                    <a:lnTo>
                      <a:pt x="248983" y="294132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3" name="Freihandform: Form 42">
                <a:extLst>
                  <a:ext uri="{FF2B5EF4-FFF2-40B4-BE49-F238E27FC236}">
                    <a16:creationId xmlns:a16="http://schemas.microsoft.com/office/drawing/2014/main" id="{EB8A0CFA-7EF5-8E36-0BCD-1C0ACCE7E9EF}"/>
                  </a:ext>
                </a:extLst>
              </p:cNvPr>
              <p:cNvSpPr/>
              <p:nvPr/>
            </p:nvSpPr>
            <p:spPr>
              <a:xfrm>
                <a:off x="6217588" y="3134295"/>
                <a:ext cx="237562" cy="293941"/>
              </a:xfrm>
              <a:custGeom>
                <a:avLst/>
                <a:gdLst>
                  <a:gd name="connsiteX0" fmla="*/ 133586 w 237562"/>
                  <a:gd name="connsiteY0" fmla="*/ 30956 h 293941"/>
                  <a:gd name="connsiteX1" fmla="*/ 201976 w 237562"/>
                  <a:gd name="connsiteY1" fmla="*/ 95250 h 293941"/>
                  <a:gd name="connsiteX2" fmla="*/ 232551 w 237562"/>
                  <a:gd name="connsiteY2" fmla="*/ 95250 h 293941"/>
                  <a:gd name="connsiteX3" fmla="*/ 232551 w 237562"/>
                  <a:gd name="connsiteY3" fmla="*/ 0 h 293941"/>
                  <a:gd name="connsiteX4" fmla="*/ 6713 w 237562"/>
                  <a:gd name="connsiteY4" fmla="*/ 0 h 293941"/>
                  <a:gd name="connsiteX5" fmla="*/ 64339 w 237562"/>
                  <a:gd name="connsiteY5" fmla="*/ 151733 h 293941"/>
                  <a:gd name="connsiteX6" fmla="*/ 132348 w 237562"/>
                  <a:gd name="connsiteY6" fmla="*/ 262795 h 293941"/>
                  <a:gd name="connsiteX7" fmla="*/ 94248 w 237562"/>
                  <a:gd name="connsiteY7" fmla="*/ 262795 h 293941"/>
                  <a:gd name="connsiteX8" fmla="*/ 33383 w 237562"/>
                  <a:gd name="connsiteY8" fmla="*/ 198501 h 293941"/>
                  <a:gd name="connsiteX9" fmla="*/ 1760 w 237562"/>
                  <a:gd name="connsiteY9" fmla="*/ 198501 h 293941"/>
                  <a:gd name="connsiteX10" fmla="*/ 1760 w 237562"/>
                  <a:gd name="connsiteY10" fmla="*/ 293942 h 293941"/>
                  <a:gd name="connsiteX11" fmla="*/ 229312 w 237562"/>
                  <a:gd name="connsiteY11" fmla="*/ 293942 h 293941"/>
                  <a:gd name="connsiteX12" fmla="*/ 168257 w 237562"/>
                  <a:gd name="connsiteY12" fmla="*/ 133731 h 293941"/>
                  <a:gd name="connsiteX13" fmla="*/ 104821 w 237562"/>
                  <a:gd name="connsiteY13" fmla="*/ 30671 h 293941"/>
                  <a:gd name="connsiteX14" fmla="*/ 133586 w 237562"/>
                  <a:gd name="connsiteY14" fmla="*/ 30861 h 293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37562" h="293941">
                    <a:moveTo>
                      <a:pt x="133586" y="30956"/>
                    </a:moveTo>
                    <a:cubicBezTo>
                      <a:pt x="197023" y="30956"/>
                      <a:pt x="201976" y="95250"/>
                      <a:pt x="201976" y="95250"/>
                    </a:cubicBezTo>
                    <a:lnTo>
                      <a:pt x="232551" y="95250"/>
                    </a:lnTo>
                    <a:lnTo>
                      <a:pt x="232551" y="0"/>
                    </a:lnTo>
                    <a:lnTo>
                      <a:pt x="6713" y="0"/>
                    </a:lnTo>
                    <a:cubicBezTo>
                      <a:pt x="6713" y="0"/>
                      <a:pt x="-29006" y="46768"/>
                      <a:pt x="64339" y="151733"/>
                    </a:cubicBezTo>
                    <a:cubicBezTo>
                      <a:pt x="64339" y="151733"/>
                      <a:pt x="130538" y="228981"/>
                      <a:pt x="132348" y="262795"/>
                    </a:cubicBezTo>
                    <a:lnTo>
                      <a:pt x="94248" y="262795"/>
                    </a:lnTo>
                    <a:cubicBezTo>
                      <a:pt x="39289" y="262795"/>
                      <a:pt x="33383" y="198501"/>
                      <a:pt x="33383" y="198501"/>
                    </a:cubicBezTo>
                    <a:lnTo>
                      <a:pt x="1760" y="198501"/>
                    </a:lnTo>
                    <a:lnTo>
                      <a:pt x="1760" y="293942"/>
                    </a:lnTo>
                    <a:lnTo>
                      <a:pt x="229312" y="293942"/>
                    </a:lnTo>
                    <a:cubicBezTo>
                      <a:pt x="229312" y="293942"/>
                      <a:pt x="270651" y="249365"/>
                      <a:pt x="168257" y="133731"/>
                    </a:cubicBezTo>
                    <a:cubicBezTo>
                      <a:pt x="168257" y="133731"/>
                      <a:pt x="114536" y="78581"/>
                      <a:pt x="104821" y="30671"/>
                    </a:cubicBezTo>
                    <a:lnTo>
                      <a:pt x="133586" y="3086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4" name="Freihandform: Form 43">
                <a:extLst>
                  <a:ext uri="{FF2B5EF4-FFF2-40B4-BE49-F238E27FC236}">
                    <a16:creationId xmlns:a16="http://schemas.microsoft.com/office/drawing/2014/main" id="{053C1FD2-05C0-1382-595F-F880C73B5262}"/>
                  </a:ext>
                </a:extLst>
              </p:cNvPr>
              <p:cNvSpPr/>
              <p:nvPr/>
            </p:nvSpPr>
            <p:spPr>
              <a:xfrm>
                <a:off x="6481716" y="3134295"/>
                <a:ext cx="237562" cy="293941"/>
              </a:xfrm>
              <a:custGeom>
                <a:avLst/>
                <a:gdLst>
                  <a:gd name="connsiteX0" fmla="*/ 133586 w 237562"/>
                  <a:gd name="connsiteY0" fmla="*/ 30956 h 293941"/>
                  <a:gd name="connsiteX1" fmla="*/ 201976 w 237562"/>
                  <a:gd name="connsiteY1" fmla="*/ 95250 h 293941"/>
                  <a:gd name="connsiteX2" fmla="*/ 232265 w 237562"/>
                  <a:gd name="connsiteY2" fmla="*/ 95250 h 293941"/>
                  <a:gd name="connsiteX3" fmla="*/ 232265 w 237562"/>
                  <a:gd name="connsiteY3" fmla="*/ 0 h 293941"/>
                  <a:gd name="connsiteX4" fmla="*/ 6713 w 237562"/>
                  <a:gd name="connsiteY4" fmla="*/ 0 h 293941"/>
                  <a:gd name="connsiteX5" fmla="*/ 64339 w 237562"/>
                  <a:gd name="connsiteY5" fmla="*/ 151733 h 293941"/>
                  <a:gd name="connsiteX6" fmla="*/ 132348 w 237562"/>
                  <a:gd name="connsiteY6" fmla="*/ 262795 h 293941"/>
                  <a:gd name="connsiteX7" fmla="*/ 94248 w 237562"/>
                  <a:gd name="connsiteY7" fmla="*/ 262795 h 293941"/>
                  <a:gd name="connsiteX8" fmla="*/ 33383 w 237562"/>
                  <a:gd name="connsiteY8" fmla="*/ 198501 h 293941"/>
                  <a:gd name="connsiteX9" fmla="*/ 1760 w 237562"/>
                  <a:gd name="connsiteY9" fmla="*/ 198501 h 293941"/>
                  <a:gd name="connsiteX10" fmla="*/ 1760 w 237562"/>
                  <a:gd name="connsiteY10" fmla="*/ 293942 h 293941"/>
                  <a:gd name="connsiteX11" fmla="*/ 229313 w 237562"/>
                  <a:gd name="connsiteY11" fmla="*/ 293942 h 293941"/>
                  <a:gd name="connsiteX12" fmla="*/ 168257 w 237562"/>
                  <a:gd name="connsiteY12" fmla="*/ 133731 h 293941"/>
                  <a:gd name="connsiteX13" fmla="*/ 104821 w 237562"/>
                  <a:gd name="connsiteY13" fmla="*/ 30671 h 293941"/>
                  <a:gd name="connsiteX14" fmla="*/ 133586 w 237562"/>
                  <a:gd name="connsiteY14" fmla="*/ 30861 h 293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37562" h="293941">
                    <a:moveTo>
                      <a:pt x="133586" y="30956"/>
                    </a:moveTo>
                    <a:cubicBezTo>
                      <a:pt x="196832" y="30956"/>
                      <a:pt x="201976" y="95250"/>
                      <a:pt x="201976" y="95250"/>
                    </a:cubicBezTo>
                    <a:lnTo>
                      <a:pt x="232265" y="95250"/>
                    </a:lnTo>
                    <a:lnTo>
                      <a:pt x="232265" y="0"/>
                    </a:lnTo>
                    <a:lnTo>
                      <a:pt x="6713" y="0"/>
                    </a:lnTo>
                    <a:cubicBezTo>
                      <a:pt x="6713" y="0"/>
                      <a:pt x="-29006" y="46768"/>
                      <a:pt x="64339" y="151733"/>
                    </a:cubicBezTo>
                    <a:cubicBezTo>
                      <a:pt x="64339" y="151733"/>
                      <a:pt x="130538" y="228981"/>
                      <a:pt x="132348" y="262795"/>
                    </a:cubicBezTo>
                    <a:lnTo>
                      <a:pt x="94248" y="262795"/>
                    </a:lnTo>
                    <a:cubicBezTo>
                      <a:pt x="39289" y="262795"/>
                      <a:pt x="33383" y="198501"/>
                      <a:pt x="33383" y="198501"/>
                    </a:cubicBezTo>
                    <a:lnTo>
                      <a:pt x="1760" y="198501"/>
                    </a:lnTo>
                    <a:lnTo>
                      <a:pt x="1760" y="293942"/>
                    </a:lnTo>
                    <a:lnTo>
                      <a:pt x="229313" y="293942"/>
                    </a:lnTo>
                    <a:cubicBezTo>
                      <a:pt x="229313" y="293942"/>
                      <a:pt x="270651" y="249365"/>
                      <a:pt x="168257" y="133731"/>
                    </a:cubicBezTo>
                    <a:cubicBezTo>
                      <a:pt x="168257" y="133731"/>
                      <a:pt x="114536" y="78581"/>
                      <a:pt x="104821" y="30671"/>
                    </a:cubicBezTo>
                    <a:lnTo>
                      <a:pt x="133586" y="3086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</p:grpSp>
      </p:grp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E023CEF7-C37F-7FD7-60D3-6CB645B05D80}"/>
              </a:ext>
            </a:extLst>
          </p:cNvPr>
          <p:cNvGrpSpPr/>
          <p:nvPr userDrawn="1"/>
        </p:nvGrpSpPr>
        <p:grpSpPr>
          <a:xfrm>
            <a:off x="307324" y="-697715"/>
            <a:ext cx="11367557" cy="411958"/>
            <a:chOff x="307324" y="6944501"/>
            <a:chExt cx="11367557" cy="411958"/>
          </a:xfrm>
        </p:grpSpPr>
        <p:grpSp>
          <p:nvGrpSpPr>
            <p:cNvPr id="45" name="Gruppieren 44">
              <a:extLst>
                <a:ext uri="{FF2B5EF4-FFF2-40B4-BE49-F238E27FC236}">
                  <a16:creationId xmlns:a16="http://schemas.microsoft.com/office/drawing/2014/main" id="{6F7B8F41-689D-123C-32CD-B2F27BBDA311}"/>
                </a:ext>
              </a:extLst>
            </p:cNvPr>
            <p:cNvGrpSpPr/>
            <p:nvPr/>
          </p:nvGrpSpPr>
          <p:grpSpPr>
            <a:xfrm rot="16200000">
              <a:off x="205653" y="7046174"/>
              <a:ext cx="411956" cy="208614"/>
              <a:chOff x="-615197" y="4303061"/>
              <a:chExt cx="411956" cy="208614"/>
            </a:xfrm>
          </p:grpSpPr>
          <p:cxnSp>
            <p:nvCxnSpPr>
              <p:cNvPr id="56" name="Gerader Verbinder 55">
                <a:extLst>
                  <a:ext uri="{FF2B5EF4-FFF2-40B4-BE49-F238E27FC236}">
                    <a16:creationId xmlns:a16="http://schemas.microsoft.com/office/drawing/2014/main" id="{34633FDB-E742-9DFC-BB3D-0BB97DC8F7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Textfeld 56">
                <a:extLst>
                  <a:ext uri="{FF2B5EF4-FFF2-40B4-BE49-F238E27FC236}">
                    <a16:creationId xmlns:a16="http://schemas.microsoft.com/office/drawing/2014/main" id="{523CED70-7E49-326A-4125-24F01871109C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15.50</a:t>
                </a:r>
              </a:p>
            </p:txBody>
          </p:sp>
        </p:grpSp>
        <p:grpSp>
          <p:nvGrpSpPr>
            <p:cNvPr id="46" name="Gruppieren 45">
              <a:extLst>
                <a:ext uri="{FF2B5EF4-FFF2-40B4-BE49-F238E27FC236}">
                  <a16:creationId xmlns:a16="http://schemas.microsoft.com/office/drawing/2014/main" id="{D011CA0A-9D23-5BDB-0D08-B5649D002D75}"/>
                </a:ext>
              </a:extLst>
            </p:cNvPr>
            <p:cNvGrpSpPr/>
            <p:nvPr/>
          </p:nvGrpSpPr>
          <p:grpSpPr>
            <a:xfrm rot="16200000">
              <a:off x="5641253" y="7046174"/>
              <a:ext cx="411956" cy="208614"/>
              <a:chOff x="-615197" y="4303061"/>
              <a:chExt cx="411956" cy="208614"/>
            </a:xfrm>
          </p:grpSpPr>
          <p:cxnSp>
            <p:nvCxnSpPr>
              <p:cNvPr id="54" name="Gerader Verbinder 53">
                <a:extLst>
                  <a:ext uri="{FF2B5EF4-FFF2-40B4-BE49-F238E27FC236}">
                    <a16:creationId xmlns:a16="http://schemas.microsoft.com/office/drawing/2014/main" id="{74144FF9-2881-C792-646F-F083E3820D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Textfeld 54">
                <a:extLst>
                  <a:ext uri="{FF2B5EF4-FFF2-40B4-BE49-F238E27FC236}">
                    <a16:creationId xmlns:a16="http://schemas.microsoft.com/office/drawing/2014/main" id="{377C0FA7-9ADC-36FA-3F84-9DD40BCF896B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00.40</a:t>
                </a:r>
              </a:p>
            </p:txBody>
          </p:sp>
        </p:grpSp>
        <p:grpSp>
          <p:nvGrpSpPr>
            <p:cNvPr id="47" name="Gruppieren 46">
              <a:extLst>
                <a:ext uri="{FF2B5EF4-FFF2-40B4-BE49-F238E27FC236}">
                  <a16:creationId xmlns:a16="http://schemas.microsoft.com/office/drawing/2014/main" id="{C4093748-8E89-0EF4-1C4D-A488D53A132A}"/>
                </a:ext>
              </a:extLst>
            </p:cNvPr>
            <p:cNvGrpSpPr/>
            <p:nvPr/>
          </p:nvGrpSpPr>
          <p:grpSpPr>
            <a:xfrm rot="5400000">
              <a:off x="6093326" y="7050196"/>
              <a:ext cx="411957" cy="200568"/>
              <a:chOff x="-615198" y="4354167"/>
              <a:chExt cx="411957" cy="200568"/>
            </a:xfrm>
          </p:grpSpPr>
          <p:cxnSp>
            <p:nvCxnSpPr>
              <p:cNvPr id="52" name="Gerader Verbinder 51">
                <a:extLst>
                  <a:ext uri="{FF2B5EF4-FFF2-40B4-BE49-F238E27FC236}">
                    <a16:creationId xmlns:a16="http://schemas.microsoft.com/office/drawing/2014/main" id="{B53FABB0-9B1F-3485-C5CB-CEAC15B5DBA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Textfeld 52">
                <a:extLst>
                  <a:ext uri="{FF2B5EF4-FFF2-40B4-BE49-F238E27FC236}">
                    <a16:creationId xmlns:a16="http://schemas.microsoft.com/office/drawing/2014/main" id="{D6C3D2E4-7178-AC51-4803-6133CDE9D990}"/>
                  </a:ext>
                </a:extLst>
              </p:cNvPr>
              <p:cNvSpPr txBox="1"/>
              <p:nvPr/>
            </p:nvSpPr>
            <p:spPr>
              <a:xfrm rot="10800000">
                <a:off x="-615198" y="4354167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00.40</a:t>
                </a:r>
              </a:p>
            </p:txBody>
          </p:sp>
        </p:grpSp>
        <p:cxnSp>
          <p:nvCxnSpPr>
            <p:cNvPr id="48" name="Gerader Verbinder 47">
              <a:extLst>
                <a:ext uri="{FF2B5EF4-FFF2-40B4-BE49-F238E27FC236}">
                  <a16:creationId xmlns:a16="http://schemas.microsoft.com/office/drawing/2014/main" id="{56B474E8-2901-F3A3-C79E-77B5374293E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890022" y="7150480"/>
              <a:ext cx="411956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9" name="Gruppieren 48">
              <a:extLst>
                <a:ext uri="{FF2B5EF4-FFF2-40B4-BE49-F238E27FC236}">
                  <a16:creationId xmlns:a16="http://schemas.microsoft.com/office/drawing/2014/main" id="{02732BB7-53CD-B4F0-0F15-5E0D99E04CF6}"/>
                </a:ext>
              </a:extLst>
            </p:cNvPr>
            <p:cNvGrpSpPr/>
            <p:nvPr/>
          </p:nvGrpSpPr>
          <p:grpSpPr>
            <a:xfrm rot="16200000">
              <a:off x="11364596" y="7046174"/>
              <a:ext cx="411956" cy="208614"/>
              <a:chOff x="-615197" y="4303061"/>
              <a:chExt cx="411956" cy="208614"/>
            </a:xfrm>
          </p:grpSpPr>
          <p:cxnSp>
            <p:nvCxnSpPr>
              <p:cNvPr id="50" name="Gerader Verbinder 49">
                <a:extLst>
                  <a:ext uri="{FF2B5EF4-FFF2-40B4-BE49-F238E27FC236}">
                    <a16:creationId xmlns:a16="http://schemas.microsoft.com/office/drawing/2014/main" id="{4E530508-A5E2-AEB0-5A37-B243910E4D9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Textfeld 50">
                <a:extLst>
                  <a:ext uri="{FF2B5EF4-FFF2-40B4-BE49-F238E27FC236}">
                    <a16:creationId xmlns:a16="http://schemas.microsoft.com/office/drawing/2014/main" id="{088AD072-A9D4-AB44-2F39-FBBABEC84B25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15.50</a:t>
                </a:r>
              </a:p>
            </p:txBody>
          </p:sp>
        </p:grpSp>
      </p:grpSp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30660872-CCBF-214F-3496-8787EDFCAFB4}"/>
              </a:ext>
            </a:extLst>
          </p:cNvPr>
          <p:cNvGrpSpPr/>
          <p:nvPr userDrawn="1"/>
        </p:nvGrpSpPr>
        <p:grpSpPr>
          <a:xfrm>
            <a:off x="-697714" y="80201"/>
            <a:ext cx="411956" cy="6713707"/>
            <a:chOff x="-502267" y="80201"/>
            <a:chExt cx="411956" cy="6713707"/>
          </a:xfrm>
        </p:grpSpPr>
        <p:grpSp>
          <p:nvGrpSpPr>
            <p:cNvPr id="59" name="Gruppieren 58">
              <a:extLst>
                <a:ext uri="{FF2B5EF4-FFF2-40B4-BE49-F238E27FC236}">
                  <a16:creationId xmlns:a16="http://schemas.microsoft.com/office/drawing/2014/main" id="{542D7DD8-8B64-A714-D706-C6BAAE7F0571}"/>
                </a:ext>
              </a:extLst>
            </p:cNvPr>
            <p:cNvGrpSpPr/>
            <p:nvPr/>
          </p:nvGrpSpPr>
          <p:grpSpPr>
            <a:xfrm>
              <a:off x="-502267" y="6593340"/>
              <a:ext cx="411956" cy="200568"/>
              <a:chOff x="-615197" y="4452994"/>
              <a:chExt cx="411956" cy="200568"/>
            </a:xfrm>
          </p:grpSpPr>
          <p:sp>
            <p:nvSpPr>
              <p:cNvPr id="75" name="Textfeld 74">
                <a:extLst>
                  <a:ext uri="{FF2B5EF4-FFF2-40B4-BE49-F238E27FC236}">
                    <a16:creationId xmlns:a16="http://schemas.microsoft.com/office/drawing/2014/main" id="{32DE1666-0D69-925B-1E41-5479835A366E}"/>
                  </a:ext>
                </a:extLst>
              </p:cNvPr>
              <p:cNvSpPr txBox="1"/>
              <p:nvPr/>
            </p:nvSpPr>
            <p:spPr>
              <a:xfrm>
                <a:off x="-615197" y="4452994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08.92</a:t>
                </a:r>
              </a:p>
            </p:txBody>
          </p:sp>
          <p:cxnSp>
            <p:nvCxnSpPr>
              <p:cNvPr id="76" name="Gerader Verbinder 75">
                <a:extLst>
                  <a:ext uri="{FF2B5EF4-FFF2-40B4-BE49-F238E27FC236}">
                    <a16:creationId xmlns:a16="http://schemas.microsoft.com/office/drawing/2014/main" id="{6F6C91E1-65A7-A00E-4EBF-0152D038AC2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497389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0" name="Gruppieren 59">
              <a:extLst>
                <a:ext uri="{FF2B5EF4-FFF2-40B4-BE49-F238E27FC236}">
                  <a16:creationId xmlns:a16="http://schemas.microsoft.com/office/drawing/2014/main" id="{80880EE6-79D1-E422-3DBB-C8B13C687B3E}"/>
                </a:ext>
              </a:extLst>
            </p:cNvPr>
            <p:cNvGrpSpPr/>
            <p:nvPr/>
          </p:nvGrpSpPr>
          <p:grpSpPr>
            <a:xfrm>
              <a:off x="-502267" y="5876163"/>
              <a:ext cx="411956" cy="216662"/>
              <a:chOff x="-615197" y="4295013"/>
              <a:chExt cx="411956" cy="216662"/>
            </a:xfrm>
          </p:grpSpPr>
          <p:cxnSp>
            <p:nvCxnSpPr>
              <p:cNvPr id="73" name="Gerader Verbinder 72">
                <a:extLst>
                  <a:ext uri="{FF2B5EF4-FFF2-40B4-BE49-F238E27FC236}">
                    <a16:creationId xmlns:a16="http://schemas.microsoft.com/office/drawing/2014/main" id="{F4F5AC7A-EAD7-6013-A467-3D5DA492E47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" name="Textfeld 73">
                <a:extLst>
                  <a:ext uri="{FF2B5EF4-FFF2-40B4-BE49-F238E27FC236}">
                    <a16:creationId xmlns:a16="http://schemas.microsoft.com/office/drawing/2014/main" id="{CC6AB68B-25AF-F3E4-7534-7D0E8209F64B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07.40</a:t>
                </a:r>
              </a:p>
            </p:txBody>
          </p:sp>
        </p:grpSp>
        <p:grpSp>
          <p:nvGrpSpPr>
            <p:cNvPr id="61" name="Gruppieren 60">
              <a:extLst>
                <a:ext uri="{FF2B5EF4-FFF2-40B4-BE49-F238E27FC236}">
                  <a16:creationId xmlns:a16="http://schemas.microsoft.com/office/drawing/2014/main" id="{D782FF68-3C9D-61F0-90B1-3C9113704620}"/>
                </a:ext>
              </a:extLst>
            </p:cNvPr>
            <p:cNvGrpSpPr/>
            <p:nvPr/>
          </p:nvGrpSpPr>
          <p:grpSpPr>
            <a:xfrm>
              <a:off x="-502267" y="3212338"/>
              <a:ext cx="411956" cy="216662"/>
              <a:chOff x="-615197" y="4295013"/>
              <a:chExt cx="411956" cy="216662"/>
            </a:xfrm>
          </p:grpSpPr>
          <p:cxnSp>
            <p:nvCxnSpPr>
              <p:cNvPr id="71" name="Gerader Verbinder 70">
                <a:extLst>
                  <a:ext uri="{FF2B5EF4-FFF2-40B4-BE49-F238E27FC236}">
                    <a16:creationId xmlns:a16="http://schemas.microsoft.com/office/drawing/2014/main" id="{CE8F5696-E69B-A428-67AD-E2B99C8243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Textfeld 71">
                <a:extLst>
                  <a:ext uri="{FF2B5EF4-FFF2-40B4-BE49-F238E27FC236}">
                    <a16:creationId xmlns:a16="http://schemas.microsoft.com/office/drawing/2014/main" id="{9ABA6019-CC58-5D2E-F1E0-8456423B7ADF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00.00</a:t>
                </a:r>
              </a:p>
            </p:txBody>
          </p:sp>
        </p:grpSp>
        <p:grpSp>
          <p:nvGrpSpPr>
            <p:cNvPr id="62" name="Gruppieren 61">
              <a:extLst>
                <a:ext uri="{FF2B5EF4-FFF2-40B4-BE49-F238E27FC236}">
                  <a16:creationId xmlns:a16="http://schemas.microsoft.com/office/drawing/2014/main" id="{3030A5C5-DF96-3312-E88D-1FE86337755C}"/>
                </a:ext>
              </a:extLst>
            </p:cNvPr>
            <p:cNvGrpSpPr/>
            <p:nvPr/>
          </p:nvGrpSpPr>
          <p:grpSpPr>
            <a:xfrm>
              <a:off x="-502267" y="835851"/>
              <a:ext cx="411956" cy="216662"/>
              <a:chOff x="-615197" y="4295013"/>
              <a:chExt cx="411956" cy="216662"/>
            </a:xfrm>
          </p:grpSpPr>
          <p:cxnSp>
            <p:nvCxnSpPr>
              <p:cNvPr id="69" name="Gerader Verbinder 68">
                <a:extLst>
                  <a:ext uri="{FF2B5EF4-FFF2-40B4-BE49-F238E27FC236}">
                    <a16:creationId xmlns:a16="http://schemas.microsoft.com/office/drawing/2014/main" id="{3F82C395-C84A-40ED-2094-84F1FA39F3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Textfeld 69">
                <a:extLst>
                  <a:ext uri="{FF2B5EF4-FFF2-40B4-BE49-F238E27FC236}">
                    <a16:creationId xmlns:a16="http://schemas.microsoft.com/office/drawing/2014/main" id="{F38FC545-4F41-1147-4552-C14A9447D0B2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06.60</a:t>
                </a:r>
              </a:p>
            </p:txBody>
          </p:sp>
        </p:grpSp>
        <p:grpSp>
          <p:nvGrpSpPr>
            <p:cNvPr id="63" name="Gruppieren 62">
              <a:extLst>
                <a:ext uri="{FF2B5EF4-FFF2-40B4-BE49-F238E27FC236}">
                  <a16:creationId xmlns:a16="http://schemas.microsoft.com/office/drawing/2014/main" id="{29D865A7-E9FE-EE8F-3F4D-CBF65C5866D5}"/>
                </a:ext>
              </a:extLst>
            </p:cNvPr>
            <p:cNvGrpSpPr/>
            <p:nvPr/>
          </p:nvGrpSpPr>
          <p:grpSpPr>
            <a:xfrm>
              <a:off x="-502267" y="1412113"/>
              <a:ext cx="411956" cy="216662"/>
              <a:chOff x="-615197" y="4295013"/>
              <a:chExt cx="411956" cy="216662"/>
            </a:xfrm>
          </p:grpSpPr>
          <p:cxnSp>
            <p:nvCxnSpPr>
              <p:cNvPr id="67" name="Gerader Verbinder 66">
                <a:extLst>
                  <a:ext uri="{FF2B5EF4-FFF2-40B4-BE49-F238E27FC236}">
                    <a16:creationId xmlns:a16="http://schemas.microsoft.com/office/drawing/2014/main" id="{EF01CB40-48C2-D107-6343-806DEF4A20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8" name="Textfeld 67">
                <a:extLst>
                  <a:ext uri="{FF2B5EF4-FFF2-40B4-BE49-F238E27FC236}">
                    <a16:creationId xmlns:a16="http://schemas.microsoft.com/office/drawing/2014/main" id="{E686D900-1296-DC82-3D2B-17F514C6E656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05.00</a:t>
                </a:r>
              </a:p>
            </p:txBody>
          </p:sp>
        </p:grpSp>
        <p:grpSp>
          <p:nvGrpSpPr>
            <p:cNvPr id="64" name="Gruppieren 63">
              <a:extLst>
                <a:ext uri="{FF2B5EF4-FFF2-40B4-BE49-F238E27FC236}">
                  <a16:creationId xmlns:a16="http://schemas.microsoft.com/office/drawing/2014/main" id="{D5945CAF-EC2B-A816-63F0-71DA8A3CDC08}"/>
                </a:ext>
              </a:extLst>
            </p:cNvPr>
            <p:cNvGrpSpPr/>
            <p:nvPr/>
          </p:nvGrpSpPr>
          <p:grpSpPr>
            <a:xfrm>
              <a:off x="-502267" y="80201"/>
              <a:ext cx="411956" cy="216662"/>
              <a:chOff x="-615197" y="4258501"/>
              <a:chExt cx="411956" cy="216662"/>
            </a:xfrm>
          </p:grpSpPr>
          <p:cxnSp>
            <p:nvCxnSpPr>
              <p:cNvPr id="65" name="Gerader Verbinder 64">
                <a:extLst>
                  <a:ext uri="{FF2B5EF4-FFF2-40B4-BE49-F238E27FC236}">
                    <a16:creationId xmlns:a16="http://schemas.microsoft.com/office/drawing/2014/main" id="{A8FD0675-CA6E-10D9-7F6D-E9876AB796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475163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6" name="Textfeld 65">
                <a:extLst>
                  <a:ext uri="{FF2B5EF4-FFF2-40B4-BE49-F238E27FC236}">
                    <a16:creationId xmlns:a16="http://schemas.microsoft.com/office/drawing/2014/main" id="{161DDA17-AC8E-8D07-9EAB-5CD578F7A69A}"/>
                  </a:ext>
                </a:extLst>
              </p:cNvPr>
              <p:cNvSpPr txBox="1"/>
              <p:nvPr/>
            </p:nvSpPr>
            <p:spPr>
              <a:xfrm>
                <a:off x="-615197" y="425850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08.70</a:t>
                </a:r>
              </a:p>
            </p:txBody>
          </p:sp>
        </p:grpSp>
      </p:grp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D30F1127-7394-37AF-C9E6-8B65C8C0A53E}"/>
              </a:ext>
            </a:extLst>
          </p:cNvPr>
          <p:cNvGrpSpPr/>
          <p:nvPr userDrawn="1"/>
        </p:nvGrpSpPr>
        <p:grpSpPr>
          <a:xfrm>
            <a:off x="11170442" y="299244"/>
            <a:ext cx="505400" cy="505400"/>
            <a:chOff x="5423248" y="2756248"/>
            <a:chExt cx="1349978" cy="1349978"/>
          </a:xfrm>
        </p:grpSpPr>
        <p:sp>
          <p:nvSpPr>
            <p:cNvPr id="78" name="Freihandform: Form 77">
              <a:extLst>
                <a:ext uri="{FF2B5EF4-FFF2-40B4-BE49-F238E27FC236}">
                  <a16:creationId xmlns:a16="http://schemas.microsoft.com/office/drawing/2014/main" id="{404BEB4F-CCB7-11D3-A928-4B400E47B4AA}"/>
                </a:ext>
              </a:extLst>
            </p:cNvPr>
            <p:cNvSpPr/>
            <p:nvPr/>
          </p:nvSpPr>
          <p:spPr>
            <a:xfrm>
              <a:off x="5423248" y="2756248"/>
              <a:ext cx="1349978" cy="1349978"/>
            </a:xfrm>
            <a:custGeom>
              <a:avLst/>
              <a:gdLst>
                <a:gd name="connsiteX0" fmla="*/ 1349788 w 1349978"/>
                <a:gd name="connsiteY0" fmla="*/ 1349978 h 1349978"/>
                <a:gd name="connsiteX1" fmla="*/ 675037 w 1349978"/>
                <a:gd name="connsiteY1" fmla="*/ 1205389 h 1349978"/>
                <a:gd name="connsiteX2" fmla="*/ 0 w 1349978"/>
                <a:gd name="connsiteY2" fmla="*/ 1349978 h 1349978"/>
                <a:gd name="connsiteX3" fmla="*/ 0 w 1349978"/>
                <a:gd name="connsiteY3" fmla="*/ 0 h 1349978"/>
                <a:gd name="connsiteX4" fmla="*/ 1349978 w 1349978"/>
                <a:gd name="connsiteY4" fmla="*/ 0 h 1349978"/>
                <a:gd name="connsiteX5" fmla="*/ 1349788 w 1349978"/>
                <a:gd name="connsiteY5" fmla="*/ 1349978 h 1349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9978" h="1349978">
                  <a:moveTo>
                    <a:pt x="1349788" y="1349978"/>
                  </a:moveTo>
                  <a:cubicBezTo>
                    <a:pt x="1143953" y="1257110"/>
                    <a:pt x="915543" y="1205389"/>
                    <a:pt x="675037" y="1205389"/>
                  </a:cubicBezTo>
                  <a:cubicBezTo>
                    <a:pt x="434530" y="1205389"/>
                    <a:pt x="205835" y="1257110"/>
                    <a:pt x="0" y="1349978"/>
                  </a:cubicBezTo>
                  <a:lnTo>
                    <a:pt x="0" y="0"/>
                  </a:lnTo>
                  <a:lnTo>
                    <a:pt x="1349978" y="0"/>
                  </a:lnTo>
                  <a:lnTo>
                    <a:pt x="1349788" y="1349978"/>
                  </a:lnTo>
                  <a:close/>
                </a:path>
              </a:pathLst>
            </a:custGeom>
            <a:solidFill>
              <a:srgbClr val="0F2D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grpSp>
          <p:nvGrpSpPr>
            <p:cNvPr id="79" name="Grafik 31">
              <a:extLst>
                <a:ext uri="{FF2B5EF4-FFF2-40B4-BE49-F238E27FC236}">
                  <a16:creationId xmlns:a16="http://schemas.microsoft.com/office/drawing/2014/main" id="{E1C8C657-7E8A-20CA-5A5B-5D0B7157F535}"/>
                </a:ext>
              </a:extLst>
            </p:cNvPr>
            <p:cNvGrpSpPr/>
            <p:nvPr/>
          </p:nvGrpSpPr>
          <p:grpSpPr>
            <a:xfrm>
              <a:off x="5474985" y="3134295"/>
              <a:ext cx="1244293" cy="294132"/>
              <a:chOff x="5474985" y="3134295"/>
              <a:chExt cx="1244293" cy="294132"/>
            </a:xfrm>
            <a:solidFill>
              <a:srgbClr val="FFFFFF"/>
            </a:solidFill>
          </p:grpSpPr>
          <p:sp>
            <p:nvSpPr>
              <p:cNvPr id="80" name="Freihandform: Form 79">
                <a:extLst>
                  <a:ext uri="{FF2B5EF4-FFF2-40B4-BE49-F238E27FC236}">
                    <a16:creationId xmlns:a16="http://schemas.microsoft.com/office/drawing/2014/main" id="{E42B6710-DD77-74BB-7911-402F7F9FD185}"/>
                  </a:ext>
                </a:extLst>
              </p:cNvPr>
              <p:cNvSpPr/>
              <p:nvPr/>
            </p:nvSpPr>
            <p:spPr>
              <a:xfrm>
                <a:off x="5474985" y="3134295"/>
                <a:ext cx="247353" cy="293941"/>
              </a:xfrm>
              <a:custGeom>
                <a:avLst/>
                <a:gdLst>
                  <a:gd name="connsiteX0" fmla="*/ 109998 w 247353"/>
                  <a:gd name="connsiteY0" fmla="*/ 30956 h 293941"/>
                  <a:gd name="connsiteX1" fmla="*/ 41418 w 247353"/>
                  <a:gd name="connsiteY1" fmla="*/ 95250 h 293941"/>
                  <a:gd name="connsiteX2" fmla="*/ 11129 w 247353"/>
                  <a:gd name="connsiteY2" fmla="*/ 95250 h 293941"/>
                  <a:gd name="connsiteX3" fmla="*/ 11129 w 247353"/>
                  <a:gd name="connsiteY3" fmla="*/ 0 h 293941"/>
                  <a:gd name="connsiteX4" fmla="*/ 247349 w 247353"/>
                  <a:gd name="connsiteY4" fmla="*/ 0 h 293941"/>
                  <a:gd name="connsiteX5" fmla="*/ 179340 w 247353"/>
                  <a:gd name="connsiteY5" fmla="*/ 151733 h 293941"/>
                  <a:gd name="connsiteX6" fmla="*/ 111141 w 247353"/>
                  <a:gd name="connsiteY6" fmla="*/ 262795 h 293941"/>
                  <a:gd name="connsiteX7" fmla="*/ 149432 w 247353"/>
                  <a:gd name="connsiteY7" fmla="*/ 262795 h 293941"/>
                  <a:gd name="connsiteX8" fmla="*/ 210011 w 247353"/>
                  <a:gd name="connsiteY8" fmla="*/ 198501 h 293941"/>
                  <a:gd name="connsiteX9" fmla="*/ 241634 w 247353"/>
                  <a:gd name="connsiteY9" fmla="*/ 198501 h 293941"/>
                  <a:gd name="connsiteX10" fmla="*/ 241634 w 247353"/>
                  <a:gd name="connsiteY10" fmla="*/ 293942 h 293941"/>
                  <a:gd name="connsiteX11" fmla="*/ 270 w 247353"/>
                  <a:gd name="connsiteY11" fmla="*/ 293942 h 293941"/>
                  <a:gd name="connsiteX12" fmla="*/ 75137 w 247353"/>
                  <a:gd name="connsiteY12" fmla="*/ 133731 h 293941"/>
                  <a:gd name="connsiteX13" fmla="*/ 138573 w 247353"/>
                  <a:gd name="connsiteY13" fmla="*/ 30671 h 293941"/>
                  <a:gd name="connsiteX14" fmla="*/ 109998 w 247353"/>
                  <a:gd name="connsiteY14" fmla="*/ 30861 h 293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47353" h="293941">
                    <a:moveTo>
                      <a:pt x="109998" y="30956"/>
                    </a:moveTo>
                    <a:cubicBezTo>
                      <a:pt x="46562" y="30956"/>
                      <a:pt x="41418" y="95250"/>
                      <a:pt x="41418" y="95250"/>
                    </a:cubicBezTo>
                    <a:lnTo>
                      <a:pt x="11129" y="95250"/>
                    </a:lnTo>
                    <a:lnTo>
                      <a:pt x="11129" y="0"/>
                    </a:lnTo>
                    <a:lnTo>
                      <a:pt x="247349" y="0"/>
                    </a:lnTo>
                    <a:cubicBezTo>
                      <a:pt x="247349" y="0"/>
                      <a:pt x="249254" y="73628"/>
                      <a:pt x="179340" y="151733"/>
                    </a:cubicBezTo>
                    <a:cubicBezTo>
                      <a:pt x="179340" y="151733"/>
                      <a:pt x="112856" y="228981"/>
                      <a:pt x="111141" y="262795"/>
                    </a:cubicBezTo>
                    <a:lnTo>
                      <a:pt x="149432" y="262795"/>
                    </a:lnTo>
                    <a:cubicBezTo>
                      <a:pt x="204391" y="262795"/>
                      <a:pt x="210011" y="198501"/>
                      <a:pt x="210011" y="198501"/>
                    </a:cubicBezTo>
                    <a:lnTo>
                      <a:pt x="241634" y="198501"/>
                    </a:lnTo>
                    <a:lnTo>
                      <a:pt x="241634" y="293942"/>
                    </a:lnTo>
                    <a:lnTo>
                      <a:pt x="270" y="293942"/>
                    </a:lnTo>
                    <a:cubicBezTo>
                      <a:pt x="270" y="293942"/>
                      <a:pt x="-8588" y="221647"/>
                      <a:pt x="75137" y="133731"/>
                    </a:cubicBezTo>
                    <a:cubicBezTo>
                      <a:pt x="75137" y="133731"/>
                      <a:pt x="126667" y="76200"/>
                      <a:pt x="138573" y="30671"/>
                    </a:cubicBezTo>
                    <a:lnTo>
                      <a:pt x="109998" y="3086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81" name="Freihandform: Form 80">
                <a:extLst>
                  <a:ext uri="{FF2B5EF4-FFF2-40B4-BE49-F238E27FC236}">
                    <a16:creationId xmlns:a16="http://schemas.microsoft.com/office/drawing/2014/main" id="{044BC4D9-28C0-10E1-3FC6-97DE99E563E8}"/>
                  </a:ext>
                </a:extLst>
              </p:cNvPr>
              <p:cNvSpPr/>
              <p:nvPr/>
            </p:nvSpPr>
            <p:spPr>
              <a:xfrm>
                <a:off x="6030181" y="3134295"/>
                <a:ext cx="156495" cy="293750"/>
              </a:xfrm>
              <a:custGeom>
                <a:avLst/>
                <a:gdLst>
                  <a:gd name="connsiteX0" fmla="*/ 156496 w 156495"/>
                  <a:gd name="connsiteY0" fmla="*/ 293751 h 293750"/>
                  <a:gd name="connsiteX1" fmla="*/ 156496 w 156495"/>
                  <a:gd name="connsiteY1" fmla="*/ 262604 h 293750"/>
                  <a:gd name="connsiteX2" fmla="*/ 149352 w 156495"/>
                  <a:gd name="connsiteY2" fmla="*/ 262604 h 293750"/>
                  <a:gd name="connsiteX3" fmla="*/ 125730 w 156495"/>
                  <a:gd name="connsiteY3" fmla="*/ 238982 h 293750"/>
                  <a:gd name="connsiteX4" fmla="*/ 125730 w 156495"/>
                  <a:gd name="connsiteY4" fmla="*/ 54769 h 293750"/>
                  <a:gd name="connsiteX5" fmla="*/ 149352 w 156495"/>
                  <a:gd name="connsiteY5" fmla="*/ 31147 h 293750"/>
                  <a:gd name="connsiteX6" fmla="*/ 156496 w 156495"/>
                  <a:gd name="connsiteY6" fmla="*/ 31147 h 293750"/>
                  <a:gd name="connsiteX7" fmla="*/ 156496 w 156495"/>
                  <a:gd name="connsiteY7" fmla="*/ 0 h 293750"/>
                  <a:gd name="connsiteX8" fmla="*/ 0 w 156495"/>
                  <a:gd name="connsiteY8" fmla="*/ 0 h 293750"/>
                  <a:gd name="connsiteX9" fmla="*/ 0 w 156495"/>
                  <a:gd name="connsiteY9" fmla="*/ 31147 h 293750"/>
                  <a:gd name="connsiteX10" fmla="*/ 7144 w 156495"/>
                  <a:gd name="connsiteY10" fmla="*/ 31147 h 293750"/>
                  <a:gd name="connsiteX11" fmla="*/ 30956 w 156495"/>
                  <a:gd name="connsiteY11" fmla="*/ 54769 h 293750"/>
                  <a:gd name="connsiteX12" fmla="*/ 30956 w 156495"/>
                  <a:gd name="connsiteY12" fmla="*/ 238982 h 293750"/>
                  <a:gd name="connsiteX13" fmla="*/ 7144 w 156495"/>
                  <a:gd name="connsiteY13" fmla="*/ 262604 h 293750"/>
                  <a:gd name="connsiteX14" fmla="*/ 0 w 156495"/>
                  <a:gd name="connsiteY14" fmla="*/ 262604 h 293750"/>
                  <a:gd name="connsiteX15" fmla="*/ 0 w 156495"/>
                  <a:gd name="connsiteY15" fmla="*/ 293751 h 293750"/>
                  <a:gd name="connsiteX16" fmla="*/ 156496 w 156495"/>
                  <a:gd name="connsiteY16" fmla="*/ 293751 h 293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56495" h="293750">
                    <a:moveTo>
                      <a:pt x="156496" y="293751"/>
                    </a:moveTo>
                    <a:lnTo>
                      <a:pt x="156496" y="262604"/>
                    </a:lnTo>
                    <a:lnTo>
                      <a:pt x="149352" y="262604"/>
                    </a:lnTo>
                    <a:cubicBezTo>
                      <a:pt x="136398" y="262604"/>
                      <a:pt x="125730" y="251936"/>
                      <a:pt x="125730" y="238982"/>
                    </a:cubicBezTo>
                    <a:lnTo>
                      <a:pt x="125730" y="54769"/>
                    </a:lnTo>
                    <a:cubicBezTo>
                      <a:pt x="125730" y="41815"/>
                      <a:pt x="136303" y="31147"/>
                      <a:pt x="149352" y="31147"/>
                    </a:cubicBezTo>
                    <a:lnTo>
                      <a:pt x="156496" y="31147"/>
                    </a:lnTo>
                    <a:lnTo>
                      <a:pt x="156496" y="0"/>
                    </a:lnTo>
                    <a:lnTo>
                      <a:pt x="0" y="0"/>
                    </a:lnTo>
                    <a:lnTo>
                      <a:pt x="0" y="31147"/>
                    </a:lnTo>
                    <a:lnTo>
                      <a:pt x="7144" y="31147"/>
                    </a:lnTo>
                    <a:cubicBezTo>
                      <a:pt x="20383" y="31147"/>
                      <a:pt x="30956" y="41720"/>
                      <a:pt x="30956" y="54769"/>
                    </a:cubicBezTo>
                    <a:lnTo>
                      <a:pt x="30956" y="238982"/>
                    </a:lnTo>
                    <a:cubicBezTo>
                      <a:pt x="30956" y="251936"/>
                      <a:pt x="20383" y="262604"/>
                      <a:pt x="7144" y="262604"/>
                    </a:cubicBezTo>
                    <a:lnTo>
                      <a:pt x="0" y="262604"/>
                    </a:lnTo>
                    <a:lnTo>
                      <a:pt x="0" y="293751"/>
                    </a:lnTo>
                    <a:lnTo>
                      <a:pt x="156496" y="29375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82" name="Freihandform: Form 81">
                <a:extLst>
                  <a:ext uri="{FF2B5EF4-FFF2-40B4-BE49-F238E27FC236}">
                    <a16:creationId xmlns:a16="http://schemas.microsoft.com/office/drawing/2014/main" id="{118A871C-C553-9940-D7E0-84A6EA47D56E}"/>
                  </a:ext>
                </a:extLst>
              </p:cNvPr>
              <p:cNvSpPr/>
              <p:nvPr/>
            </p:nvSpPr>
            <p:spPr>
              <a:xfrm>
                <a:off x="5748718" y="3134295"/>
                <a:ext cx="248983" cy="294132"/>
              </a:xfrm>
              <a:custGeom>
                <a:avLst/>
                <a:gdLst>
                  <a:gd name="connsiteX0" fmla="*/ 248983 w 248983"/>
                  <a:gd name="connsiteY0" fmla="*/ 294037 h 294132"/>
                  <a:gd name="connsiteX1" fmla="*/ 248983 w 248983"/>
                  <a:gd name="connsiteY1" fmla="*/ 198596 h 294132"/>
                  <a:gd name="connsiteX2" fmla="*/ 217361 w 248983"/>
                  <a:gd name="connsiteY2" fmla="*/ 198596 h 294132"/>
                  <a:gd name="connsiteX3" fmla="*/ 156496 w 248983"/>
                  <a:gd name="connsiteY3" fmla="*/ 262890 h 294132"/>
                  <a:gd name="connsiteX4" fmla="*/ 124873 w 248983"/>
                  <a:gd name="connsiteY4" fmla="*/ 262890 h 294132"/>
                  <a:gd name="connsiteX5" fmla="*/ 124873 w 248983"/>
                  <a:gd name="connsiteY5" fmla="*/ 162687 h 294132"/>
                  <a:gd name="connsiteX6" fmla="*/ 136112 w 248983"/>
                  <a:gd name="connsiteY6" fmla="*/ 162687 h 294132"/>
                  <a:gd name="connsiteX7" fmla="*/ 159925 w 248983"/>
                  <a:gd name="connsiteY7" fmla="*/ 186500 h 294132"/>
                  <a:gd name="connsiteX8" fmla="*/ 159925 w 248983"/>
                  <a:gd name="connsiteY8" fmla="*/ 198406 h 294132"/>
                  <a:gd name="connsiteX9" fmla="*/ 191071 w 248983"/>
                  <a:gd name="connsiteY9" fmla="*/ 198406 h 294132"/>
                  <a:gd name="connsiteX10" fmla="*/ 191071 w 248983"/>
                  <a:gd name="connsiteY10" fmla="*/ 95631 h 294132"/>
                  <a:gd name="connsiteX11" fmla="*/ 159925 w 248983"/>
                  <a:gd name="connsiteY11" fmla="*/ 95631 h 294132"/>
                  <a:gd name="connsiteX12" fmla="*/ 159925 w 248983"/>
                  <a:gd name="connsiteY12" fmla="*/ 107537 h 294132"/>
                  <a:gd name="connsiteX13" fmla="*/ 136112 w 248983"/>
                  <a:gd name="connsiteY13" fmla="*/ 131350 h 294132"/>
                  <a:gd name="connsiteX14" fmla="*/ 124873 w 248983"/>
                  <a:gd name="connsiteY14" fmla="*/ 131350 h 294132"/>
                  <a:gd name="connsiteX15" fmla="*/ 124873 w 248983"/>
                  <a:gd name="connsiteY15" fmla="*/ 31147 h 294132"/>
                  <a:gd name="connsiteX16" fmla="*/ 156496 w 248983"/>
                  <a:gd name="connsiteY16" fmla="*/ 31147 h 294132"/>
                  <a:gd name="connsiteX17" fmla="*/ 217361 w 248983"/>
                  <a:gd name="connsiteY17" fmla="*/ 95441 h 294132"/>
                  <a:gd name="connsiteX18" fmla="*/ 248983 w 248983"/>
                  <a:gd name="connsiteY18" fmla="*/ 95441 h 294132"/>
                  <a:gd name="connsiteX19" fmla="*/ 248983 w 248983"/>
                  <a:gd name="connsiteY19" fmla="*/ 0 h 294132"/>
                  <a:gd name="connsiteX20" fmla="*/ 0 w 248983"/>
                  <a:gd name="connsiteY20" fmla="*/ 0 h 294132"/>
                  <a:gd name="connsiteX21" fmla="*/ 0 w 248983"/>
                  <a:gd name="connsiteY21" fmla="*/ 31337 h 294132"/>
                  <a:gd name="connsiteX22" fmla="*/ 7144 w 248983"/>
                  <a:gd name="connsiteY22" fmla="*/ 31337 h 294132"/>
                  <a:gd name="connsiteX23" fmla="*/ 30766 w 248983"/>
                  <a:gd name="connsiteY23" fmla="*/ 54959 h 294132"/>
                  <a:gd name="connsiteX24" fmla="*/ 30766 w 248983"/>
                  <a:gd name="connsiteY24" fmla="*/ 239173 h 294132"/>
                  <a:gd name="connsiteX25" fmla="*/ 7144 w 248983"/>
                  <a:gd name="connsiteY25" fmla="*/ 262795 h 294132"/>
                  <a:gd name="connsiteX26" fmla="*/ 0 w 248983"/>
                  <a:gd name="connsiteY26" fmla="*/ 262795 h 294132"/>
                  <a:gd name="connsiteX27" fmla="*/ 0 w 248983"/>
                  <a:gd name="connsiteY27" fmla="*/ 293942 h 294132"/>
                  <a:gd name="connsiteX28" fmla="*/ 248983 w 248983"/>
                  <a:gd name="connsiteY28" fmla="*/ 294132 h 2941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48983" h="294132">
                    <a:moveTo>
                      <a:pt x="248983" y="294037"/>
                    </a:moveTo>
                    <a:lnTo>
                      <a:pt x="248983" y="198596"/>
                    </a:lnTo>
                    <a:lnTo>
                      <a:pt x="217361" y="198596"/>
                    </a:lnTo>
                    <a:cubicBezTo>
                      <a:pt x="217361" y="198596"/>
                      <a:pt x="211550" y="262890"/>
                      <a:pt x="156496" y="262890"/>
                    </a:cubicBezTo>
                    <a:lnTo>
                      <a:pt x="124873" y="262890"/>
                    </a:lnTo>
                    <a:lnTo>
                      <a:pt x="124873" y="162687"/>
                    </a:lnTo>
                    <a:lnTo>
                      <a:pt x="136112" y="162687"/>
                    </a:lnTo>
                    <a:cubicBezTo>
                      <a:pt x="149352" y="162687"/>
                      <a:pt x="159925" y="173355"/>
                      <a:pt x="159925" y="186500"/>
                    </a:cubicBezTo>
                    <a:lnTo>
                      <a:pt x="159925" y="198406"/>
                    </a:lnTo>
                    <a:lnTo>
                      <a:pt x="191071" y="198406"/>
                    </a:lnTo>
                    <a:lnTo>
                      <a:pt x="191071" y="95631"/>
                    </a:lnTo>
                    <a:lnTo>
                      <a:pt x="159925" y="95631"/>
                    </a:lnTo>
                    <a:lnTo>
                      <a:pt x="159925" y="107537"/>
                    </a:lnTo>
                    <a:cubicBezTo>
                      <a:pt x="159925" y="120777"/>
                      <a:pt x="149352" y="131350"/>
                      <a:pt x="136112" y="131350"/>
                    </a:cubicBezTo>
                    <a:lnTo>
                      <a:pt x="124873" y="131350"/>
                    </a:lnTo>
                    <a:lnTo>
                      <a:pt x="124873" y="31147"/>
                    </a:lnTo>
                    <a:lnTo>
                      <a:pt x="156496" y="31147"/>
                    </a:lnTo>
                    <a:cubicBezTo>
                      <a:pt x="211455" y="31147"/>
                      <a:pt x="217361" y="95441"/>
                      <a:pt x="217361" y="95441"/>
                    </a:cubicBezTo>
                    <a:lnTo>
                      <a:pt x="248983" y="95441"/>
                    </a:lnTo>
                    <a:lnTo>
                      <a:pt x="248983" y="0"/>
                    </a:lnTo>
                    <a:lnTo>
                      <a:pt x="0" y="0"/>
                    </a:lnTo>
                    <a:lnTo>
                      <a:pt x="0" y="31337"/>
                    </a:lnTo>
                    <a:lnTo>
                      <a:pt x="7144" y="31337"/>
                    </a:lnTo>
                    <a:cubicBezTo>
                      <a:pt x="20098" y="31337"/>
                      <a:pt x="30766" y="42005"/>
                      <a:pt x="30766" y="54959"/>
                    </a:cubicBezTo>
                    <a:lnTo>
                      <a:pt x="30766" y="239173"/>
                    </a:lnTo>
                    <a:cubicBezTo>
                      <a:pt x="30766" y="252127"/>
                      <a:pt x="20193" y="262795"/>
                      <a:pt x="7144" y="262795"/>
                    </a:cubicBezTo>
                    <a:lnTo>
                      <a:pt x="0" y="262795"/>
                    </a:lnTo>
                    <a:lnTo>
                      <a:pt x="0" y="293942"/>
                    </a:lnTo>
                    <a:lnTo>
                      <a:pt x="248983" y="294132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83" name="Freihandform: Form 82">
                <a:extLst>
                  <a:ext uri="{FF2B5EF4-FFF2-40B4-BE49-F238E27FC236}">
                    <a16:creationId xmlns:a16="http://schemas.microsoft.com/office/drawing/2014/main" id="{D80B4281-572D-7FD9-D213-BD21BC843292}"/>
                  </a:ext>
                </a:extLst>
              </p:cNvPr>
              <p:cNvSpPr/>
              <p:nvPr/>
            </p:nvSpPr>
            <p:spPr>
              <a:xfrm>
                <a:off x="6217588" y="3134295"/>
                <a:ext cx="237562" cy="293941"/>
              </a:xfrm>
              <a:custGeom>
                <a:avLst/>
                <a:gdLst>
                  <a:gd name="connsiteX0" fmla="*/ 133586 w 237562"/>
                  <a:gd name="connsiteY0" fmla="*/ 30956 h 293941"/>
                  <a:gd name="connsiteX1" fmla="*/ 201976 w 237562"/>
                  <a:gd name="connsiteY1" fmla="*/ 95250 h 293941"/>
                  <a:gd name="connsiteX2" fmla="*/ 232551 w 237562"/>
                  <a:gd name="connsiteY2" fmla="*/ 95250 h 293941"/>
                  <a:gd name="connsiteX3" fmla="*/ 232551 w 237562"/>
                  <a:gd name="connsiteY3" fmla="*/ 0 h 293941"/>
                  <a:gd name="connsiteX4" fmla="*/ 6713 w 237562"/>
                  <a:gd name="connsiteY4" fmla="*/ 0 h 293941"/>
                  <a:gd name="connsiteX5" fmla="*/ 64339 w 237562"/>
                  <a:gd name="connsiteY5" fmla="*/ 151733 h 293941"/>
                  <a:gd name="connsiteX6" fmla="*/ 132348 w 237562"/>
                  <a:gd name="connsiteY6" fmla="*/ 262795 h 293941"/>
                  <a:gd name="connsiteX7" fmla="*/ 94248 w 237562"/>
                  <a:gd name="connsiteY7" fmla="*/ 262795 h 293941"/>
                  <a:gd name="connsiteX8" fmla="*/ 33383 w 237562"/>
                  <a:gd name="connsiteY8" fmla="*/ 198501 h 293941"/>
                  <a:gd name="connsiteX9" fmla="*/ 1760 w 237562"/>
                  <a:gd name="connsiteY9" fmla="*/ 198501 h 293941"/>
                  <a:gd name="connsiteX10" fmla="*/ 1760 w 237562"/>
                  <a:gd name="connsiteY10" fmla="*/ 293942 h 293941"/>
                  <a:gd name="connsiteX11" fmla="*/ 229312 w 237562"/>
                  <a:gd name="connsiteY11" fmla="*/ 293942 h 293941"/>
                  <a:gd name="connsiteX12" fmla="*/ 168257 w 237562"/>
                  <a:gd name="connsiteY12" fmla="*/ 133731 h 293941"/>
                  <a:gd name="connsiteX13" fmla="*/ 104821 w 237562"/>
                  <a:gd name="connsiteY13" fmla="*/ 30671 h 293941"/>
                  <a:gd name="connsiteX14" fmla="*/ 133586 w 237562"/>
                  <a:gd name="connsiteY14" fmla="*/ 30861 h 293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37562" h="293941">
                    <a:moveTo>
                      <a:pt x="133586" y="30956"/>
                    </a:moveTo>
                    <a:cubicBezTo>
                      <a:pt x="197023" y="30956"/>
                      <a:pt x="201976" y="95250"/>
                      <a:pt x="201976" y="95250"/>
                    </a:cubicBezTo>
                    <a:lnTo>
                      <a:pt x="232551" y="95250"/>
                    </a:lnTo>
                    <a:lnTo>
                      <a:pt x="232551" y="0"/>
                    </a:lnTo>
                    <a:lnTo>
                      <a:pt x="6713" y="0"/>
                    </a:lnTo>
                    <a:cubicBezTo>
                      <a:pt x="6713" y="0"/>
                      <a:pt x="-29006" y="46768"/>
                      <a:pt x="64339" y="151733"/>
                    </a:cubicBezTo>
                    <a:cubicBezTo>
                      <a:pt x="64339" y="151733"/>
                      <a:pt x="130538" y="228981"/>
                      <a:pt x="132348" y="262795"/>
                    </a:cubicBezTo>
                    <a:lnTo>
                      <a:pt x="94248" y="262795"/>
                    </a:lnTo>
                    <a:cubicBezTo>
                      <a:pt x="39289" y="262795"/>
                      <a:pt x="33383" y="198501"/>
                      <a:pt x="33383" y="198501"/>
                    </a:cubicBezTo>
                    <a:lnTo>
                      <a:pt x="1760" y="198501"/>
                    </a:lnTo>
                    <a:lnTo>
                      <a:pt x="1760" y="293942"/>
                    </a:lnTo>
                    <a:lnTo>
                      <a:pt x="229312" y="293942"/>
                    </a:lnTo>
                    <a:cubicBezTo>
                      <a:pt x="229312" y="293942"/>
                      <a:pt x="270651" y="249365"/>
                      <a:pt x="168257" y="133731"/>
                    </a:cubicBezTo>
                    <a:cubicBezTo>
                      <a:pt x="168257" y="133731"/>
                      <a:pt x="114536" y="78581"/>
                      <a:pt x="104821" y="30671"/>
                    </a:cubicBezTo>
                    <a:lnTo>
                      <a:pt x="133586" y="3086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84" name="Freihandform: Form 83">
                <a:extLst>
                  <a:ext uri="{FF2B5EF4-FFF2-40B4-BE49-F238E27FC236}">
                    <a16:creationId xmlns:a16="http://schemas.microsoft.com/office/drawing/2014/main" id="{4A7EFE55-E106-DA2F-5755-67EF32646A1E}"/>
                  </a:ext>
                </a:extLst>
              </p:cNvPr>
              <p:cNvSpPr/>
              <p:nvPr/>
            </p:nvSpPr>
            <p:spPr>
              <a:xfrm>
                <a:off x="6481716" y="3134295"/>
                <a:ext cx="237562" cy="293941"/>
              </a:xfrm>
              <a:custGeom>
                <a:avLst/>
                <a:gdLst>
                  <a:gd name="connsiteX0" fmla="*/ 133586 w 237562"/>
                  <a:gd name="connsiteY0" fmla="*/ 30956 h 293941"/>
                  <a:gd name="connsiteX1" fmla="*/ 201976 w 237562"/>
                  <a:gd name="connsiteY1" fmla="*/ 95250 h 293941"/>
                  <a:gd name="connsiteX2" fmla="*/ 232265 w 237562"/>
                  <a:gd name="connsiteY2" fmla="*/ 95250 h 293941"/>
                  <a:gd name="connsiteX3" fmla="*/ 232265 w 237562"/>
                  <a:gd name="connsiteY3" fmla="*/ 0 h 293941"/>
                  <a:gd name="connsiteX4" fmla="*/ 6713 w 237562"/>
                  <a:gd name="connsiteY4" fmla="*/ 0 h 293941"/>
                  <a:gd name="connsiteX5" fmla="*/ 64339 w 237562"/>
                  <a:gd name="connsiteY5" fmla="*/ 151733 h 293941"/>
                  <a:gd name="connsiteX6" fmla="*/ 132348 w 237562"/>
                  <a:gd name="connsiteY6" fmla="*/ 262795 h 293941"/>
                  <a:gd name="connsiteX7" fmla="*/ 94248 w 237562"/>
                  <a:gd name="connsiteY7" fmla="*/ 262795 h 293941"/>
                  <a:gd name="connsiteX8" fmla="*/ 33383 w 237562"/>
                  <a:gd name="connsiteY8" fmla="*/ 198501 h 293941"/>
                  <a:gd name="connsiteX9" fmla="*/ 1760 w 237562"/>
                  <a:gd name="connsiteY9" fmla="*/ 198501 h 293941"/>
                  <a:gd name="connsiteX10" fmla="*/ 1760 w 237562"/>
                  <a:gd name="connsiteY10" fmla="*/ 293942 h 293941"/>
                  <a:gd name="connsiteX11" fmla="*/ 229313 w 237562"/>
                  <a:gd name="connsiteY11" fmla="*/ 293942 h 293941"/>
                  <a:gd name="connsiteX12" fmla="*/ 168257 w 237562"/>
                  <a:gd name="connsiteY12" fmla="*/ 133731 h 293941"/>
                  <a:gd name="connsiteX13" fmla="*/ 104821 w 237562"/>
                  <a:gd name="connsiteY13" fmla="*/ 30671 h 293941"/>
                  <a:gd name="connsiteX14" fmla="*/ 133586 w 237562"/>
                  <a:gd name="connsiteY14" fmla="*/ 30861 h 293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37562" h="293941">
                    <a:moveTo>
                      <a:pt x="133586" y="30956"/>
                    </a:moveTo>
                    <a:cubicBezTo>
                      <a:pt x="196832" y="30956"/>
                      <a:pt x="201976" y="95250"/>
                      <a:pt x="201976" y="95250"/>
                    </a:cubicBezTo>
                    <a:lnTo>
                      <a:pt x="232265" y="95250"/>
                    </a:lnTo>
                    <a:lnTo>
                      <a:pt x="232265" y="0"/>
                    </a:lnTo>
                    <a:lnTo>
                      <a:pt x="6713" y="0"/>
                    </a:lnTo>
                    <a:cubicBezTo>
                      <a:pt x="6713" y="0"/>
                      <a:pt x="-29006" y="46768"/>
                      <a:pt x="64339" y="151733"/>
                    </a:cubicBezTo>
                    <a:cubicBezTo>
                      <a:pt x="64339" y="151733"/>
                      <a:pt x="130538" y="228981"/>
                      <a:pt x="132348" y="262795"/>
                    </a:cubicBezTo>
                    <a:lnTo>
                      <a:pt x="94248" y="262795"/>
                    </a:lnTo>
                    <a:cubicBezTo>
                      <a:pt x="39289" y="262795"/>
                      <a:pt x="33383" y="198501"/>
                      <a:pt x="33383" y="198501"/>
                    </a:cubicBezTo>
                    <a:lnTo>
                      <a:pt x="1760" y="198501"/>
                    </a:lnTo>
                    <a:lnTo>
                      <a:pt x="1760" y="293942"/>
                    </a:lnTo>
                    <a:lnTo>
                      <a:pt x="229313" y="293942"/>
                    </a:lnTo>
                    <a:cubicBezTo>
                      <a:pt x="229313" y="293942"/>
                      <a:pt x="270651" y="249365"/>
                      <a:pt x="168257" y="133731"/>
                    </a:cubicBezTo>
                    <a:cubicBezTo>
                      <a:pt x="168257" y="133731"/>
                      <a:pt x="114536" y="78581"/>
                      <a:pt x="104821" y="30671"/>
                    </a:cubicBezTo>
                    <a:lnTo>
                      <a:pt x="133586" y="3086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871685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段落分页-对内|无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40C2D3-DBDA-4D6C-BBD7-C8CCD961E4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319" y="1628776"/>
            <a:ext cx="8663775" cy="1962150"/>
          </a:xfrm>
        </p:spPr>
        <p:txBody>
          <a:bodyPr anchor="b" anchorCtr="0">
            <a:noAutofit/>
          </a:bodyPr>
          <a:lstStyle>
            <a:lvl1pPr>
              <a:lnSpc>
                <a:spcPts val="5000"/>
              </a:lnSpc>
              <a:defRPr sz="4500" b="1">
                <a:latin typeface="Microsoft YaHei" panose="020B0503020204020204" pitchFamily="34" charset="-122"/>
                <a:cs typeface="ZEISS Frutiger Next W1G Lt"/>
              </a:defRPr>
            </a:lvl1pPr>
          </a:lstStyle>
          <a:p>
            <a:r>
              <a:rPr lang="zh-CN" altLang="en-US" dirty="0"/>
              <a:t>编辑主封面格式</a:t>
            </a:r>
            <a:endParaRPr lang="de-DE" dirty="0"/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5D536C54-AD88-4971-B5AC-E8FD5A475273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18319" y="3849556"/>
            <a:ext cx="8663775" cy="1296124"/>
          </a:xfrm>
        </p:spPr>
        <p:txBody>
          <a:bodyPr wrap="square">
            <a:noAutofit/>
          </a:bodyPr>
          <a:lstStyle>
            <a:lvl1pPr>
              <a:lnSpc>
                <a:spcPct val="120000"/>
              </a:lnSpc>
              <a:spcAft>
                <a:spcPts val="0"/>
              </a:spcAft>
              <a:defRPr sz="2000">
                <a:solidFill>
                  <a:srgbClr val="0F2DB3"/>
                </a:solidFill>
                <a:latin typeface="Microsoft YaHei" panose="020B0503020204020204" pitchFamily="34" charset="-122"/>
                <a:cs typeface="ZEISS Frutiger Next W1G Lt"/>
              </a:defRPr>
            </a:lvl1pPr>
          </a:lstStyle>
          <a:p>
            <a:pPr lvl="0"/>
            <a:r>
              <a:rPr lang="zh-CN" altLang="en-US" dirty="0"/>
              <a:t>编辑主文本格式</a:t>
            </a:r>
          </a:p>
        </p:txBody>
      </p: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9C1280D3-B9C3-4A25-B7DA-EB8C06770EDC}"/>
              </a:ext>
            </a:extLst>
          </p:cNvPr>
          <p:cNvGrpSpPr/>
          <p:nvPr/>
        </p:nvGrpSpPr>
        <p:grpSpPr>
          <a:xfrm>
            <a:off x="307324" y="-697715"/>
            <a:ext cx="11367557" cy="411958"/>
            <a:chOff x="307324" y="6944501"/>
            <a:chExt cx="11367557" cy="411958"/>
          </a:xfrm>
        </p:grpSpPr>
        <p:grpSp>
          <p:nvGrpSpPr>
            <p:cNvPr id="40" name="Gruppieren 39">
              <a:extLst>
                <a:ext uri="{FF2B5EF4-FFF2-40B4-BE49-F238E27FC236}">
                  <a16:creationId xmlns:a16="http://schemas.microsoft.com/office/drawing/2014/main" id="{0D80C0B7-D192-4BE2-BA42-72602E670A9E}"/>
                </a:ext>
              </a:extLst>
            </p:cNvPr>
            <p:cNvGrpSpPr/>
            <p:nvPr/>
          </p:nvGrpSpPr>
          <p:grpSpPr>
            <a:xfrm rot="16200000">
              <a:off x="205653" y="7046174"/>
              <a:ext cx="411956" cy="208614"/>
              <a:chOff x="-615197" y="4303061"/>
              <a:chExt cx="411956" cy="208614"/>
            </a:xfrm>
          </p:grpSpPr>
          <p:cxnSp>
            <p:nvCxnSpPr>
              <p:cNvPr id="69" name="Gerader Verbinder 68">
                <a:extLst>
                  <a:ext uri="{FF2B5EF4-FFF2-40B4-BE49-F238E27FC236}">
                    <a16:creationId xmlns:a16="http://schemas.microsoft.com/office/drawing/2014/main" id="{45A436EE-24A1-41E2-B076-3A9AE34A69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6" name="Textfeld 85">
                <a:extLst>
                  <a:ext uri="{FF2B5EF4-FFF2-40B4-BE49-F238E27FC236}">
                    <a16:creationId xmlns:a16="http://schemas.microsoft.com/office/drawing/2014/main" id="{F43AC20D-B9EC-42E1-AAD8-9FCFD2D61ED4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15.50</a:t>
                </a:r>
              </a:p>
            </p:txBody>
          </p:sp>
        </p:grpSp>
        <p:grpSp>
          <p:nvGrpSpPr>
            <p:cNvPr id="41" name="Gruppieren 40">
              <a:extLst>
                <a:ext uri="{FF2B5EF4-FFF2-40B4-BE49-F238E27FC236}">
                  <a16:creationId xmlns:a16="http://schemas.microsoft.com/office/drawing/2014/main" id="{3BB62EAE-9AF5-417E-B9FB-F07E0361C00F}"/>
                </a:ext>
              </a:extLst>
            </p:cNvPr>
            <p:cNvGrpSpPr/>
            <p:nvPr/>
          </p:nvGrpSpPr>
          <p:grpSpPr>
            <a:xfrm rot="16200000">
              <a:off x="5641253" y="7046174"/>
              <a:ext cx="411956" cy="208614"/>
              <a:chOff x="-615197" y="4303061"/>
              <a:chExt cx="411956" cy="208614"/>
            </a:xfrm>
          </p:grpSpPr>
          <p:cxnSp>
            <p:nvCxnSpPr>
              <p:cNvPr id="49" name="Gerader Verbinder 48">
                <a:extLst>
                  <a:ext uri="{FF2B5EF4-FFF2-40B4-BE49-F238E27FC236}">
                    <a16:creationId xmlns:a16="http://schemas.microsoft.com/office/drawing/2014/main" id="{9C4493C4-7126-4DC2-8B39-0DA97D4322F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Textfeld 51">
                <a:extLst>
                  <a:ext uri="{FF2B5EF4-FFF2-40B4-BE49-F238E27FC236}">
                    <a16:creationId xmlns:a16="http://schemas.microsoft.com/office/drawing/2014/main" id="{FB971E19-0AD9-4FC0-A690-5B7FE4B937D2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00.40</a:t>
                </a:r>
              </a:p>
            </p:txBody>
          </p:sp>
        </p:grpSp>
        <p:grpSp>
          <p:nvGrpSpPr>
            <p:cNvPr id="42" name="Gruppieren 41">
              <a:extLst>
                <a:ext uri="{FF2B5EF4-FFF2-40B4-BE49-F238E27FC236}">
                  <a16:creationId xmlns:a16="http://schemas.microsoft.com/office/drawing/2014/main" id="{6FC177ED-08A3-41F2-A20F-421A8D15F67E}"/>
                </a:ext>
              </a:extLst>
            </p:cNvPr>
            <p:cNvGrpSpPr/>
            <p:nvPr/>
          </p:nvGrpSpPr>
          <p:grpSpPr>
            <a:xfrm rot="5400000">
              <a:off x="6093326" y="7050196"/>
              <a:ext cx="411957" cy="200568"/>
              <a:chOff x="-615198" y="4354167"/>
              <a:chExt cx="411957" cy="200568"/>
            </a:xfrm>
          </p:grpSpPr>
          <p:cxnSp>
            <p:nvCxnSpPr>
              <p:cNvPr id="47" name="Gerader Verbinder 46">
                <a:extLst>
                  <a:ext uri="{FF2B5EF4-FFF2-40B4-BE49-F238E27FC236}">
                    <a16:creationId xmlns:a16="http://schemas.microsoft.com/office/drawing/2014/main" id="{835CDBE8-AA56-4C77-B976-9D47940A7B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Textfeld 47">
                <a:extLst>
                  <a:ext uri="{FF2B5EF4-FFF2-40B4-BE49-F238E27FC236}">
                    <a16:creationId xmlns:a16="http://schemas.microsoft.com/office/drawing/2014/main" id="{2D561C1E-6052-4A4C-A499-813F75179129}"/>
                  </a:ext>
                </a:extLst>
              </p:cNvPr>
              <p:cNvSpPr txBox="1"/>
              <p:nvPr/>
            </p:nvSpPr>
            <p:spPr>
              <a:xfrm rot="10800000">
                <a:off x="-615198" y="4354167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00.40</a:t>
                </a:r>
              </a:p>
            </p:txBody>
          </p:sp>
        </p:grpSp>
        <p:cxnSp>
          <p:nvCxnSpPr>
            <p:cNvPr id="43" name="Gerader Verbinder 42">
              <a:extLst>
                <a:ext uri="{FF2B5EF4-FFF2-40B4-BE49-F238E27FC236}">
                  <a16:creationId xmlns:a16="http://schemas.microsoft.com/office/drawing/2014/main" id="{5E35AB79-CCC4-40B5-9419-E7B439F6AF2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890022" y="7150480"/>
              <a:ext cx="411956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4" name="Gruppieren 43">
              <a:extLst>
                <a:ext uri="{FF2B5EF4-FFF2-40B4-BE49-F238E27FC236}">
                  <a16:creationId xmlns:a16="http://schemas.microsoft.com/office/drawing/2014/main" id="{188768DC-E0C0-4954-8B6D-086430E859D1}"/>
                </a:ext>
              </a:extLst>
            </p:cNvPr>
            <p:cNvGrpSpPr/>
            <p:nvPr/>
          </p:nvGrpSpPr>
          <p:grpSpPr>
            <a:xfrm rot="16200000">
              <a:off x="11364596" y="7046174"/>
              <a:ext cx="411956" cy="208614"/>
              <a:chOff x="-615197" y="4303061"/>
              <a:chExt cx="411956" cy="208614"/>
            </a:xfrm>
          </p:grpSpPr>
          <p:cxnSp>
            <p:nvCxnSpPr>
              <p:cNvPr id="45" name="Gerader Verbinder 44">
                <a:extLst>
                  <a:ext uri="{FF2B5EF4-FFF2-40B4-BE49-F238E27FC236}">
                    <a16:creationId xmlns:a16="http://schemas.microsoft.com/office/drawing/2014/main" id="{BEB2F57A-3E27-41C6-8006-489CD896218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Textfeld 45">
                <a:extLst>
                  <a:ext uri="{FF2B5EF4-FFF2-40B4-BE49-F238E27FC236}">
                    <a16:creationId xmlns:a16="http://schemas.microsoft.com/office/drawing/2014/main" id="{CC3AC5D1-0A2D-43C7-BCF5-20E4AF49AC92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15.50</a:t>
                </a:r>
              </a:p>
            </p:txBody>
          </p:sp>
        </p:grpSp>
      </p:grpSp>
      <p:grpSp>
        <p:nvGrpSpPr>
          <p:cNvPr id="87" name="Gruppieren 86">
            <a:extLst>
              <a:ext uri="{FF2B5EF4-FFF2-40B4-BE49-F238E27FC236}">
                <a16:creationId xmlns:a16="http://schemas.microsoft.com/office/drawing/2014/main" id="{3C1455B6-9AFA-4D33-B327-9E8716352F4C}"/>
              </a:ext>
            </a:extLst>
          </p:cNvPr>
          <p:cNvGrpSpPr/>
          <p:nvPr/>
        </p:nvGrpSpPr>
        <p:grpSpPr>
          <a:xfrm>
            <a:off x="-697714" y="80201"/>
            <a:ext cx="411956" cy="6713707"/>
            <a:chOff x="-502267" y="80201"/>
            <a:chExt cx="411956" cy="6713707"/>
          </a:xfrm>
        </p:grpSpPr>
        <p:grpSp>
          <p:nvGrpSpPr>
            <p:cNvPr id="88" name="Gruppieren 87">
              <a:extLst>
                <a:ext uri="{FF2B5EF4-FFF2-40B4-BE49-F238E27FC236}">
                  <a16:creationId xmlns:a16="http://schemas.microsoft.com/office/drawing/2014/main" id="{0A1C7727-4464-42EF-8C17-CBF051C81971}"/>
                </a:ext>
              </a:extLst>
            </p:cNvPr>
            <p:cNvGrpSpPr/>
            <p:nvPr/>
          </p:nvGrpSpPr>
          <p:grpSpPr>
            <a:xfrm>
              <a:off x="-502267" y="6593340"/>
              <a:ext cx="411956" cy="200568"/>
              <a:chOff x="-615197" y="4452994"/>
              <a:chExt cx="411956" cy="200568"/>
            </a:xfrm>
          </p:grpSpPr>
          <p:sp>
            <p:nvSpPr>
              <p:cNvPr id="104" name="Textfeld 103">
                <a:extLst>
                  <a:ext uri="{FF2B5EF4-FFF2-40B4-BE49-F238E27FC236}">
                    <a16:creationId xmlns:a16="http://schemas.microsoft.com/office/drawing/2014/main" id="{5FF6A35F-0DDA-4183-9644-0E7ED61DE8A2}"/>
                  </a:ext>
                </a:extLst>
              </p:cNvPr>
              <p:cNvSpPr txBox="1"/>
              <p:nvPr/>
            </p:nvSpPr>
            <p:spPr>
              <a:xfrm>
                <a:off x="-615197" y="4452994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08.92</a:t>
                </a:r>
              </a:p>
            </p:txBody>
          </p:sp>
          <p:cxnSp>
            <p:nvCxnSpPr>
              <p:cNvPr id="105" name="Gerader Verbinder 104">
                <a:extLst>
                  <a:ext uri="{FF2B5EF4-FFF2-40B4-BE49-F238E27FC236}">
                    <a16:creationId xmlns:a16="http://schemas.microsoft.com/office/drawing/2014/main" id="{9E3B4AF1-BE96-44E5-A275-4B266ABFDE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497389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9" name="Gruppieren 88">
              <a:extLst>
                <a:ext uri="{FF2B5EF4-FFF2-40B4-BE49-F238E27FC236}">
                  <a16:creationId xmlns:a16="http://schemas.microsoft.com/office/drawing/2014/main" id="{95B34C54-29BD-43DC-9F2F-998AA0441029}"/>
                </a:ext>
              </a:extLst>
            </p:cNvPr>
            <p:cNvGrpSpPr/>
            <p:nvPr/>
          </p:nvGrpSpPr>
          <p:grpSpPr>
            <a:xfrm>
              <a:off x="-502267" y="5876163"/>
              <a:ext cx="411956" cy="216662"/>
              <a:chOff x="-615197" y="4295013"/>
              <a:chExt cx="411956" cy="216662"/>
            </a:xfrm>
          </p:grpSpPr>
          <p:cxnSp>
            <p:nvCxnSpPr>
              <p:cNvPr id="102" name="Gerader Verbinder 101">
                <a:extLst>
                  <a:ext uri="{FF2B5EF4-FFF2-40B4-BE49-F238E27FC236}">
                    <a16:creationId xmlns:a16="http://schemas.microsoft.com/office/drawing/2014/main" id="{17B7DA63-B5DD-4C7E-B9E5-2209E017BB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3" name="Textfeld 102">
                <a:extLst>
                  <a:ext uri="{FF2B5EF4-FFF2-40B4-BE49-F238E27FC236}">
                    <a16:creationId xmlns:a16="http://schemas.microsoft.com/office/drawing/2014/main" id="{6EE80D5E-D047-45D6-9996-4CDF42D4CBE2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07.40</a:t>
                </a:r>
              </a:p>
            </p:txBody>
          </p:sp>
        </p:grpSp>
        <p:grpSp>
          <p:nvGrpSpPr>
            <p:cNvPr id="90" name="Gruppieren 89">
              <a:extLst>
                <a:ext uri="{FF2B5EF4-FFF2-40B4-BE49-F238E27FC236}">
                  <a16:creationId xmlns:a16="http://schemas.microsoft.com/office/drawing/2014/main" id="{9FCAF90D-723B-42A2-8C38-6F6D5AF0716E}"/>
                </a:ext>
              </a:extLst>
            </p:cNvPr>
            <p:cNvGrpSpPr/>
            <p:nvPr/>
          </p:nvGrpSpPr>
          <p:grpSpPr>
            <a:xfrm>
              <a:off x="-502267" y="3212338"/>
              <a:ext cx="411956" cy="216662"/>
              <a:chOff x="-615197" y="4295013"/>
              <a:chExt cx="411956" cy="216662"/>
            </a:xfrm>
          </p:grpSpPr>
          <p:cxnSp>
            <p:nvCxnSpPr>
              <p:cNvPr id="100" name="Gerader Verbinder 99">
                <a:extLst>
                  <a:ext uri="{FF2B5EF4-FFF2-40B4-BE49-F238E27FC236}">
                    <a16:creationId xmlns:a16="http://schemas.microsoft.com/office/drawing/2014/main" id="{C4DC1DE7-5767-4A31-AA12-D3A80773B55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1" name="Textfeld 100">
                <a:extLst>
                  <a:ext uri="{FF2B5EF4-FFF2-40B4-BE49-F238E27FC236}">
                    <a16:creationId xmlns:a16="http://schemas.microsoft.com/office/drawing/2014/main" id="{7A821FEE-47E3-4012-850B-BC2BE8725CCB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00.00</a:t>
                </a:r>
              </a:p>
            </p:txBody>
          </p:sp>
        </p:grpSp>
        <p:grpSp>
          <p:nvGrpSpPr>
            <p:cNvPr id="91" name="Gruppieren 90">
              <a:extLst>
                <a:ext uri="{FF2B5EF4-FFF2-40B4-BE49-F238E27FC236}">
                  <a16:creationId xmlns:a16="http://schemas.microsoft.com/office/drawing/2014/main" id="{6F9B82A1-AC20-4CD1-8B29-CD0762DFA635}"/>
                </a:ext>
              </a:extLst>
            </p:cNvPr>
            <p:cNvGrpSpPr/>
            <p:nvPr/>
          </p:nvGrpSpPr>
          <p:grpSpPr>
            <a:xfrm>
              <a:off x="-502267" y="835851"/>
              <a:ext cx="411956" cy="216662"/>
              <a:chOff x="-615197" y="4295013"/>
              <a:chExt cx="411956" cy="216662"/>
            </a:xfrm>
          </p:grpSpPr>
          <p:cxnSp>
            <p:nvCxnSpPr>
              <p:cNvPr id="98" name="Gerader Verbinder 97">
                <a:extLst>
                  <a:ext uri="{FF2B5EF4-FFF2-40B4-BE49-F238E27FC236}">
                    <a16:creationId xmlns:a16="http://schemas.microsoft.com/office/drawing/2014/main" id="{C27D4744-56C5-4AC6-BCCE-719125B179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9" name="Textfeld 98">
                <a:extLst>
                  <a:ext uri="{FF2B5EF4-FFF2-40B4-BE49-F238E27FC236}">
                    <a16:creationId xmlns:a16="http://schemas.microsoft.com/office/drawing/2014/main" id="{891F6866-7F18-4C3C-86C6-4D7679551579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06.60</a:t>
                </a:r>
              </a:p>
            </p:txBody>
          </p:sp>
        </p:grpSp>
        <p:grpSp>
          <p:nvGrpSpPr>
            <p:cNvPr id="92" name="Gruppieren 91">
              <a:extLst>
                <a:ext uri="{FF2B5EF4-FFF2-40B4-BE49-F238E27FC236}">
                  <a16:creationId xmlns:a16="http://schemas.microsoft.com/office/drawing/2014/main" id="{71C9AFC6-BB62-4472-B89D-5106CD1B5C49}"/>
                </a:ext>
              </a:extLst>
            </p:cNvPr>
            <p:cNvGrpSpPr/>
            <p:nvPr/>
          </p:nvGrpSpPr>
          <p:grpSpPr>
            <a:xfrm>
              <a:off x="-502267" y="1412113"/>
              <a:ext cx="411956" cy="216662"/>
              <a:chOff x="-615197" y="4295013"/>
              <a:chExt cx="411956" cy="216662"/>
            </a:xfrm>
          </p:grpSpPr>
          <p:cxnSp>
            <p:nvCxnSpPr>
              <p:cNvPr id="96" name="Gerader Verbinder 95">
                <a:extLst>
                  <a:ext uri="{FF2B5EF4-FFF2-40B4-BE49-F238E27FC236}">
                    <a16:creationId xmlns:a16="http://schemas.microsoft.com/office/drawing/2014/main" id="{FF772E47-6CF1-4CAC-B77F-6699803D831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7" name="Textfeld 96">
                <a:extLst>
                  <a:ext uri="{FF2B5EF4-FFF2-40B4-BE49-F238E27FC236}">
                    <a16:creationId xmlns:a16="http://schemas.microsoft.com/office/drawing/2014/main" id="{5092AAAF-F07B-421E-A6D4-E8F178B69A32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05.00</a:t>
                </a:r>
              </a:p>
            </p:txBody>
          </p:sp>
        </p:grpSp>
        <p:grpSp>
          <p:nvGrpSpPr>
            <p:cNvPr id="93" name="Gruppieren 92">
              <a:extLst>
                <a:ext uri="{FF2B5EF4-FFF2-40B4-BE49-F238E27FC236}">
                  <a16:creationId xmlns:a16="http://schemas.microsoft.com/office/drawing/2014/main" id="{39AE4AE9-760F-4975-B6D0-653159945918}"/>
                </a:ext>
              </a:extLst>
            </p:cNvPr>
            <p:cNvGrpSpPr/>
            <p:nvPr/>
          </p:nvGrpSpPr>
          <p:grpSpPr>
            <a:xfrm>
              <a:off x="-502267" y="80201"/>
              <a:ext cx="411956" cy="216662"/>
              <a:chOff x="-615197" y="4258501"/>
              <a:chExt cx="411956" cy="216662"/>
            </a:xfrm>
          </p:grpSpPr>
          <p:cxnSp>
            <p:nvCxnSpPr>
              <p:cNvPr id="94" name="Gerader Verbinder 93">
                <a:extLst>
                  <a:ext uri="{FF2B5EF4-FFF2-40B4-BE49-F238E27FC236}">
                    <a16:creationId xmlns:a16="http://schemas.microsoft.com/office/drawing/2014/main" id="{EE01BD78-C498-4723-865C-A0458BCA2C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475163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5" name="Textfeld 94">
                <a:extLst>
                  <a:ext uri="{FF2B5EF4-FFF2-40B4-BE49-F238E27FC236}">
                    <a16:creationId xmlns:a16="http://schemas.microsoft.com/office/drawing/2014/main" id="{308FE79A-874E-46F1-A307-7C3BDB0E783C}"/>
                  </a:ext>
                </a:extLst>
              </p:cNvPr>
              <p:cNvSpPr txBox="1"/>
              <p:nvPr/>
            </p:nvSpPr>
            <p:spPr>
              <a:xfrm>
                <a:off x="-615197" y="425850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08.70</a:t>
                </a:r>
              </a:p>
            </p:txBody>
          </p:sp>
        </p:grpSp>
      </p:grp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B6050CC9-7283-1AE6-334C-1AC15CC60A7A}"/>
              </a:ext>
            </a:extLst>
          </p:cNvPr>
          <p:cNvGrpSpPr/>
          <p:nvPr/>
        </p:nvGrpSpPr>
        <p:grpSpPr>
          <a:xfrm>
            <a:off x="11170442" y="299244"/>
            <a:ext cx="505400" cy="505400"/>
            <a:chOff x="5423248" y="2756248"/>
            <a:chExt cx="1349978" cy="1349978"/>
          </a:xfrm>
        </p:grpSpPr>
        <p:sp>
          <p:nvSpPr>
            <p:cNvPr id="5" name="Freihandform: Form 4">
              <a:extLst>
                <a:ext uri="{FF2B5EF4-FFF2-40B4-BE49-F238E27FC236}">
                  <a16:creationId xmlns:a16="http://schemas.microsoft.com/office/drawing/2014/main" id="{08A9EF5E-508B-7E77-4FAC-163D2AD1A7CC}"/>
                </a:ext>
              </a:extLst>
            </p:cNvPr>
            <p:cNvSpPr/>
            <p:nvPr/>
          </p:nvSpPr>
          <p:spPr>
            <a:xfrm>
              <a:off x="5423248" y="2756248"/>
              <a:ext cx="1349978" cy="1349978"/>
            </a:xfrm>
            <a:custGeom>
              <a:avLst/>
              <a:gdLst>
                <a:gd name="connsiteX0" fmla="*/ 1349788 w 1349978"/>
                <a:gd name="connsiteY0" fmla="*/ 1349978 h 1349978"/>
                <a:gd name="connsiteX1" fmla="*/ 675037 w 1349978"/>
                <a:gd name="connsiteY1" fmla="*/ 1205389 h 1349978"/>
                <a:gd name="connsiteX2" fmla="*/ 0 w 1349978"/>
                <a:gd name="connsiteY2" fmla="*/ 1349978 h 1349978"/>
                <a:gd name="connsiteX3" fmla="*/ 0 w 1349978"/>
                <a:gd name="connsiteY3" fmla="*/ 0 h 1349978"/>
                <a:gd name="connsiteX4" fmla="*/ 1349978 w 1349978"/>
                <a:gd name="connsiteY4" fmla="*/ 0 h 1349978"/>
                <a:gd name="connsiteX5" fmla="*/ 1349788 w 1349978"/>
                <a:gd name="connsiteY5" fmla="*/ 1349978 h 1349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9978" h="1349978">
                  <a:moveTo>
                    <a:pt x="1349788" y="1349978"/>
                  </a:moveTo>
                  <a:cubicBezTo>
                    <a:pt x="1143953" y="1257110"/>
                    <a:pt x="915543" y="1205389"/>
                    <a:pt x="675037" y="1205389"/>
                  </a:cubicBezTo>
                  <a:cubicBezTo>
                    <a:pt x="434530" y="1205389"/>
                    <a:pt x="205835" y="1257110"/>
                    <a:pt x="0" y="1349978"/>
                  </a:cubicBezTo>
                  <a:lnTo>
                    <a:pt x="0" y="0"/>
                  </a:lnTo>
                  <a:lnTo>
                    <a:pt x="1349978" y="0"/>
                  </a:lnTo>
                  <a:lnTo>
                    <a:pt x="1349788" y="1349978"/>
                  </a:lnTo>
                  <a:close/>
                </a:path>
              </a:pathLst>
            </a:custGeom>
            <a:solidFill>
              <a:srgbClr val="0F2D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grpSp>
          <p:nvGrpSpPr>
            <p:cNvPr id="6" name="Grafik 31">
              <a:extLst>
                <a:ext uri="{FF2B5EF4-FFF2-40B4-BE49-F238E27FC236}">
                  <a16:creationId xmlns:a16="http://schemas.microsoft.com/office/drawing/2014/main" id="{5417D3BC-AEF0-A456-3BE9-C18E74E1EB09}"/>
                </a:ext>
              </a:extLst>
            </p:cNvPr>
            <p:cNvGrpSpPr/>
            <p:nvPr/>
          </p:nvGrpSpPr>
          <p:grpSpPr>
            <a:xfrm>
              <a:off x="5474985" y="3134295"/>
              <a:ext cx="1244293" cy="294132"/>
              <a:chOff x="5474985" y="3134295"/>
              <a:chExt cx="1244293" cy="294132"/>
            </a:xfrm>
            <a:solidFill>
              <a:srgbClr val="FFFFFF"/>
            </a:solidFill>
          </p:grpSpPr>
          <p:sp>
            <p:nvSpPr>
              <p:cNvPr id="7" name="Freihandform: Form 6">
                <a:extLst>
                  <a:ext uri="{FF2B5EF4-FFF2-40B4-BE49-F238E27FC236}">
                    <a16:creationId xmlns:a16="http://schemas.microsoft.com/office/drawing/2014/main" id="{DF3F7DDE-C1CF-E9B2-B6CC-ECC937F16D29}"/>
                  </a:ext>
                </a:extLst>
              </p:cNvPr>
              <p:cNvSpPr/>
              <p:nvPr/>
            </p:nvSpPr>
            <p:spPr>
              <a:xfrm>
                <a:off x="5474985" y="3134295"/>
                <a:ext cx="247353" cy="293941"/>
              </a:xfrm>
              <a:custGeom>
                <a:avLst/>
                <a:gdLst>
                  <a:gd name="connsiteX0" fmla="*/ 109998 w 247353"/>
                  <a:gd name="connsiteY0" fmla="*/ 30956 h 293941"/>
                  <a:gd name="connsiteX1" fmla="*/ 41418 w 247353"/>
                  <a:gd name="connsiteY1" fmla="*/ 95250 h 293941"/>
                  <a:gd name="connsiteX2" fmla="*/ 11129 w 247353"/>
                  <a:gd name="connsiteY2" fmla="*/ 95250 h 293941"/>
                  <a:gd name="connsiteX3" fmla="*/ 11129 w 247353"/>
                  <a:gd name="connsiteY3" fmla="*/ 0 h 293941"/>
                  <a:gd name="connsiteX4" fmla="*/ 247349 w 247353"/>
                  <a:gd name="connsiteY4" fmla="*/ 0 h 293941"/>
                  <a:gd name="connsiteX5" fmla="*/ 179340 w 247353"/>
                  <a:gd name="connsiteY5" fmla="*/ 151733 h 293941"/>
                  <a:gd name="connsiteX6" fmla="*/ 111141 w 247353"/>
                  <a:gd name="connsiteY6" fmla="*/ 262795 h 293941"/>
                  <a:gd name="connsiteX7" fmla="*/ 149432 w 247353"/>
                  <a:gd name="connsiteY7" fmla="*/ 262795 h 293941"/>
                  <a:gd name="connsiteX8" fmla="*/ 210011 w 247353"/>
                  <a:gd name="connsiteY8" fmla="*/ 198501 h 293941"/>
                  <a:gd name="connsiteX9" fmla="*/ 241634 w 247353"/>
                  <a:gd name="connsiteY9" fmla="*/ 198501 h 293941"/>
                  <a:gd name="connsiteX10" fmla="*/ 241634 w 247353"/>
                  <a:gd name="connsiteY10" fmla="*/ 293942 h 293941"/>
                  <a:gd name="connsiteX11" fmla="*/ 270 w 247353"/>
                  <a:gd name="connsiteY11" fmla="*/ 293942 h 293941"/>
                  <a:gd name="connsiteX12" fmla="*/ 75137 w 247353"/>
                  <a:gd name="connsiteY12" fmla="*/ 133731 h 293941"/>
                  <a:gd name="connsiteX13" fmla="*/ 138573 w 247353"/>
                  <a:gd name="connsiteY13" fmla="*/ 30671 h 293941"/>
                  <a:gd name="connsiteX14" fmla="*/ 109998 w 247353"/>
                  <a:gd name="connsiteY14" fmla="*/ 30861 h 293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47353" h="293941">
                    <a:moveTo>
                      <a:pt x="109998" y="30956"/>
                    </a:moveTo>
                    <a:cubicBezTo>
                      <a:pt x="46562" y="30956"/>
                      <a:pt x="41418" y="95250"/>
                      <a:pt x="41418" y="95250"/>
                    </a:cubicBezTo>
                    <a:lnTo>
                      <a:pt x="11129" y="95250"/>
                    </a:lnTo>
                    <a:lnTo>
                      <a:pt x="11129" y="0"/>
                    </a:lnTo>
                    <a:lnTo>
                      <a:pt x="247349" y="0"/>
                    </a:lnTo>
                    <a:cubicBezTo>
                      <a:pt x="247349" y="0"/>
                      <a:pt x="249254" y="73628"/>
                      <a:pt x="179340" y="151733"/>
                    </a:cubicBezTo>
                    <a:cubicBezTo>
                      <a:pt x="179340" y="151733"/>
                      <a:pt x="112856" y="228981"/>
                      <a:pt x="111141" y="262795"/>
                    </a:cubicBezTo>
                    <a:lnTo>
                      <a:pt x="149432" y="262795"/>
                    </a:lnTo>
                    <a:cubicBezTo>
                      <a:pt x="204391" y="262795"/>
                      <a:pt x="210011" y="198501"/>
                      <a:pt x="210011" y="198501"/>
                    </a:cubicBezTo>
                    <a:lnTo>
                      <a:pt x="241634" y="198501"/>
                    </a:lnTo>
                    <a:lnTo>
                      <a:pt x="241634" y="293942"/>
                    </a:lnTo>
                    <a:lnTo>
                      <a:pt x="270" y="293942"/>
                    </a:lnTo>
                    <a:cubicBezTo>
                      <a:pt x="270" y="293942"/>
                      <a:pt x="-8588" y="221647"/>
                      <a:pt x="75137" y="133731"/>
                    </a:cubicBezTo>
                    <a:cubicBezTo>
                      <a:pt x="75137" y="133731"/>
                      <a:pt x="126667" y="76200"/>
                      <a:pt x="138573" y="30671"/>
                    </a:cubicBezTo>
                    <a:lnTo>
                      <a:pt x="109998" y="3086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9" name="Freihandform: Form 8">
                <a:extLst>
                  <a:ext uri="{FF2B5EF4-FFF2-40B4-BE49-F238E27FC236}">
                    <a16:creationId xmlns:a16="http://schemas.microsoft.com/office/drawing/2014/main" id="{5682FA23-DFD3-EA6B-7E2D-DD5B4371B563}"/>
                  </a:ext>
                </a:extLst>
              </p:cNvPr>
              <p:cNvSpPr/>
              <p:nvPr/>
            </p:nvSpPr>
            <p:spPr>
              <a:xfrm>
                <a:off x="6030181" y="3134295"/>
                <a:ext cx="156495" cy="293750"/>
              </a:xfrm>
              <a:custGeom>
                <a:avLst/>
                <a:gdLst>
                  <a:gd name="connsiteX0" fmla="*/ 156496 w 156495"/>
                  <a:gd name="connsiteY0" fmla="*/ 293751 h 293750"/>
                  <a:gd name="connsiteX1" fmla="*/ 156496 w 156495"/>
                  <a:gd name="connsiteY1" fmla="*/ 262604 h 293750"/>
                  <a:gd name="connsiteX2" fmla="*/ 149352 w 156495"/>
                  <a:gd name="connsiteY2" fmla="*/ 262604 h 293750"/>
                  <a:gd name="connsiteX3" fmla="*/ 125730 w 156495"/>
                  <a:gd name="connsiteY3" fmla="*/ 238982 h 293750"/>
                  <a:gd name="connsiteX4" fmla="*/ 125730 w 156495"/>
                  <a:gd name="connsiteY4" fmla="*/ 54769 h 293750"/>
                  <a:gd name="connsiteX5" fmla="*/ 149352 w 156495"/>
                  <a:gd name="connsiteY5" fmla="*/ 31147 h 293750"/>
                  <a:gd name="connsiteX6" fmla="*/ 156496 w 156495"/>
                  <a:gd name="connsiteY6" fmla="*/ 31147 h 293750"/>
                  <a:gd name="connsiteX7" fmla="*/ 156496 w 156495"/>
                  <a:gd name="connsiteY7" fmla="*/ 0 h 293750"/>
                  <a:gd name="connsiteX8" fmla="*/ 0 w 156495"/>
                  <a:gd name="connsiteY8" fmla="*/ 0 h 293750"/>
                  <a:gd name="connsiteX9" fmla="*/ 0 w 156495"/>
                  <a:gd name="connsiteY9" fmla="*/ 31147 h 293750"/>
                  <a:gd name="connsiteX10" fmla="*/ 7144 w 156495"/>
                  <a:gd name="connsiteY10" fmla="*/ 31147 h 293750"/>
                  <a:gd name="connsiteX11" fmla="*/ 30956 w 156495"/>
                  <a:gd name="connsiteY11" fmla="*/ 54769 h 293750"/>
                  <a:gd name="connsiteX12" fmla="*/ 30956 w 156495"/>
                  <a:gd name="connsiteY12" fmla="*/ 238982 h 293750"/>
                  <a:gd name="connsiteX13" fmla="*/ 7144 w 156495"/>
                  <a:gd name="connsiteY13" fmla="*/ 262604 h 293750"/>
                  <a:gd name="connsiteX14" fmla="*/ 0 w 156495"/>
                  <a:gd name="connsiteY14" fmla="*/ 262604 h 293750"/>
                  <a:gd name="connsiteX15" fmla="*/ 0 w 156495"/>
                  <a:gd name="connsiteY15" fmla="*/ 293751 h 293750"/>
                  <a:gd name="connsiteX16" fmla="*/ 156496 w 156495"/>
                  <a:gd name="connsiteY16" fmla="*/ 293751 h 293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56495" h="293750">
                    <a:moveTo>
                      <a:pt x="156496" y="293751"/>
                    </a:moveTo>
                    <a:lnTo>
                      <a:pt x="156496" y="262604"/>
                    </a:lnTo>
                    <a:lnTo>
                      <a:pt x="149352" y="262604"/>
                    </a:lnTo>
                    <a:cubicBezTo>
                      <a:pt x="136398" y="262604"/>
                      <a:pt x="125730" y="251936"/>
                      <a:pt x="125730" y="238982"/>
                    </a:cubicBezTo>
                    <a:lnTo>
                      <a:pt x="125730" y="54769"/>
                    </a:lnTo>
                    <a:cubicBezTo>
                      <a:pt x="125730" y="41815"/>
                      <a:pt x="136303" y="31147"/>
                      <a:pt x="149352" y="31147"/>
                    </a:cubicBezTo>
                    <a:lnTo>
                      <a:pt x="156496" y="31147"/>
                    </a:lnTo>
                    <a:lnTo>
                      <a:pt x="156496" y="0"/>
                    </a:lnTo>
                    <a:lnTo>
                      <a:pt x="0" y="0"/>
                    </a:lnTo>
                    <a:lnTo>
                      <a:pt x="0" y="31147"/>
                    </a:lnTo>
                    <a:lnTo>
                      <a:pt x="7144" y="31147"/>
                    </a:lnTo>
                    <a:cubicBezTo>
                      <a:pt x="20383" y="31147"/>
                      <a:pt x="30956" y="41720"/>
                      <a:pt x="30956" y="54769"/>
                    </a:cubicBezTo>
                    <a:lnTo>
                      <a:pt x="30956" y="238982"/>
                    </a:lnTo>
                    <a:cubicBezTo>
                      <a:pt x="30956" y="251936"/>
                      <a:pt x="20383" y="262604"/>
                      <a:pt x="7144" y="262604"/>
                    </a:cubicBezTo>
                    <a:lnTo>
                      <a:pt x="0" y="262604"/>
                    </a:lnTo>
                    <a:lnTo>
                      <a:pt x="0" y="293751"/>
                    </a:lnTo>
                    <a:lnTo>
                      <a:pt x="156496" y="29375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10" name="Freihandform: Form 9">
                <a:extLst>
                  <a:ext uri="{FF2B5EF4-FFF2-40B4-BE49-F238E27FC236}">
                    <a16:creationId xmlns:a16="http://schemas.microsoft.com/office/drawing/2014/main" id="{AA6BF1BB-FAC8-D947-84E9-871C32227526}"/>
                  </a:ext>
                </a:extLst>
              </p:cNvPr>
              <p:cNvSpPr/>
              <p:nvPr/>
            </p:nvSpPr>
            <p:spPr>
              <a:xfrm>
                <a:off x="5748718" y="3134295"/>
                <a:ext cx="248983" cy="294132"/>
              </a:xfrm>
              <a:custGeom>
                <a:avLst/>
                <a:gdLst>
                  <a:gd name="connsiteX0" fmla="*/ 248983 w 248983"/>
                  <a:gd name="connsiteY0" fmla="*/ 294037 h 294132"/>
                  <a:gd name="connsiteX1" fmla="*/ 248983 w 248983"/>
                  <a:gd name="connsiteY1" fmla="*/ 198596 h 294132"/>
                  <a:gd name="connsiteX2" fmla="*/ 217361 w 248983"/>
                  <a:gd name="connsiteY2" fmla="*/ 198596 h 294132"/>
                  <a:gd name="connsiteX3" fmla="*/ 156496 w 248983"/>
                  <a:gd name="connsiteY3" fmla="*/ 262890 h 294132"/>
                  <a:gd name="connsiteX4" fmla="*/ 124873 w 248983"/>
                  <a:gd name="connsiteY4" fmla="*/ 262890 h 294132"/>
                  <a:gd name="connsiteX5" fmla="*/ 124873 w 248983"/>
                  <a:gd name="connsiteY5" fmla="*/ 162687 h 294132"/>
                  <a:gd name="connsiteX6" fmla="*/ 136112 w 248983"/>
                  <a:gd name="connsiteY6" fmla="*/ 162687 h 294132"/>
                  <a:gd name="connsiteX7" fmla="*/ 159925 w 248983"/>
                  <a:gd name="connsiteY7" fmla="*/ 186500 h 294132"/>
                  <a:gd name="connsiteX8" fmla="*/ 159925 w 248983"/>
                  <a:gd name="connsiteY8" fmla="*/ 198406 h 294132"/>
                  <a:gd name="connsiteX9" fmla="*/ 191071 w 248983"/>
                  <a:gd name="connsiteY9" fmla="*/ 198406 h 294132"/>
                  <a:gd name="connsiteX10" fmla="*/ 191071 w 248983"/>
                  <a:gd name="connsiteY10" fmla="*/ 95631 h 294132"/>
                  <a:gd name="connsiteX11" fmla="*/ 159925 w 248983"/>
                  <a:gd name="connsiteY11" fmla="*/ 95631 h 294132"/>
                  <a:gd name="connsiteX12" fmla="*/ 159925 w 248983"/>
                  <a:gd name="connsiteY12" fmla="*/ 107537 h 294132"/>
                  <a:gd name="connsiteX13" fmla="*/ 136112 w 248983"/>
                  <a:gd name="connsiteY13" fmla="*/ 131350 h 294132"/>
                  <a:gd name="connsiteX14" fmla="*/ 124873 w 248983"/>
                  <a:gd name="connsiteY14" fmla="*/ 131350 h 294132"/>
                  <a:gd name="connsiteX15" fmla="*/ 124873 w 248983"/>
                  <a:gd name="connsiteY15" fmla="*/ 31147 h 294132"/>
                  <a:gd name="connsiteX16" fmla="*/ 156496 w 248983"/>
                  <a:gd name="connsiteY16" fmla="*/ 31147 h 294132"/>
                  <a:gd name="connsiteX17" fmla="*/ 217361 w 248983"/>
                  <a:gd name="connsiteY17" fmla="*/ 95441 h 294132"/>
                  <a:gd name="connsiteX18" fmla="*/ 248983 w 248983"/>
                  <a:gd name="connsiteY18" fmla="*/ 95441 h 294132"/>
                  <a:gd name="connsiteX19" fmla="*/ 248983 w 248983"/>
                  <a:gd name="connsiteY19" fmla="*/ 0 h 294132"/>
                  <a:gd name="connsiteX20" fmla="*/ 0 w 248983"/>
                  <a:gd name="connsiteY20" fmla="*/ 0 h 294132"/>
                  <a:gd name="connsiteX21" fmla="*/ 0 w 248983"/>
                  <a:gd name="connsiteY21" fmla="*/ 31337 h 294132"/>
                  <a:gd name="connsiteX22" fmla="*/ 7144 w 248983"/>
                  <a:gd name="connsiteY22" fmla="*/ 31337 h 294132"/>
                  <a:gd name="connsiteX23" fmla="*/ 30766 w 248983"/>
                  <a:gd name="connsiteY23" fmla="*/ 54959 h 294132"/>
                  <a:gd name="connsiteX24" fmla="*/ 30766 w 248983"/>
                  <a:gd name="connsiteY24" fmla="*/ 239173 h 294132"/>
                  <a:gd name="connsiteX25" fmla="*/ 7144 w 248983"/>
                  <a:gd name="connsiteY25" fmla="*/ 262795 h 294132"/>
                  <a:gd name="connsiteX26" fmla="*/ 0 w 248983"/>
                  <a:gd name="connsiteY26" fmla="*/ 262795 h 294132"/>
                  <a:gd name="connsiteX27" fmla="*/ 0 w 248983"/>
                  <a:gd name="connsiteY27" fmla="*/ 293942 h 294132"/>
                  <a:gd name="connsiteX28" fmla="*/ 248983 w 248983"/>
                  <a:gd name="connsiteY28" fmla="*/ 294132 h 2941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48983" h="294132">
                    <a:moveTo>
                      <a:pt x="248983" y="294037"/>
                    </a:moveTo>
                    <a:lnTo>
                      <a:pt x="248983" y="198596"/>
                    </a:lnTo>
                    <a:lnTo>
                      <a:pt x="217361" y="198596"/>
                    </a:lnTo>
                    <a:cubicBezTo>
                      <a:pt x="217361" y="198596"/>
                      <a:pt x="211550" y="262890"/>
                      <a:pt x="156496" y="262890"/>
                    </a:cubicBezTo>
                    <a:lnTo>
                      <a:pt x="124873" y="262890"/>
                    </a:lnTo>
                    <a:lnTo>
                      <a:pt x="124873" y="162687"/>
                    </a:lnTo>
                    <a:lnTo>
                      <a:pt x="136112" y="162687"/>
                    </a:lnTo>
                    <a:cubicBezTo>
                      <a:pt x="149352" y="162687"/>
                      <a:pt x="159925" y="173355"/>
                      <a:pt x="159925" y="186500"/>
                    </a:cubicBezTo>
                    <a:lnTo>
                      <a:pt x="159925" y="198406"/>
                    </a:lnTo>
                    <a:lnTo>
                      <a:pt x="191071" y="198406"/>
                    </a:lnTo>
                    <a:lnTo>
                      <a:pt x="191071" y="95631"/>
                    </a:lnTo>
                    <a:lnTo>
                      <a:pt x="159925" y="95631"/>
                    </a:lnTo>
                    <a:lnTo>
                      <a:pt x="159925" y="107537"/>
                    </a:lnTo>
                    <a:cubicBezTo>
                      <a:pt x="159925" y="120777"/>
                      <a:pt x="149352" y="131350"/>
                      <a:pt x="136112" y="131350"/>
                    </a:cubicBezTo>
                    <a:lnTo>
                      <a:pt x="124873" y="131350"/>
                    </a:lnTo>
                    <a:lnTo>
                      <a:pt x="124873" y="31147"/>
                    </a:lnTo>
                    <a:lnTo>
                      <a:pt x="156496" y="31147"/>
                    </a:lnTo>
                    <a:cubicBezTo>
                      <a:pt x="211455" y="31147"/>
                      <a:pt x="217361" y="95441"/>
                      <a:pt x="217361" y="95441"/>
                    </a:cubicBezTo>
                    <a:lnTo>
                      <a:pt x="248983" y="95441"/>
                    </a:lnTo>
                    <a:lnTo>
                      <a:pt x="248983" y="0"/>
                    </a:lnTo>
                    <a:lnTo>
                      <a:pt x="0" y="0"/>
                    </a:lnTo>
                    <a:lnTo>
                      <a:pt x="0" y="31337"/>
                    </a:lnTo>
                    <a:lnTo>
                      <a:pt x="7144" y="31337"/>
                    </a:lnTo>
                    <a:cubicBezTo>
                      <a:pt x="20098" y="31337"/>
                      <a:pt x="30766" y="42005"/>
                      <a:pt x="30766" y="54959"/>
                    </a:cubicBezTo>
                    <a:lnTo>
                      <a:pt x="30766" y="239173"/>
                    </a:lnTo>
                    <a:cubicBezTo>
                      <a:pt x="30766" y="252127"/>
                      <a:pt x="20193" y="262795"/>
                      <a:pt x="7144" y="262795"/>
                    </a:cubicBezTo>
                    <a:lnTo>
                      <a:pt x="0" y="262795"/>
                    </a:lnTo>
                    <a:lnTo>
                      <a:pt x="0" y="293942"/>
                    </a:lnTo>
                    <a:lnTo>
                      <a:pt x="248983" y="294132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11" name="Freihandform: Form 10">
                <a:extLst>
                  <a:ext uri="{FF2B5EF4-FFF2-40B4-BE49-F238E27FC236}">
                    <a16:creationId xmlns:a16="http://schemas.microsoft.com/office/drawing/2014/main" id="{41C28F0C-0CB8-A656-ED45-4678B0F100B2}"/>
                  </a:ext>
                </a:extLst>
              </p:cNvPr>
              <p:cNvSpPr/>
              <p:nvPr/>
            </p:nvSpPr>
            <p:spPr>
              <a:xfrm>
                <a:off x="6217588" y="3134295"/>
                <a:ext cx="237562" cy="293941"/>
              </a:xfrm>
              <a:custGeom>
                <a:avLst/>
                <a:gdLst>
                  <a:gd name="connsiteX0" fmla="*/ 133586 w 237562"/>
                  <a:gd name="connsiteY0" fmla="*/ 30956 h 293941"/>
                  <a:gd name="connsiteX1" fmla="*/ 201976 w 237562"/>
                  <a:gd name="connsiteY1" fmla="*/ 95250 h 293941"/>
                  <a:gd name="connsiteX2" fmla="*/ 232551 w 237562"/>
                  <a:gd name="connsiteY2" fmla="*/ 95250 h 293941"/>
                  <a:gd name="connsiteX3" fmla="*/ 232551 w 237562"/>
                  <a:gd name="connsiteY3" fmla="*/ 0 h 293941"/>
                  <a:gd name="connsiteX4" fmla="*/ 6713 w 237562"/>
                  <a:gd name="connsiteY4" fmla="*/ 0 h 293941"/>
                  <a:gd name="connsiteX5" fmla="*/ 64339 w 237562"/>
                  <a:gd name="connsiteY5" fmla="*/ 151733 h 293941"/>
                  <a:gd name="connsiteX6" fmla="*/ 132348 w 237562"/>
                  <a:gd name="connsiteY6" fmla="*/ 262795 h 293941"/>
                  <a:gd name="connsiteX7" fmla="*/ 94248 w 237562"/>
                  <a:gd name="connsiteY7" fmla="*/ 262795 h 293941"/>
                  <a:gd name="connsiteX8" fmla="*/ 33383 w 237562"/>
                  <a:gd name="connsiteY8" fmla="*/ 198501 h 293941"/>
                  <a:gd name="connsiteX9" fmla="*/ 1760 w 237562"/>
                  <a:gd name="connsiteY9" fmla="*/ 198501 h 293941"/>
                  <a:gd name="connsiteX10" fmla="*/ 1760 w 237562"/>
                  <a:gd name="connsiteY10" fmla="*/ 293942 h 293941"/>
                  <a:gd name="connsiteX11" fmla="*/ 229312 w 237562"/>
                  <a:gd name="connsiteY11" fmla="*/ 293942 h 293941"/>
                  <a:gd name="connsiteX12" fmla="*/ 168257 w 237562"/>
                  <a:gd name="connsiteY12" fmla="*/ 133731 h 293941"/>
                  <a:gd name="connsiteX13" fmla="*/ 104821 w 237562"/>
                  <a:gd name="connsiteY13" fmla="*/ 30671 h 293941"/>
                  <a:gd name="connsiteX14" fmla="*/ 133586 w 237562"/>
                  <a:gd name="connsiteY14" fmla="*/ 30861 h 293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37562" h="293941">
                    <a:moveTo>
                      <a:pt x="133586" y="30956"/>
                    </a:moveTo>
                    <a:cubicBezTo>
                      <a:pt x="197023" y="30956"/>
                      <a:pt x="201976" y="95250"/>
                      <a:pt x="201976" y="95250"/>
                    </a:cubicBezTo>
                    <a:lnTo>
                      <a:pt x="232551" y="95250"/>
                    </a:lnTo>
                    <a:lnTo>
                      <a:pt x="232551" y="0"/>
                    </a:lnTo>
                    <a:lnTo>
                      <a:pt x="6713" y="0"/>
                    </a:lnTo>
                    <a:cubicBezTo>
                      <a:pt x="6713" y="0"/>
                      <a:pt x="-29006" y="46768"/>
                      <a:pt x="64339" y="151733"/>
                    </a:cubicBezTo>
                    <a:cubicBezTo>
                      <a:pt x="64339" y="151733"/>
                      <a:pt x="130538" y="228981"/>
                      <a:pt x="132348" y="262795"/>
                    </a:cubicBezTo>
                    <a:lnTo>
                      <a:pt x="94248" y="262795"/>
                    </a:lnTo>
                    <a:cubicBezTo>
                      <a:pt x="39289" y="262795"/>
                      <a:pt x="33383" y="198501"/>
                      <a:pt x="33383" y="198501"/>
                    </a:cubicBezTo>
                    <a:lnTo>
                      <a:pt x="1760" y="198501"/>
                    </a:lnTo>
                    <a:lnTo>
                      <a:pt x="1760" y="293942"/>
                    </a:lnTo>
                    <a:lnTo>
                      <a:pt x="229312" y="293942"/>
                    </a:lnTo>
                    <a:cubicBezTo>
                      <a:pt x="229312" y="293942"/>
                      <a:pt x="270651" y="249365"/>
                      <a:pt x="168257" y="133731"/>
                    </a:cubicBezTo>
                    <a:cubicBezTo>
                      <a:pt x="168257" y="133731"/>
                      <a:pt x="114536" y="78581"/>
                      <a:pt x="104821" y="30671"/>
                    </a:cubicBezTo>
                    <a:lnTo>
                      <a:pt x="133586" y="3086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12" name="Freihandform: Form 11">
                <a:extLst>
                  <a:ext uri="{FF2B5EF4-FFF2-40B4-BE49-F238E27FC236}">
                    <a16:creationId xmlns:a16="http://schemas.microsoft.com/office/drawing/2014/main" id="{AA13E02E-55B8-26F9-8F83-EB9E2AC4EF31}"/>
                  </a:ext>
                </a:extLst>
              </p:cNvPr>
              <p:cNvSpPr/>
              <p:nvPr/>
            </p:nvSpPr>
            <p:spPr>
              <a:xfrm>
                <a:off x="6481716" y="3134295"/>
                <a:ext cx="237562" cy="293941"/>
              </a:xfrm>
              <a:custGeom>
                <a:avLst/>
                <a:gdLst>
                  <a:gd name="connsiteX0" fmla="*/ 133586 w 237562"/>
                  <a:gd name="connsiteY0" fmla="*/ 30956 h 293941"/>
                  <a:gd name="connsiteX1" fmla="*/ 201976 w 237562"/>
                  <a:gd name="connsiteY1" fmla="*/ 95250 h 293941"/>
                  <a:gd name="connsiteX2" fmla="*/ 232265 w 237562"/>
                  <a:gd name="connsiteY2" fmla="*/ 95250 h 293941"/>
                  <a:gd name="connsiteX3" fmla="*/ 232265 w 237562"/>
                  <a:gd name="connsiteY3" fmla="*/ 0 h 293941"/>
                  <a:gd name="connsiteX4" fmla="*/ 6713 w 237562"/>
                  <a:gd name="connsiteY4" fmla="*/ 0 h 293941"/>
                  <a:gd name="connsiteX5" fmla="*/ 64339 w 237562"/>
                  <a:gd name="connsiteY5" fmla="*/ 151733 h 293941"/>
                  <a:gd name="connsiteX6" fmla="*/ 132348 w 237562"/>
                  <a:gd name="connsiteY6" fmla="*/ 262795 h 293941"/>
                  <a:gd name="connsiteX7" fmla="*/ 94248 w 237562"/>
                  <a:gd name="connsiteY7" fmla="*/ 262795 h 293941"/>
                  <a:gd name="connsiteX8" fmla="*/ 33383 w 237562"/>
                  <a:gd name="connsiteY8" fmla="*/ 198501 h 293941"/>
                  <a:gd name="connsiteX9" fmla="*/ 1760 w 237562"/>
                  <a:gd name="connsiteY9" fmla="*/ 198501 h 293941"/>
                  <a:gd name="connsiteX10" fmla="*/ 1760 w 237562"/>
                  <a:gd name="connsiteY10" fmla="*/ 293942 h 293941"/>
                  <a:gd name="connsiteX11" fmla="*/ 229313 w 237562"/>
                  <a:gd name="connsiteY11" fmla="*/ 293942 h 293941"/>
                  <a:gd name="connsiteX12" fmla="*/ 168257 w 237562"/>
                  <a:gd name="connsiteY12" fmla="*/ 133731 h 293941"/>
                  <a:gd name="connsiteX13" fmla="*/ 104821 w 237562"/>
                  <a:gd name="connsiteY13" fmla="*/ 30671 h 293941"/>
                  <a:gd name="connsiteX14" fmla="*/ 133586 w 237562"/>
                  <a:gd name="connsiteY14" fmla="*/ 30861 h 293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37562" h="293941">
                    <a:moveTo>
                      <a:pt x="133586" y="30956"/>
                    </a:moveTo>
                    <a:cubicBezTo>
                      <a:pt x="196832" y="30956"/>
                      <a:pt x="201976" y="95250"/>
                      <a:pt x="201976" y="95250"/>
                    </a:cubicBezTo>
                    <a:lnTo>
                      <a:pt x="232265" y="95250"/>
                    </a:lnTo>
                    <a:lnTo>
                      <a:pt x="232265" y="0"/>
                    </a:lnTo>
                    <a:lnTo>
                      <a:pt x="6713" y="0"/>
                    </a:lnTo>
                    <a:cubicBezTo>
                      <a:pt x="6713" y="0"/>
                      <a:pt x="-29006" y="46768"/>
                      <a:pt x="64339" y="151733"/>
                    </a:cubicBezTo>
                    <a:cubicBezTo>
                      <a:pt x="64339" y="151733"/>
                      <a:pt x="130538" y="228981"/>
                      <a:pt x="132348" y="262795"/>
                    </a:cubicBezTo>
                    <a:lnTo>
                      <a:pt x="94248" y="262795"/>
                    </a:lnTo>
                    <a:cubicBezTo>
                      <a:pt x="39289" y="262795"/>
                      <a:pt x="33383" y="198501"/>
                      <a:pt x="33383" y="198501"/>
                    </a:cubicBezTo>
                    <a:lnTo>
                      <a:pt x="1760" y="198501"/>
                    </a:lnTo>
                    <a:lnTo>
                      <a:pt x="1760" y="293942"/>
                    </a:lnTo>
                    <a:lnTo>
                      <a:pt x="229313" y="293942"/>
                    </a:lnTo>
                    <a:cubicBezTo>
                      <a:pt x="229313" y="293942"/>
                      <a:pt x="270651" y="249365"/>
                      <a:pt x="168257" y="133731"/>
                    </a:cubicBezTo>
                    <a:cubicBezTo>
                      <a:pt x="168257" y="133731"/>
                      <a:pt x="114536" y="78581"/>
                      <a:pt x="104821" y="30671"/>
                    </a:cubicBezTo>
                    <a:lnTo>
                      <a:pt x="133586" y="3086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</p:grpSp>
      </p:grp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313770A2-1CE0-B83C-6E38-95E9ACFD5E8B}"/>
              </a:ext>
            </a:extLst>
          </p:cNvPr>
          <p:cNvGrpSpPr/>
          <p:nvPr userDrawn="1"/>
        </p:nvGrpSpPr>
        <p:grpSpPr>
          <a:xfrm>
            <a:off x="307324" y="-697715"/>
            <a:ext cx="11367557" cy="411958"/>
            <a:chOff x="307324" y="6944501"/>
            <a:chExt cx="11367557" cy="411958"/>
          </a:xfrm>
        </p:grpSpPr>
        <p:grpSp>
          <p:nvGrpSpPr>
            <p:cNvPr id="13" name="Gruppieren 12">
              <a:extLst>
                <a:ext uri="{FF2B5EF4-FFF2-40B4-BE49-F238E27FC236}">
                  <a16:creationId xmlns:a16="http://schemas.microsoft.com/office/drawing/2014/main" id="{011939A4-4F98-6CB6-C8F0-42B8BD2C057A}"/>
                </a:ext>
              </a:extLst>
            </p:cNvPr>
            <p:cNvGrpSpPr/>
            <p:nvPr/>
          </p:nvGrpSpPr>
          <p:grpSpPr>
            <a:xfrm rot="16200000">
              <a:off x="205653" y="7046174"/>
              <a:ext cx="411956" cy="208614"/>
              <a:chOff x="-615197" y="4303061"/>
              <a:chExt cx="411956" cy="208614"/>
            </a:xfrm>
          </p:grpSpPr>
          <p:cxnSp>
            <p:nvCxnSpPr>
              <p:cNvPr id="24" name="Gerader Verbinder 23">
                <a:extLst>
                  <a:ext uri="{FF2B5EF4-FFF2-40B4-BE49-F238E27FC236}">
                    <a16:creationId xmlns:a16="http://schemas.microsoft.com/office/drawing/2014/main" id="{0176A8B0-2465-425A-D518-2DEEAD8B8C6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369AFCDA-E752-5F2E-85C5-A94FE6A28682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15.50</a:t>
                </a:r>
              </a:p>
            </p:txBody>
          </p:sp>
        </p:grpSp>
        <p:grpSp>
          <p:nvGrpSpPr>
            <p:cNvPr id="14" name="Gruppieren 13">
              <a:extLst>
                <a:ext uri="{FF2B5EF4-FFF2-40B4-BE49-F238E27FC236}">
                  <a16:creationId xmlns:a16="http://schemas.microsoft.com/office/drawing/2014/main" id="{843AC269-A6AE-A260-F466-8D6D33021990}"/>
                </a:ext>
              </a:extLst>
            </p:cNvPr>
            <p:cNvGrpSpPr/>
            <p:nvPr/>
          </p:nvGrpSpPr>
          <p:grpSpPr>
            <a:xfrm rot="16200000">
              <a:off x="5641253" y="7046174"/>
              <a:ext cx="411956" cy="208614"/>
              <a:chOff x="-615197" y="4303061"/>
              <a:chExt cx="411956" cy="208614"/>
            </a:xfrm>
          </p:grpSpPr>
          <p:cxnSp>
            <p:nvCxnSpPr>
              <p:cNvPr id="22" name="Gerader Verbinder 21">
                <a:extLst>
                  <a:ext uri="{FF2B5EF4-FFF2-40B4-BE49-F238E27FC236}">
                    <a16:creationId xmlns:a16="http://schemas.microsoft.com/office/drawing/2014/main" id="{AEE3B2F5-338C-04EB-C93B-E2863C7D41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7AE644EB-7C54-731F-BAF8-AD2125D37E21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00.40</a:t>
                </a:r>
              </a:p>
            </p:txBody>
          </p:sp>
        </p:grpSp>
        <p:grpSp>
          <p:nvGrpSpPr>
            <p:cNvPr id="15" name="Gruppieren 14">
              <a:extLst>
                <a:ext uri="{FF2B5EF4-FFF2-40B4-BE49-F238E27FC236}">
                  <a16:creationId xmlns:a16="http://schemas.microsoft.com/office/drawing/2014/main" id="{84F68EE3-B2CA-DB10-5041-CB01332565BF}"/>
                </a:ext>
              </a:extLst>
            </p:cNvPr>
            <p:cNvGrpSpPr/>
            <p:nvPr/>
          </p:nvGrpSpPr>
          <p:grpSpPr>
            <a:xfrm rot="5400000">
              <a:off x="6093326" y="7050196"/>
              <a:ext cx="411957" cy="200568"/>
              <a:chOff x="-615198" y="4354167"/>
              <a:chExt cx="411957" cy="200568"/>
            </a:xfrm>
          </p:grpSpPr>
          <p:cxnSp>
            <p:nvCxnSpPr>
              <p:cNvPr id="20" name="Gerader Verbinder 19">
                <a:extLst>
                  <a:ext uri="{FF2B5EF4-FFF2-40B4-BE49-F238E27FC236}">
                    <a16:creationId xmlns:a16="http://schemas.microsoft.com/office/drawing/2014/main" id="{24D054AF-A37E-1771-D949-1B51923B48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49A80E4C-49E7-076F-1AFA-29FE9EA736E9}"/>
                  </a:ext>
                </a:extLst>
              </p:cNvPr>
              <p:cNvSpPr txBox="1"/>
              <p:nvPr/>
            </p:nvSpPr>
            <p:spPr>
              <a:xfrm rot="10800000">
                <a:off x="-615198" y="4354167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00.40</a:t>
                </a:r>
              </a:p>
            </p:txBody>
          </p:sp>
        </p:grpSp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DEBD052A-EE53-DBD9-00B0-31A05223BF1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890022" y="7150480"/>
              <a:ext cx="411956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Gruppieren 16">
              <a:extLst>
                <a:ext uri="{FF2B5EF4-FFF2-40B4-BE49-F238E27FC236}">
                  <a16:creationId xmlns:a16="http://schemas.microsoft.com/office/drawing/2014/main" id="{C3338D9B-3C87-1902-9DBF-7E04FE453D21}"/>
                </a:ext>
              </a:extLst>
            </p:cNvPr>
            <p:cNvGrpSpPr/>
            <p:nvPr/>
          </p:nvGrpSpPr>
          <p:grpSpPr>
            <a:xfrm rot="16200000">
              <a:off x="11364596" y="7046174"/>
              <a:ext cx="411956" cy="208614"/>
              <a:chOff x="-615197" y="4303061"/>
              <a:chExt cx="411956" cy="208614"/>
            </a:xfrm>
          </p:grpSpPr>
          <p:cxnSp>
            <p:nvCxnSpPr>
              <p:cNvPr id="18" name="Gerader Verbinder 17">
                <a:extLst>
                  <a:ext uri="{FF2B5EF4-FFF2-40B4-BE49-F238E27FC236}">
                    <a16:creationId xmlns:a16="http://schemas.microsoft.com/office/drawing/2014/main" id="{94CF4210-B34E-8836-2840-CA80E0F4D0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8795D55A-EE1E-98B9-B84C-37C9F8EEFAB2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15.50</a:t>
                </a:r>
              </a:p>
            </p:txBody>
          </p:sp>
        </p:grp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B9882312-A89B-2141-2B40-F3F73A2C5ED1}"/>
              </a:ext>
            </a:extLst>
          </p:cNvPr>
          <p:cNvGrpSpPr/>
          <p:nvPr userDrawn="1"/>
        </p:nvGrpSpPr>
        <p:grpSpPr>
          <a:xfrm>
            <a:off x="-697714" y="80201"/>
            <a:ext cx="411956" cy="6713707"/>
            <a:chOff x="-502267" y="80201"/>
            <a:chExt cx="411956" cy="6713707"/>
          </a:xfrm>
        </p:grpSpPr>
        <p:grpSp>
          <p:nvGrpSpPr>
            <p:cNvPr id="27" name="Gruppieren 26">
              <a:extLst>
                <a:ext uri="{FF2B5EF4-FFF2-40B4-BE49-F238E27FC236}">
                  <a16:creationId xmlns:a16="http://schemas.microsoft.com/office/drawing/2014/main" id="{E8161D1E-6E99-C2A4-17F4-6D74C2D435AF}"/>
                </a:ext>
              </a:extLst>
            </p:cNvPr>
            <p:cNvGrpSpPr/>
            <p:nvPr/>
          </p:nvGrpSpPr>
          <p:grpSpPr>
            <a:xfrm>
              <a:off x="-502267" y="6593340"/>
              <a:ext cx="411956" cy="200568"/>
              <a:chOff x="-615197" y="4452994"/>
              <a:chExt cx="411956" cy="200568"/>
            </a:xfrm>
          </p:grpSpPr>
          <p:sp>
            <p:nvSpPr>
              <p:cNvPr id="55" name="Textfeld 54">
                <a:extLst>
                  <a:ext uri="{FF2B5EF4-FFF2-40B4-BE49-F238E27FC236}">
                    <a16:creationId xmlns:a16="http://schemas.microsoft.com/office/drawing/2014/main" id="{BF9E5AD6-37E8-28E1-B26D-061715493C60}"/>
                  </a:ext>
                </a:extLst>
              </p:cNvPr>
              <p:cNvSpPr txBox="1"/>
              <p:nvPr/>
            </p:nvSpPr>
            <p:spPr>
              <a:xfrm>
                <a:off x="-615197" y="4452994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08.92</a:t>
                </a:r>
              </a:p>
            </p:txBody>
          </p:sp>
          <p:cxnSp>
            <p:nvCxnSpPr>
              <p:cNvPr id="56" name="Gerader Verbinder 55">
                <a:extLst>
                  <a:ext uri="{FF2B5EF4-FFF2-40B4-BE49-F238E27FC236}">
                    <a16:creationId xmlns:a16="http://schemas.microsoft.com/office/drawing/2014/main" id="{B90263F9-EB10-AA1E-5B0D-70F1B3291A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497389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Gruppieren 27">
              <a:extLst>
                <a:ext uri="{FF2B5EF4-FFF2-40B4-BE49-F238E27FC236}">
                  <a16:creationId xmlns:a16="http://schemas.microsoft.com/office/drawing/2014/main" id="{C66D164E-FBAF-43D8-5B89-A55DCFF4EFA7}"/>
                </a:ext>
              </a:extLst>
            </p:cNvPr>
            <p:cNvGrpSpPr/>
            <p:nvPr/>
          </p:nvGrpSpPr>
          <p:grpSpPr>
            <a:xfrm>
              <a:off x="-502267" y="5876163"/>
              <a:ext cx="411956" cy="216662"/>
              <a:chOff x="-615197" y="4295013"/>
              <a:chExt cx="411956" cy="216662"/>
            </a:xfrm>
          </p:grpSpPr>
          <p:cxnSp>
            <p:nvCxnSpPr>
              <p:cNvPr id="53" name="Gerader Verbinder 52">
                <a:extLst>
                  <a:ext uri="{FF2B5EF4-FFF2-40B4-BE49-F238E27FC236}">
                    <a16:creationId xmlns:a16="http://schemas.microsoft.com/office/drawing/2014/main" id="{5EF3F71E-A440-6D6B-7C29-7FC61527D6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Textfeld 53">
                <a:extLst>
                  <a:ext uri="{FF2B5EF4-FFF2-40B4-BE49-F238E27FC236}">
                    <a16:creationId xmlns:a16="http://schemas.microsoft.com/office/drawing/2014/main" id="{43F63ACE-20F3-7DDA-BF79-0C62C3E14948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07.40</a:t>
                </a:r>
              </a:p>
            </p:txBody>
          </p:sp>
        </p:grpSp>
        <p:grpSp>
          <p:nvGrpSpPr>
            <p:cNvPr id="29" name="Gruppieren 28">
              <a:extLst>
                <a:ext uri="{FF2B5EF4-FFF2-40B4-BE49-F238E27FC236}">
                  <a16:creationId xmlns:a16="http://schemas.microsoft.com/office/drawing/2014/main" id="{770A04CB-8F09-CC52-4F92-9FE9180838B2}"/>
                </a:ext>
              </a:extLst>
            </p:cNvPr>
            <p:cNvGrpSpPr/>
            <p:nvPr/>
          </p:nvGrpSpPr>
          <p:grpSpPr>
            <a:xfrm>
              <a:off x="-502267" y="3212338"/>
              <a:ext cx="411956" cy="216662"/>
              <a:chOff x="-615197" y="4295013"/>
              <a:chExt cx="411956" cy="216662"/>
            </a:xfrm>
          </p:grpSpPr>
          <p:cxnSp>
            <p:nvCxnSpPr>
              <p:cNvPr id="50" name="Gerader Verbinder 49">
                <a:extLst>
                  <a:ext uri="{FF2B5EF4-FFF2-40B4-BE49-F238E27FC236}">
                    <a16:creationId xmlns:a16="http://schemas.microsoft.com/office/drawing/2014/main" id="{823A6A58-F49D-B75D-4D29-BB943B1EB4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Textfeld 50">
                <a:extLst>
                  <a:ext uri="{FF2B5EF4-FFF2-40B4-BE49-F238E27FC236}">
                    <a16:creationId xmlns:a16="http://schemas.microsoft.com/office/drawing/2014/main" id="{38632C75-FCFD-B72C-15EE-BCA053C77EA7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00.00</a:t>
                </a:r>
              </a:p>
            </p:txBody>
          </p:sp>
        </p:grpSp>
        <p:grpSp>
          <p:nvGrpSpPr>
            <p:cNvPr id="30" name="Gruppieren 29">
              <a:extLst>
                <a:ext uri="{FF2B5EF4-FFF2-40B4-BE49-F238E27FC236}">
                  <a16:creationId xmlns:a16="http://schemas.microsoft.com/office/drawing/2014/main" id="{2F615EA7-EA8F-4891-B6C0-D4F390648EE0}"/>
                </a:ext>
              </a:extLst>
            </p:cNvPr>
            <p:cNvGrpSpPr/>
            <p:nvPr/>
          </p:nvGrpSpPr>
          <p:grpSpPr>
            <a:xfrm>
              <a:off x="-502267" y="835851"/>
              <a:ext cx="411956" cy="216662"/>
              <a:chOff x="-615197" y="4295013"/>
              <a:chExt cx="411956" cy="216662"/>
            </a:xfrm>
          </p:grpSpPr>
          <p:cxnSp>
            <p:nvCxnSpPr>
              <p:cNvPr id="37" name="Gerader Verbinder 36">
                <a:extLst>
                  <a:ext uri="{FF2B5EF4-FFF2-40B4-BE49-F238E27FC236}">
                    <a16:creationId xmlns:a16="http://schemas.microsoft.com/office/drawing/2014/main" id="{AB655A82-3F56-0DC9-11D4-5E72336728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Textfeld 37">
                <a:extLst>
                  <a:ext uri="{FF2B5EF4-FFF2-40B4-BE49-F238E27FC236}">
                    <a16:creationId xmlns:a16="http://schemas.microsoft.com/office/drawing/2014/main" id="{921EC3D8-57BE-85FE-6978-4BF1AD9FF800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06.60</a:t>
                </a:r>
              </a:p>
            </p:txBody>
          </p:sp>
        </p:grpSp>
        <p:grpSp>
          <p:nvGrpSpPr>
            <p:cNvPr id="31" name="Gruppieren 30">
              <a:extLst>
                <a:ext uri="{FF2B5EF4-FFF2-40B4-BE49-F238E27FC236}">
                  <a16:creationId xmlns:a16="http://schemas.microsoft.com/office/drawing/2014/main" id="{EA6732A7-DACC-C025-818A-6EBB8651BB92}"/>
                </a:ext>
              </a:extLst>
            </p:cNvPr>
            <p:cNvGrpSpPr/>
            <p:nvPr/>
          </p:nvGrpSpPr>
          <p:grpSpPr>
            <a:xfrm>
              <a:off x="-502267" y="1412113"/>
              <a:ext cx="411956" cy="216662"/>
              <a:chOff x="-615197" y="4295013"/>
              <a:chExt cx="411956" cy="216662"/>
            </a:xfrm>
          </p:grpSpPr>
          <p:cxnSp>
            <p:nvCxnSpPr>
              <p:cNvPr id="35" name="Gerader Verbinder 34">
                <a:extLst>
                  <a:ext uri="{FF2B5EF4-FFF2-40B4-BE49-F238E27FC236}">
                    <a16:creationId xmlns:a16="http://schemas.microsoft.com/office/drawing/2014/main" id="{2710D8FA-A507-3D8A-127A-3A4B3DFF02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feld 35">
                <a:extLst>
                  <a:ext uri="{FF2B5EF4-FFF2-40B4-BE49-F238E27FC236}">
                    <a16:creationId xmlns:a16="http://schemas.microsoft.com/office/drawing/2014/main" id="{FF9B64CB-E5C7-D8A6-342B-AC98BC02ACE3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05.00</a:t>
                </a:r>
              </a:p>
            </p:txBody>
          </p:sp>
        </p:grpSp>
        <p:grpSp>
          <p:nvGrpSpPr>
            <p:cNvPr id="32" name="Gruppieren 31">
              <a:extLst>
                <a:ext uri="{FF2B5EF4-FFF2-40B4-BE49-F238E27FC236}">
                  <a16:creationId xmlns:a16="http://schemas.microsoft.com/office/drawing/2014/main" id="{9E6068C9-BB6F-940A-5D20-4F6E624A05CC}"/>
                </a:ext>
              </a:extLst>
            </p:cNvPr>
            <p:cNvGrpSpPr/>
            <p:nvPr/>
          </p:nvGrpSpPr>
          <p:grpSpPr>
            <a:xfrm>
              <a:off x="-502267" y="80201"/>
              <a:ext cx="411956" cy="216662"/>
              <a:chOff x="-615197" y="4258501"/>
              <a:chExt cx="411956" cy="216662"/>
            </a:xfrm>
          </p:grpSpPr>
          <p:cxnSp>
            <p:nvCxnSpPr>
              <p:cNvPr id="33" name="Gerader Verbinder 32">
                <a:extLst>
                  <a:ext uri="{FF2B5EF4-FFF2-40B4-BE49-F238E27FC236}">
                    <a16:creationId xmlns:a16="http://schemas.microsoft.com/office/drawing/2014/main" id="{569FB144-8D44-21B0-28B1-B2316F896C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475163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Textfeld 33">
                <a:extLst>
                  <a:ext uri="{FF2B5EF4-FFF2-40B4-BE49-F238E27FC236}">
                    <a16:creationId xmlns:a16="http://schemas.microsoft.com/office/drawing/2014/main" id="{C52A14D0-B74F-6B35-5412-14D1166A60F8}"/>
                  </a:ext>
                </a:extLst>
              </p:cNvPr>
              <p:cNvSpPr txBox="1"/>
              <p:nvPr/>
            </p:nvSpPr>
            <p:spPr>
              <a:xfrm>
                <a:off x="-615197" y="425850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08.70</a:t>
                </a:r>
              </a:p>
            </p:txBody>
          </p:sp>
        </p:grpSp>
      </p:grpSp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2E16A285-4D27-FD70-A7A6-55259A8BAFF7}"/>
              </a:ext>
            </a:extLst>
          </p:cNvPr>
          <p:cNvGrpSpPr/>
          <p:nvPr userDrawn="1"/>
        </p:nvGrpSpPr>
        <p:grpSpPr>
          <a:xfrm>
            <a:off x="11170442" y="299244"/>
            <a:ext cx="505400" cy="505400"/>
            <a:chOff x="5423248" y="2756248"/>
            <a:chExt cx="1349978" cy="1349978"/>
          </a:xfrm>
        </p:grpSpPr>
        <p:sp>
          <p:nvSpPr>
            <p:cNvPr id="58" name="Freihandform: Form 57">
              <a:extLst>
                <a:ext uri="{FF2B5EF4-FFF2-40B4-BE49-F238E27FC236}">
                  <a16:creationId xmlns:a16="http://schemas.microsoft.com/office/drawing/2014/main" id="{F483F0A7-D382-1190-90D6-38D5DC893492}"/>
                </a:ext>
              </a:extLst>
            </p:cNvPr>
            <p:cNvSpPr/>
            <p:nvPr/>
          </p:nvSpPr>
          <p:spPr>
            <a:xfrm>
              <a:off x="5423248" y="2756248"/>
              <a:ext cx="1349978" cy="1349978"/>
            </a:xfrm>
            <a:custGeom>
              <a:avLst/>
              <a:gdLst>
                <a:gd name="connsiteX0" fmla="*/ 1349788 w 1349978"/>
                <a:gd name="connsiteY0" fmla="*/ 1349978 h 1349978"/>
                <a:gd name="connsiteX1" fmla="*/ 675037 w 1349978"/>
                <a:gd name="connsiteY1" fmla="*/ 1205389 h 1349978"/>
                <a:gd name="connsiteX2" fmla="*/ 0 w 1349978"/>
                <a:gd name="connsiteY2" fmla="*/ 1349978 h 1349978"/>
                <a:gd name="connsiteX3" fmla="*/ 0 w 1349978"/>
                <a:gd name="connsiteY3" fmla="*/ 0 h 1349978"/>
                <a:gd name="connsiteX4" fmla="*/ 1349978 w 1349978"/>
                <a:gd name="connsiteY4" fmla="*/ 0 h 1349978"/>
                <a:gd name="connsiteX5" fmla="*/ 1349788 w 1349978"/>
                <a:gd name="connsiteY5" fmla="*/ 1349978 h 1349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9978" h="1349978">
                  <a:moveTo>
                    <a:pt x="1349788" y="1349978"/>
                  </a:moveTo>
                  <a:cubicBezTo>
                    <a:pt x="1143953" y="1257110"/>
                    <a:pt x="915543" y="1205389"/>
                    <a:pt x="675037" y="1205389"/>
                  </a:cubicBezTo>
                  <a:cubicBezTo>
                    <a:pt x="434530" y="1205389"/>
                    <a:pt x="205835" y="1257110"/>
                    <a:pt x="0" y="1349978"/>
                  </a:cubicBezTo>
                  <a:lnTo>
                    <a:pt x="0" y="0"/>
                  </a:lnTo>
                  <a:lnTo>
                    <a:pt x="1349978" y="0"/>
                  </a:lnTo>
                  <a:lnTo>
                    <a:pt x="1349788" y="1349978"/>
                  </a:lnTo>
                  <a:close/>
                </a:path>
              </a:pathLst>
            </a:custGeom>
            <a:solidFill>
              <a:srgbClr val="0F2D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grpSp>
          <p:nvGrpSpPr>
            <p:cNvPr id="59" name="Grafik 31">
              <a:extLst>
                <a:ext uri="{FF2B5EF4-FFF2-40B4-BE49-F238E27FC236}">
                  <a16:creationId xmlns:a16="http://schemas.microsoft.com/office/drawing/2014/main" id="{4445EDCF-5DA5-B91A-DF82-3DE402E26345}"/>
                </a:ext>
              </a:extLst>
            </p:cNvPr>
            <p:cNvGrpSpPr/>
            <p:nvPr/>
          </p:nvGrpSpPr>
          <p:grpSpPr>
            <a:xfrm>
              <a:off x="5474985" y="3134295"/>
              <a:ext cx="1244293" cy="294132"/>
              <a:chOff x="5474985" y="3134295"/>
              <a:chExt cx="1244293" cy="294132"/>
            </a:xfrm>
            <a:solidFill>
              <a:srgbClr val="FFFFFF"/>
            </a:solidFill>
          </p:grpSpPr>
          <p:sp>
            <p:nvSpPr>
              <p:cNvPr id="60" name="Freihandform: Form 59">
                <a:extLst>
                  <a:ext uri="{FF2B5EF4-FFF2-40B4-BE49-F238E27FC236}">
                    <a16:creationId xmlns:a16="http://schemas.microsoft.com/office/drawing/2014/main" id="{4094693C-E1DE-0163-4590-5EA5314FAED8}"/>
                  </a:ext>
                </a:extLst>
              </p:cNvPr>
              <p:cNvSpPr/>
              <p:nvPr/>
            </p:nvSpPr>
            <p:spPr>
              <a:xfrm>
                <a:off x="5474985" y="3134295"/>
                <a:ext cx="247353" cy="293941"/>
              </a:xfrm>
              <a:custGeom>
                <a:avLst/>
                <a:gdLst>
                  <a:gd name="connsiteX0" fmla="*/ 109998 w 247353"/>
                  <a:gd name="connsiteY0" fmla="*/ 30956 h 293941"/>
                  <a:gd name="connsiteX1" fmla="*/ 41418 w 247353"/>
                  <a:gd name="connsiteY1" fmla="*/ 95250 h 293941"/>
                  <a:gd name="connsiteX2" fmla="*/ 11129 w 247353"/>
                  <a:gd name="connsiteY2" fmla="*/ 95250 h 293941"/>
                  <a:gd name="connsiteX3" fmla="*/ 11129 w 247353"/>
                  <a:gd name="connsiteY3" fmla="*/ 0 h 293941"/>
                  <a:gd name="connsiteX4" fmla="*/ 247349 w 247353"/>
                  <a:gd name="connsiteY4" fmla="*/ 0 h 293941"/>
                  <a:gd name="connsiteX5" fmla="*/ 179340 w 247353"/>
                  <a:gd name="connsiteY5" fmla="*/ 151733 h 293941"/>
                  <a:gd name="connsiteX6" fmla="*/ 111141 w 247353"/>
                  <a:gd name="connsiteY6" fmla="*/ 262795 h 293941"/>
                  <a:gd name="connsiteX7" fmla="*/ 149432 w 247353"/>
                  <a:gd name="connsiteY7" fmla="*/ 262795 h 293941"/>
                  <a:gd name="connsiteX8" fmla="*/ 210011 w 247353"/>
                  <a:gd name="connsiteY8" fmla="*/ 198501 h 293941"/>
                  <a:gd name="connsiteX9" fmla="*/ 241634 w 247353"/>
                  <a:gd name="connsiteY9" fmla="*/ 198501 h 293941"/>
                  <a:gd name="connsiteX10" fmla="*/ 241634 w 247353"/>
                  <a:gd name="connsiteY10" fmla="*/ 293942 h 293941"/>
                  <a:gd name="connsiteX11" fmla="*/ 270 w 247353"/>
                  <a:gd name="connsiteY11" fmla="*/ 293942 h 293941"/>
                  <a:gd name="connsiteX12" fmla="*/ 75137 w 247353"/>
                  <a:gd name="connsiteY12" fmla="*/ 133731 h 293941"/>
                  <a:gd name="connsiteX13" fmla="*/ 138573 w 247353"/>
                  <a:gd name="connsiteY13" fmla="*/ 30671 h 293941"/>
                  <a:gd name="connsiteX14" fmla="*/ 109998 w 247353"/>
                  <a:gd name="connsiteY14" fmla="*/ 30861 h 293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47353" h="293941">
                    <a:moveTo>
                      <a:pt x="109998" y="30956"/>
                    </a:moveTo>
                    <a:cubicBezTo>
                      <a:pt x="46562" y="30956"/>
                      <a:pt x="41418" y="95250"/>
                      <a:pt x="41418" y="95250"/>
                    </a:cubicBezTo>
                    <a:lnTo>
                      <a:pt x="11129" y="95250"/>
                    </a:lnTo>
                    <a:lnTo>
                      <a:pt x="11129" y="0"/>
                    </a:lnTo>
                    <a:lnTo>
                      <a:pt x="247349" y="0"/>
                    </a:lnTo>
                    <a:cubicBezTo>
                      <a:pt x="247349" y="0"/>
                      <a:pt x="249254" y="73628"/>
                      <a:pt x="179340" y="151733"/>
                    </a:cubicBezTo>
                    <a:cubicBezTo>
                      <a:pt x="179340" y="151733"/>
                      <a:pt x="112856" y="228981"/>
                      <a:pt x="111141" y="262795"/>
                    </a:cubicBezTo>
                    <a:lnTo>
                      <a:pt x="149432" y="262795"/>
                    </a:lnTo>
                    <a:cubicBezTo>
                      <a:pt x="204391" y="262795"/>
                      <a:pt x="210011" y="198501"/>
                      <a:pt x="210011" y="198501"/>
                    </a:cubicBezTo>
                    <a:lnTo>
                      <a:pt x="241634" y="198501"/>
                    </a:lnTo>
                    <a:lnTo>
                      <a:pt x="241634" y="293942"/>
                    </a:lnTo>
                    <a:lnTo>
                      <a:pt x="270" y="293942"/>
                    </a:lnTo>
                    <a:cubicBezTo>
                      <a:pt x="270" y="293942"/>
                      <a:pt x="-8588" y="221647"/>
                      <a:pt x="75137" y="133731"/>
                    </a:cubicBezTo>
                    <a:cubicBezTo>
                      <a:pt x="75137" y="133731"/>
                      <a:pt x="126667" y="76200"/>
                      <a:pt x="138573" y="30671"/>
                    </a:cubicBezTo>
                    <a:lnTo>
                      <a:pt x="109998" y="3086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61" name="Freihandform: Form 60">
                <a:extLst>
                  <a:ext uri="{FF2B5EF4-FFF2-40B4-BE49-F238E27FC236}">
                    <a16:creationId xmlns:a16="http://schemas.microsoft.com/office/drawing/2014/main" id="{C9D46DC9-78B4-4CD2-4ECD-6D03A8B97A4D}"/>
                  </a:ext>
                </a:extLst>
              </p:cNvPr>
              <p:cNvSpPr/>
              <p:nvPr/>
            </p:nvSpPr>
            <p:spPr>
              <a:xfrm>
                <a:off x="6030181" y="3134295"/>
                <a:ext cx="156495" cy="293750"/>
              </a:xfrm>
              <a:custGeom>
                <a:avLst/>
                <a:gdLst>
                  <a:gd name="connsiteX0" fmla="*/ 156496 w 156495"/>
                  <a:gd name="connsiteY0" fmla="*/ 293751 h 293750"/>
                  <a:gd name="connsiteX1" fmla="*/ 156496 w 156495"/>
                  <a:gd name="connsiteY1" fmla="*/ 262604 h 293750"/>
                  <a:gd name="connsiteX2" fmla="*/ 149352 w 156495"/>
                  <a:gd name="connsiteY2" fmla="*/ 262604 h 293750"/>
                  <a:gd name="connsiteX3" fmla="*/ 125730 w 156495"/>
                  <a:gd name="connsiteY3" fmla="*/ 238982 h 293750"/>
                  <a:gd name="connsiteX4" fmla="*/ 125730 w 156495"/>
                  <a:gd name="connsiteY4" fmla="*/ 54769 h 293750"/>
                  <a:gd name="connsiteX5" fmla="*/ 149352 w 156495"/>
                  <a:gd name="connsiteY5" fmla="*/ 31147 h 293750"/>
                  <a:gd name="connsiteX6" fmla="*/ 156496 w 156495"/>
                  <a:gd name="connsiteY6" fmla="*/ 31147 h 293750"/>
                  <a:gd name="connsiteX7" fmla="*/ 156496 w 156495"/>
                  <a:gd name="connsiteY7" fmla="*/ 0 h 293750"/>
                  <a:gd name="connsiteX8" fmla="*/ 0 w 156495"/>
                  <a:gd name="connsiteY8" fmla="*/ 0 h 293750"/>
                  <a:gd name="connsiteX9" fmla="*/ 0 w 156495"/>
                  <a:gd name="connsiteY9" fmla="*/ 31147 h 293750"/>
                  <a:gd name="connsiteX10" fmla="*/ 7144 w 156495"/>
                  <a:gd name="connsiteY10" fmla="*/ 31147 h 293750"/>
                  <a:gd name="connsiteX11" fmla="*/ 30956 w 156495"/>
                  <a:gd name="connsiteY11" fmla="*/ 54769 h 293750"/>
                  <a:gd name="connsiteX12" fmla="*/ 30956 w 156495"/>
                  <a:gd name="connsiteY12" fmla="*/ 238982 h 293750"/>
                  <a:gd name="connsiteX13" fmla="*/ 7144 w 156495"/>
                  <a:gd name="connsiteY13" fmla="*/ 262604 h 293750"/>
                  <a:gd name="connsiteX14" fmla="*/ 0 w 156495"/>
                  <a:gd name="connsiteY14" fmla="*/ 262604 h 293750"/>
                  <a:gd name="connsiteX15" fmla="*/ 0 w 156495"/>
                  <a:gd name="connsiteY15" fmla="*/ 293751 h 293750"/>
                  <a:gd name="connsiteX16" fmla="*/ 156496 w 156495"/>
                  <a:gd name="connsiteY16" fmla="*/ 293751 h 293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56495" h="293750">
                    <a:moveTo>
                      <a:pt x="156496" y="293751"/>
                    </a:moveTo>
                    <a:lnTo>
                      <a:pt x="156496" y="262604"/>
                    </a:lnTo>
                    <a:lnTo>
                      <a:pt x="149352" y="262604"/>
                    </a:lnTo>
                    <a:cubicBezTo>
                      <a:pt x="136398" y="262604"/>
                      <a:pt x="125730" y="251936"/>
                      <a:pt x="125730" y="238982"/>
                    </a:cubicBezTo>
                    <a:lnTo>
                      <a:pt x="125730" y="54769"/>
                    </a:lnTo>
                    <a:cubicBezTo>
                      <a:pt x="125730" y="41815"/>
                      <a:pt x="136303" y="31147"/>
                      <a:pt x="149352" y="31147"/>
                    </a:cubicBezTo>
                    <a:lnTo>
                      <a:pt x="156496" y="31147"/>
                    </a:lnTo>
                    <a:lnTo>
                      <a:pt x="156496" y="0"/>
                    </a:lnTo>
                    <a:lnTo>
                      <a:pt x="0" y="0"/>
                    </a:lnTo>
                    <a:lnTo>
                      <a:pt x="0" y="31147"/>
                    </a:lnTo>
                    <a:lnTo>
                      <a:pt x="7144" y="31147"/>
                    </a:lnTo>
                    <a:cubicBezTo>
                      <a:pt x="20383" y="31147"/>
                      <a:pt x="30956" y="41720"/>
                      <a:pt x="30956" y="54769"/>
                    </a:cubicBezTo>
                    <a:lnTo>
                      <a:pt x="30956" y="238982"/>
                    </a:lnTo>
                    <a:cubicBezTo>
                      <a:pt x="30956" y="251936"/>
                      <a:pt x="20383" y="262604"/>
                      <a:pt x="7144" y="262604"/>
                    </a:cubicBezTo>
                    <a:lnTo>
                      <a:pt x="0" y="262604"/>
                    </a:lnTo>
                    <a:lnTo>
                      <a:pt x="0" y="293751"/>
                    </a:lnTo>
                    <a:lnTo>
                      <a:pt x="156496" y="29375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62" name="Freihandform: Form 61">
                <a:extLst>
                  <a:ext uri="{FF2B5EF4-FFF2-40B4-BE49-F238E27FC236}">
                    <a16:creationId xmlns:a16="http://schemas.microsoft.com/office/drawing/2014/main" id="{AEEB1D90-0CFC-735F-9F5B-CB11E14C0DC8}"/>
                  </a:ext>
                </a:extLst>
              </p:cNvPr>
              <p:cNvSpPr/>
              <p:nvPr/>
            </p:nvSpPr>
            <p:spPr>
              <a:xfrm>
                <a:off x="5748718" y="3134295"/>
                <a:ext cx="248983" cy="294132"/>
              </a:xfrm>
              <a:custGeom>
                <a:avLst/>
                <a:gdLst>
                  <a:gd name="connsiteX0" fmla="*/ 248983 w 248983"/>
                  <a:gd name="connsiteY0" fmla="*/ 294037 h 294132"/>
                  <a:gd name="connsiteX1" fmla="*/ 248983 w 248983"/>
                  <a:gd name="connsiteY1" fmla="*/ 198596 h 294132"/>
                  <a:gd name="connsiteX2" fmla="*/ 217361 w 248983"/>
                  <a:gd name="connsiteY2" fmla="*/ 198596 h 294132"/>
                  <a:gd name="connsiteX3" fmla="*/ 156496 w 248983"/>
                  <a:gd name="connsiteY3" fmla="*/ 262890 h 294132"/>
                  <a:gd name="connsiteX4" fmla="*/ 124873 w 248983"/>
                  <a:gd name="connsiteY4" fmla="*/ 262890 h 294132"/>
                  <a:gd name="connsiteX5" fmla="*/ 124873 w 248983"/>
                  <a:gd name="connsiteY5" fmla="*/ 162687 h 294132"/>
                  <a:gd name="connsiteX6" fmla="*/ 136112 w 248983"/>
                  <a:gd name="connsiteY6" fmla="*/ 162687 h 294132"/>
                  <a:gd name="connsiteX7" fmla="*/ 159925 w 248983"/>
                  <a:gd name="connsiteY7" fmla="*/ 186500 h 294132"/>
                  <a:gd name="connsiteX8" fmla="*/ 159925 w 248983"/>
                  <a:gd name="connsiteY8" fmla="*/ 198406 h 294132"/>
                  <a:gd name="connsiteX9" fmla="*/ 191071 w 248983"/>
                  <a:gd name="connsiteY9" fmla="*/ 198406 h 294132"/>
                  <a:gd name="connsiteX10" fmla="*/ 191071 w 248983"/>
                  <a:gd name="connsiteY10" fmla="*/ 95631 h 294132"/>
                  <a:gd name="connsiteX11" fmla="*/ 159925 w 248983"/>
                  <a:gd name="connsiteY11" fmla="*/ 95631 h 294132"/>
                  <a:gd name="connsiteX12" fmla="*/ 159925 w 248983"/>
                  <a:gd name="connsiteY12" fmla="*/ 107537 h 294132"/>
                  <a:gd name="connsiteX13" fmla="*/ 136112 w 248983"/>
                  <a:gd name="connsiteY13" fmla="*/ 131350 h 294132"/>
                  <a:gd name="connsiteX14" fmla="*/ 124873 w 248983"/>
                  <a:gd name="connsiteY14" fmla="*/ 131350 h 294132"/>
                  <a:gd name="connsiteX15" fmla="*/ 124873 w 248983"/>
                  <a:gd name="connsiteY15" fmla="*/ 31147 h 294132"/>
                  <a:gd name="connsiteX16" fmla="*/ 156496 w 248983"/>
                  <a:gd name="connsiteY16" fmla="*/ 31147 h 294132"/>
                  <a:gd name="connsiteX17" fmla="*/ 217361 w 248983"/>
                  <a:gd name="connsiteY17" fmla="*/ 95441 h 294132"/>
                  <a:gd name="connsiteX18" fmla="*/ 248983 w 248983"/>
                  <a:gd name="connsiteY18" fmla="*/ 95441 h 294132"/>
                  <a:gd name="connsiteX19" fmla="*/ 248983 w 248983"/>
                  <a:gd name="connsiteY19" fmla="*/ 0 h 294132"/>
                  <a:gd name="connsiteX20" fmla="*/ 0 w 248983"/>
                  <a:gd name="connsiteY20" fmla="*/ 0 h 294132"/>
                  <a:gd name="connsiteX21" fmla="*/ 0 w 248983"/>
                  <a:gd name="connsiteY21" fmla="*/ 31337 h 294132"/>
                  <a:gd name="connsiteX22" fmla="*/ 7144 w 248983"/>
                  <a:gd name="connsiteY22" fmla="*/ 31337 h 294132"/>
                  <a:gd name="connsiteX23" fmla="*/ 30766 w 248983"/>
                  <a:gd name="connsiteY23" fmla="*/ 54959 h 294132"/>
                  <a:gd name="connsiteX24" fmla="*/ 30766 w 248983"/>
                  <a:gd name="connsiteY24" fmla="*/ 239173 h 294132"/>
                  <a:gd name="connsiteX25" fmla="*/ 7144 w 248983"/>
                  <a:gd name="connsiteY25" fmla="*/ 262795 h 294132"/>
                  <a:gd name="connsiteX26" fmla="*/ 0 w 248983"/>
                  <a:gd name="connsiteY26" fmla="*/ 262795 h 294132"/>
                  <a:gd name="connsiteX27" fmla="*/ 0 w 248983"/>
                  <a:gd name="connsiteY27" fmla="*/ 293942 h 294132"/>
                  <a:gd name="connsiteX28" fmla="*/ 248983 w 248983"/>
                  <a:gd name="connsiteY28" fmla="*/ 294132 h 2941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48983" h="294132">
                    <a:moveTo>
                      <a:pt x="248983" y="294037"/>
                    </a:moveTo>
                    <a:lnTo>
                      <a:pt x="248983" y="198596"/>
                    </a:lnTo>
                    <a:lnTo>
                      <a:pt x="217361" y="198596"/>
                    </a:lnTo>
                    <a:cubicBezTo>
                      <a:pt x="217361" y="198596"/>
                      <a:pt x="211550" y="262890"/>
                      <a:pt x="156496" y="262890"/>
                    </a:cubicBezTo>
                    <a:lnTo>
                      <a:pt x="124873" y="262890"/>
                    </a:lnTo>
                    <a:lnTo>
                      <a:pt x="124873" y="162687"/>
                    </a:lnTo>
                    <a:lnTo>
                      <a:pt x="136112" y="162687"/>
                    </a:lnTo>
                    <a:cubicBezTo>
                      <a:pt x="149352" y="162687"/>
                      <a:pt x="159925" y="173355"/>
                      <a:pt x="159925" y="186500"/>
                    </a:cubicBezTo>
                    <a:lnTo>
                      <a:pt x="159925" y="198406"/>
                    </a:lnTo>
                    <a:lnTo>
                      <a:pt x="191071" y="198406"/>
                    </a:lnTo>
                    <a:lnTo>
                      <a:pt x="191071" y="95631"/>
                    </a:lnTo>
                    <a:lnTo>
                      <a:pt x="159925" y="95631"/>
                    </a:lnTo>
                    <a:lnTo>
                      <a:pt x="159925" y="107537"/>
                    </a:lnTo>
                    <a:cubicBezTo>
                      <a:pt x="159925" y="120777"/>
                      <a:pt x="149352" y="131350"/>
                      <a:pt x="136112" y="131350"/>
                    </a:cubicBezTo>
                    <a:lnTo>
                      <a:pt x="124873" y="131350"/>
                    </a:lnTo>
                    <a:lnTo>
                      <a:pt x="124873" y="31147"/>
                    </a:lnTo>
                    <a:lnTo>
                      <a:pt x="156496" y="31147"/>
                    </a:lnTo>
                    <a:cubicBezTo>
                      <a:pt x="211455" y="31147"/>
                      <a:pt x="217361" y="95441"/>
                      <a:pt x="217361" y="95441"/>
                    </a:cubicBezTo>
                    <a:lnTo>
                      <a:pt x="248983" y="95441"/>
                    </a:lnTo>
                    <a:lnTo>
                      <a:pt x="248983" y="0"/>
                    </a:lnTo>
                    <a:lnTo>
                      <a:pt x="0" y="0"/>
                    </a:lnTo>
                    <a:lnTo>
                      <a:pt x="0" y="31337"/>
                    </a:lnTo>
                    <a:lnTo>
                      <a:pt x="7144" y="31337"/>
                    </a:lnTo>
                    <a:cubicBezTo>
                      <a:pt x="20098" y="31337"/>
                      <a:pt x="30766" y="42005"/>
                      <a:pt x="30766" y="54959"/>
                    </a:cubicBezTo>
                    <a:lnTo>
                      <a:pt x="30766" y="239173"/>
                    </a:lnTo>
                    <a:cubicBezTo>
                      <a:pt x="30766" y="252127"/>
                      <a:pt x="20193" y="262795"/>
                      <a:pt x="7144" y="262795"/>
                    </a:cubicBezTo>
                    <a:lnTo>
                      <a:pt x="0" y="262795"/>
                    </a:lnTo>
                    <a:lnTo>
                      <a:pt x="0" y="293942"/>
                    </a:lnTo>
                    <a:lnTo>
                      <a:pt x="248983" y="294132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63" name="Freihandform: Form 62">
                <a:extLst>
                  <a:ext uri="{FF2B5EF4-FFF2-40B4-BE49-F238E27FC236}">
                    <a16:creationId xmlns:a16="http://schemas.microsoft.com/office/drawing/2014/main" id="{A3433DF0-5218-4AE4-995D-BC0A949705F0}"/>
                  </a:ext>
                </a:extLst>
              </p:cNvPr>
              <p:cNvSpPr/>
              <p:nvPr/>
            </p:nvSpPr>
            <p:spPr>
              <a:xfrm>
                <a:off x="6217588" y="3134295"/>
                <a:ext cx="237562" cy="293941"/>
              </a:xfrm>
              <a:custGeom>
                <a:avLst/>
                <a:gdLst>
                  <a:gd name="connsiteX0" fmla="*/ 133586 w 237562"/>
                  <a:gd name="connsiteY0" fmla="*/ 30956 h 293941"/>
                  <a:gd name="connsiteX1" fmla="*/ 201976 w 237562"/>
                  <a:gd name="connsiteY1" fmla="*/ 95250 h 293941"/>
                  <a:gd name="connsiteX2" fmla="*/ 232551 w 237562"/>
                  <a:gd name="connsiteY2" fmla="*/ 95250 h 293941"/>
                  <a:gd name="connsiteX3" fmla="*/ 232551 w 237562"/>
                  <a:gd name="connsiteY3" fmla="*/ 0 h 293941"/>
                  <a:gd name="connsiteX4" fmla="*/ 6713 w 237562"/>
                  <a:gd name="connsiteY4" fmla="*/ 0 h 293941"/>
                  <a:gd name="connsiteX5" fmla="*/ 64339 w 237562"/>
                  <a:gd name="connsiteY5" fmla="*/ 151733 h 293941"/>
                  <a:gd name="connsiteX6" fmla="*/ 132348 w 237562"/>
                  <a:gd name="connsiteY6" fmla="*/ 262795 h 293941"/>
                  <a:gd name="connsiteX7" fmla="*/ 94248 w 237562"/>
                  <a:gd name="connsiteY7" fmla="*/ 262795 h 293941"/>
                  <a:gd name="connsiteX8" fmla="*/ 33383 w 237562"/>
                  <a:gd name="connsiteY8" fmla="*/ 198501 h 293941"/>
                  <a:gd name="connsiteX9" fmla="*/ 1760 w 237562"/>
                  <a:gd name="connsiteY9" fmla="*/ 198501 h 293941"/>
                  <a:gd name="connsiteX10" fmla="*/ 1760 w 237562"/>
                  <a:gd name="connsiteY10" fmla="*/ 293942 h 293941"/>
                  <a:gd name="connsiteX11" fmla="*/ 229312 w 237562"/>
                  <a:gd name="connsiteY11" fmla="*/ 293942 h 293941"/>
                  <a:gd name="connsiteX12" fmla="*/ 168257 w 237562"/>
                  <a:gd name="connsiteY12" fmla="*/ 133731 h 293941"/>
                  <a:gd name="connsiteX13" fmla="*/ 104821 w 237562"/>
                  <a:gd name="connsiteY13" fmla="*/ 30671 h 293941"/>
                  <a:gd name="connsiteX14" fmla="*/ 133586 w 237562"/>
                  <a:gd name="connsiteY14" fmla="*/ 30861 h 293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37562" h="293941">
                    <a:moveTo>
                      <a:pt x="133586" y="30956"/>
                    </a:moveTo>
                    <a:cubicBezTo>
                      <a:pt x="197023" y="30956"/>
                      <a:pt x="201976" y="95250"/>
                      <a:pt x="201976" y="95250"/>
                    </a:cubicBezTo>
                    <a:lnTo>
                      <a:pt x="232551" y="95250"/>
                    </a:lnTo>
                    <a:lnTo>
                      <a:pt x="232551" y="0"/>
                    </a:lnTo>
                    <a:lnTo>
                      <a:pt x="6713" y="0"/>
                    </a:lnTo>
                    <a:cubicBezTo>
                      <a:pt x="6713" y="0"/>
                      <a:pt x="-29006" y="46768"/>
                      <a:pt x="64339" y="151733"/>
                    </a:cubicBezTo>
                    <a:cubicBezTo>
                      <a:pt x="64339" y="151733"/>
                      <a:pt x="130538" y="228981"/>
                      <a:pt x="132348" y="262795"/>
                    </a:cubicBezTo>
                    <a:lnTo>
                      <a:pt x="94248" y="262795"/>
                    </a:lnTo>
                    <a:cubicBezTo>
                      <a:pt x="39289" y="262795"/>
                      <a:pt x="33383" y="198501"/>
                      <a:pt x="33383" y="198501"/>
                    </a:cubicBezTo>
                    <a:lnTo>
                      <a:pt x="1760" y="198501"/>
                    </a:lnTo>
                    <a:lnTo>
                      <a:pt x="1760" y="293942"/>
                    </a:lnTo>
                    <a:lnTo>
                      <a:pt x="229312" y="293942"/>
                    </a:lnTo>
                    <a:cubicBezTo>
                      <a:pt x="229312" y="293942"/>
                      <a:pt x="270651" y="249365"/>
                      <a:pt x="168257" y="133731"/>
                    </a:cubicBezTo>
                    <a:cubicBezTo>
                      <a:pt x="168257" y="133731"/>
                      <a:pt x="114536" y="78581"/>
                      <a:pt x="104821" y="30671"/>
                    </a:cubicBezTo>
                    <a:lnTo>
                      <a:pt x="133586" y="3086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64" name="Freihandform: Form 63">
                <a:extLst>
                  <a:ext uri="{FF2B5EF4-FFF2-40B4-BE49-F238E27FC236}">
                    <a16:creationId xmlns:a16="http://schemas.microsoft.com/office/drawing/2014/main" id="{76A199E6-DAD6-C119-DE0C-4FA0A1078A65}"/>
                  </a:ext>
                </a:extLst>
              </p:cNvPr>
              <p:cNvSpPr/>
              <p:nvPr/>
            </p:nvSpPr>
            <p:spPr>
              <a:xfrm>
                <a:off x="6481716" y="3134295"/>
                <a:ext cx="237562" cy="293941"/>
              </a:xfrm>
              <a:custGeom>
                <a:avLst/>
                <a:gdLst>
                  <a:gd name="connsiteX0" fmla="*/ 133586 w 237562"/>
                  <a:gd name="connsiteY0" fmla="*/ 30956 h 293941"/>
                  <a:gd name="connsiteX1" fmla="*/ 201976 w 237562"/>
                  <a:gd name="connsiteY1" fmla="*/ 95250 h 293941"/>
                  <a:gd name="connsiteX2" fmla="*/ 232265 w 237562"/>
                  <a:gd name="connsiteY2" fmla="*/ 95250 h 293941"/>
                  <a:gd name="connsiteX3" fmla="*/ 232265 w 237562"/>
                  <a:gd name="connsiteY3" fmla="*/ 0 h 293941"/>
                  <a:gd name="connsiteX4" fmla="*/ 6713 w 237562"/>
                  <a:gd name="connsiteY4" fmla="*/ 0 h 293941"/>
                  <a:gd name="connsiteX5" fmla="*/ 64339 w 237562"/>
                  <a:gd name="connsiteY5" fmla="*/ 151733 h 293941"/>
                  <a:gd name="connsiteX6" fmla="*/ 132348 w 237562"/>
                  <a:gd name="connsiteY6" fmla="*/ 262795 h 293941"/>
                  <a:gd name="connsiteX7" fmla="*/ 94248 w 237562"/>
                  <a:gd name="connsiteY7" fmla="*/ 262795 h 293941"/>
                  <a:gd name="connsiteX8" fmla="*/ 33383 w 237562"/>
                  <a:gd name="connsiteY8" fmla="*/ 198501 h 293941"/>
                  <a:gd name="connsiteX9" fmla="*/ 1760 w 237562"/>
                  <a:gd name="connsiteY9" fmla="*/ 198501 h 293941"/>
                  <a:gd name="connsiteX10" fmla="*/ 1760 w 237562"/>
                  <a:gd name="connsiteY10" fmla="*/ 293942 h 293941"/>
                  <a:gd name="connsiteX11" fmla="*/ 229313 w 237562"/>
                  <a:gd name="connsiteY11" fmla="*/ 293942 h 293941"/>
                  <a:gd name="connsiteX12" fmla="*/ 168257 w 237562"/>
                  <a:gd name="connsiteY12" fmla="*/ 133731 h 293941"/>
                  <a:gd name="connsiteX13" fmla="*/ 104821 w 237562"/>
                  <a:gd name="connsiteY13" fmla="*/ 30671 h 293941"/>
                  <a:gd name="connsiteX14" fmla="*/ 133586 w 237562"/>
                  <a:gd name="connsiteY14" fmla="*/ 30861 h 293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37562" h="293941">
                    <a:moveTo>
                      <a:pt x="133586" y="30956"/>
                    </a:moveTo>
                    <a:cubicBezTo>
                      <a:pt x="196832" y="30956"/>
                      <a:pt x="201976" y="95250"/>
                      <a:pt x="201976" y="95250"/>
                    </a:cubicBezTo>
                    <a:lnTo>
                      <a:pt x="232265" y="95250"/>
                    </a:lnTo>
                    <a:lnTo>
                      <a:pt x="232265" y="0"/>
                    </a:lnTo>
                    <a:lnTo>
                      <a:pt x="6713" y="0"/>
                    </a:lnTo>
                    <a:cubicBezTo>
                      <a:pt x="6713" y="0"/>
                      <a:pt x="-29006" y="46768"/>
                      <a:pt x="64339" y="151733"/>
                    </a:cubicBezTo>
                    <a:cubicBezTo>
                      <a:pt x="64339" y="151733"/>
                      <a:pt x="130538" y="228981"/>
                      <a:pt x="132348" y="262795"/>
                    </a:cubicBezTo>
                    <a:lnTo>
                      <a:pt x="94248" y="262795"/>
                    </a:lnTo>
                    <a:cubicBezTo>
                      <a:pt x="39289" y="262795"/>
                      <a:pt x="33383" y="198501"/>
                      <a:pt x="33383" y="198501"/>
                    </a:cubicBezTo>
                    <a:lnTo>
                      <a:pt x="1760" y="198501"/>
                    </a:lnTo>
                    <a:lnTo>
                      <a:pt x="1760" y="293942"/>
                    </a:lnTo>
                    <a:lnTo>
                      <a:pt x="229313" y="293942"/>
                    </a:lnTo>
                    <a:cubicBezTo>
                      <a:pt x="229313" y="293942"/>
                      <a:pt x="270651" y="249365"/>
                      <a:pt x="168257" y="133731"/>
                    </a:cubicBezTo>
                    <a:cubicBezTo>
                      <a:pt x="168257" y="133731"/>
                      <a:pt x="114536" y="78581"/>
                      <a:pt x="104821" y="30671"/>
                    </a:cubicBezTo>
                    <a:lnTo>
                      <a:pt x="133586" y="3086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32029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文本分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40C2D3-DBDA-4D6C-BBD7-C8CCD961E4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319" y="299633"/>
            <a:ext cx="9740106" cy="369332"/>
          </a:xfrm>
        </p:spPr>
        <p:txBody>
          <a:bodyPr/>
          <a:lstStyle/>
          <a:p>
            <a:r>
              <a:rPr lang="zh-CN" altLang="en-US"/>
              <a:t>编辑主封面格式</a:t>
            </a:r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CDF64D8-43C9-4659-8FEB-D25E62DE2319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18319" y="642855"/>
            <a:ext cx="9740106" cy="369332"/>
          </a:xfrm>
        </p:spPr>
        <p:txBody>
          <a:bodyPr wrap="square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400">
                <a:latin typeface="Microsoft YaHei" panose="020B0503020204020204" pitchFamily="34" charset="-122"/>
                <a:cs typeface="ZEISS Frutiger Next W1G Lt"/>
              </a:defRPr>
            </a:lvl1pPr>
          </a:lstStyle>
          <a:p>
            <a:pPr lvl="0"/>
            <a:r>
              <a:rPr lang="zh-CN" altLang="en-US"/>
              <a:t>编辑主文本格式</a:t>
            </a:r>
            <a:endParaRPr lang="zh-CN" alt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21D1B0B-1BA8-4136-AF7B-59A487C42E1D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518319" y="1631837"/>
            <a:ext cx="11160000" cy="4464000"/>
          </a:xfrm>
        </p:spPr>
        <p:txBody>
          <a:bodyPr rIns="54000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编辑主文本格式</a:t>
            </a:r>
          </a:p>
          <a:p>
            <a:pPr marL="180000" marR="0" lvl="1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ja-JP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第二级</a:t>
            </a:r>
          </a:p>
          <a:p>
            <a:pPr marL="360000" marR="0" lvl="2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第三级 </a:t>
            </a:r>
          </a:p>
          <a:p>
            <a:pPr marL="540000" marR="0" lvl="3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第四级</a:t>
            </a:r>
          </a:p>
          <a:p>
            <a:pPr marL="540000" marR="0" lvl="4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第五级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46188AC-C297-406E-A4D2-EFC9D21EA48F}"/>
              </a:ext>
            </a:extLst>
          </p:cNvPr>
          <p:cNvSpPr>
            <a:spLocks noGrp="1"/>
          </p:cNvSpPr>
          <p:nvPr>
            <p:ph type="ftr" sz="quarter" idx="64"/>
          </p:nvPr>
        </p:nvSpPr>
        <p:spPr/>
        <p:txBody>
          <a:bodyPr/>
          <a:lstStyle/>
          <a:p>
            <a:r>
              <a:rPr lang="zh-TW" altLang="de-DE"/>
              <a:t>蔡司</a:t>
            </a:r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DCB12A4-C54F-4BE6-BE78-F0279DD9776D}"/>
              </a:ext>
            </a:extLst>
          </p:cNvPr>
          <p:cNvSpPr>
            <a:spLocks noGrp="1"/>
          </p:cNvSpPr>
          <p:nvPr>
            <p:ph type="sldNum" sz="quarter" idx="65"/>
          </p:nvPr>
        </p:nvSpPr>
        <p:spPr/>
        <p:txBody>
          <a:bodyPr/>
          <a:lstStyle/>
          <a:p>
            <a:fld id="{C6A4AD45-2621-4550-9DC5-4911F1B5FA4D}" type="slidenum">
              <a:rPr lang="de-DE" smtClean="0">
                <a:latin typeface="Microsoft YaHei" panose="020B0503020204020204" pitchFamily="34" charset="-122"/>
              </a:rPr>
              <a:pPr/>
              <a:t>‹#›</a:t>
            </a:fld>
            <a:endParaRPr lang="de-DE" dirty="0"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831180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文本分页 | 两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40C2D3-DBDA-4D6C-BBD7-C8CCD961E4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319" y="299633"/>
            <a:ext cx="9740106" cy="369332"/>
          </a:xfrm>
        </p:spPr>
        <p:txBody>
          <a:bodyPr/>
          <a:lstStyle/>
          <a:p>
            <a:r>
              <a:rPr lang="zh-CN" altLang="en-US"/>
              <a:t>编辑主封面格式</a:t>
            </a:r>
            <a:endParaRPr lang="de-DE" dirty="0"/>
          </a:p>
        </p:txBody>
      </p:sp>
      <p:sp>
        <p:nvSpPr>
          <p:cNvPr id="10" name="Textplatzhalter 8">
            <a:extLst>
              <a:ext uri="{FF2B5EF4-FFF2-40B4-BE49-F238E27FC236}">
                <a16:creationId xmlns:a16="http://schemas.microsoft.com/office/drawing/2014/main" id="{162F79FD-685F-4AD0-AD07-F82DCA600046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18319" y="642855"/>
            <a:ext cx="9740106" cy="369332"/>
          </a:xfrm>
        </p:spPr>
        <p:txBody>
          <a:bodyPr wrap="square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400">
                <a:latin typeface="Microsoft YaHei" panose="020B0503020204020204" pitchFamily="34" charset="-122"/>
                <a:cs typeface="ZEISS Frutiger Next W1G Lt"/>
              </a:defRPr>
            </a:lvl1pPr>
          </a:lstStyle>
          <a:p>
            <a:pPr lvl="0"/>
            <a:r>
              <a:rPr lang="zh-CN" altLang="en-US"/>
              <a:t>编辑主文本格式</a:t>
            </a:r>
            <a:endParaRPr lang="zh-CN" altLang="en-US" dirty="0"/>
          </a:p>
        </p:txBody>
      </p:sp>
      <p:sp>
        <p:nvSpPr>
          <p:cNvPr id="11" name="Textplatzhalter 3">
            <a:extLst>
              <a:ext uri="{FF2B5EF4-FFF2-40B4-BE49-F238E27FC236}">
                <a16:creationId xmlns:a16="http://schemas.microsoft.com/office/drawing/2014/main" id="{12A02888-F9A5-43B4-9619-58072584F513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518319" y="1631837"/>
            <a:ext cx="5433219" cy="4464000"/>
          </a:xfrm>
        </p:spPr>
        <p:txBody>
          <a:bodyPr rIns="54000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编辑主文本格式</a:t>
            </a:r>
          </a:p>
          <a:p>
            <a:pPr marL="180000" marR="0" lvl="1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第二级</a:t>
            </a:r>
          </a:p>
          <a:p>
            <a:pPr marL="360000" marR="0" lvl="2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第三级 </a:t>
            </a:r>
          </a:p>
          <a:p>
            <a:pPr marL="540000" marR="0" lvl="3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第四级</a:t>
            </a:r>
          </a:p>
          <a:p>
            <a:pPr marL="540000" marR="0" lvl="4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第五级</a:t>
            </a:r>
            <a:endParaRPr kumimoji="0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2" name="Textplatzhalter 3">
            <a:extLst>
              <a:ext uri="{FF2B5EF4-FFF2-40B4-BE49-F238E27FC236}">
                <a16:creationId xmlns:a16="http://schemas.microsoft.com/office/drawing/2014/main" id="{D03185D6-5C86-4FFC-9297-944DDAF3BE36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6242844" y="1631837"/>
            <a:ext cx="5433219" cy="4464000"/>
          </a:xfrm>
        </p:spPr>
        <p:txBody>
          <a:bodyPr rIns="54000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编辑主文本格式</a:t>
            </a:r>
          </a:p>
          <a:p>
            <a:pPr marL="180000" marR="0" lvl="1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第二级</a:t>
            </a:r>
          </a:p>
          <a:p>
            <a:pPr marL="360000" marR="0" lvl="2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第三级 </a:t>
            </a:r>
          </a:p>
          <a:p>
            <a:pPr marL="540000" marR="0" lvl="3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第四级</a:t>
            </a:r>
          </a:p>
          <a:p>
            <a:pPr marL="540000" marR="0" lvl="4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第五级</a:t>
            </a:r>
            <a:endParaRPr kumimoji="0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0D9C806-709C-4DCB-99C7-AF4CF63EE99D}"/>
              </a:ext>
            </a:extLst>
          </p:cNvPr>
          <p:cNvSpPr>
            <a:spLocks noGrp="1"/>
          </p:cNvSpPr>
          <p:nvPr>
            <p:ph type="ftr" sz="quarter" idx="66"/>
          </p:nvPr>
        </p:nvSpPr>
        <p:spPr/>
        <p:txBody>
          <a:bodyPr/>
          <a:lstStyle/>
          <a:p>
            <a:r>
              <a:rPr lang="zh-TW" altLang="de-DE"/>
              <a:t>蔡司</a:t>
            </a:r>
            <a:endParaRPr lang="en-US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7D1712B-C169-47FC-A762-3A5BBC518D5D}"/>
              </a:ext>
            </a:extLst>
          </p:cNvPr>
          <p:cNvSpPr>
            <a:spLocks noGrp="1"/>
          </p:cNvSpPr>
          <p:nvPr>
            <p:ph type="sldNum" sz="quarter" idx="67"/>
          </p:nvPr>
        </p:nvSpPr>
        <p:spPr/>
        <p:txBody>
          <a:bodyPr/>
          <a:lstStyle/>
          <a:p>
            <a:fld id="{C6A4AD45-2621-4550-9DC5-4911F1B5FA4D}" type="slidenum">
              <a:rPr lang="de-DE" smtClean="0">
                <a:latin typeface="Microsoft YaHei" panose="020B0503020204020204" pitchFamily="34" charset="-122"/>
              </a:rPr>
              <a:pPr/>
              <a:t>‹#›</a:t>
            </a:fld>
            <a:endParaRPr lang="de-DE" dirty="0"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860773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文本分页 | 三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40C2D3-DBDA-4D6C-BBD7-C8CCD961E4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319" y="299633"/>
            <a:ext cx="9740106" cy="369332"/>
          </a:xfrm>
        </p:spPr>
        <p:txBody>
          <a:bodyPr/>
          <a:lstStyle/>
          <a:p>
            <a:r>
              <a:rPr lang="zh-CN" altLang="en-US"/>
              <a:t>编辑主封面格式</a:t>
            </a:r>
            <a:endParaRPr lang="de-DE" dirty="0"/>
          </a:p>
        </p:txBody>
      </p:sp>
      <p:sp>
        <p:nvSpPr>
          <p:cNvPr id="11" name="Textplatzhalter 8">
            <a:extLst>
              <a:ext uri="{FF2B5EF4-FFF2-40B4-BE49-F238E27FC236}">
                <a16:creationId xmlns:a16="http://schemas.microsoft.com/office/drawing/2014/main" id="{3672128A-9CD1-4BA0-8866-2DE4C8621BF2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18319" y="642855"/>
            <a:ext cx="9740106" cy="369332"/>
          </a:xfrm>
        </p:spPr>
        <p:txBody>
          <a:bodyPr wrap="square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400">
                <a:latin typeface="Microsoft YaHei" panose="020B0503020204020204" pitchFamily="34" charset="-122"/>
                <a:cs typeface="ZEISS Frutiger Next W1G Lt"/>
              </a:defRPr>
            </a:lvl1pPr>
          </a:lstStyle>
          <a:p>
            <a:pPr lvl="0"/>
            <a:r>
              <a:rPr lang="zh-CN" altLang="en-US"/>
              <a:t>编辑主文本格式</a:t>
            </a:r>
            <a:endParaRPr lang="zh-CN" altLang="en-US" dirty="0"/>
          </a:p>
        </p:txBody>
      </p:sp>
      <p:sp>
        <p:nvSpPr>
          <p:cNvPr id="14" name="Textplatzhalter 3">
            <a:extLst>
              <a:ext uri="{FF2B5EF4-FFF2-40B4-BE49-F238E27FC236}">
                <a16:creationId xmlns:a16="http://schemas.microsoft.com/office/drawing/2014/main" id="{63E6CB3C-AA15-4066-87A4-1BC111AFD6D2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18320" y="1631837"/>
            <a:ext cx="3521074" cy="4464000"/>
          </a:xfrm>
        </p:spPr>
        <p:txBody>
          <a:bodyPr rIns="54000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编辑主文本格式</a:t>
            </a:r>
          </a:p>
          <a:p>
            <a:pPr marL="180000" marR="0" lvl="1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第二级</a:t>
            </a:r>
          </a:p>
          <a:p>
            <a:pPr marL="360000" marR="0" lvl="2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第三级 </a:t>
            </a:r>
          </a:p>
          <a:p>
            <a:pPr marL="540000" marR="0" lvl="3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第四级</a:t>
            </a:r>
          </a:p>
          <a:p>
            <a:pPr marL="540000" marR="0" lvl="4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第五级</a:t>
            </a:r>
            <a:endParaRPr kumimoji="0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9" name="Textplatzhalter 3">
            <a:extLst>
              <a:ext uri="{FF2B5EF4-FFF2-40B4-BE49-F238E27FC236}">
                <a16:creationId xmlns:a16="http://schemas.microsoft.com/office/drawing/2014/main" id="{91B4FA4A-707E-4B21-8550-2A1CA445619E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4336655" y="1631837"/>
            <a:ext cx="3521074" cy="4464000"/>
          </a:xfrm>
        </p:spPr>
        <p:txBody>
          <a:bodyPr rIns="54000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编辑主文本格式</a:t>
            </a:r>
          </a:p>
          <a:p>
            <a:pPr marL="180000" marR="0" lvl="1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第二级</a:t>
            </a:r>
          </a:p>
          <a:p>
            <a:pPr marL="360000" marR="0" lvl="2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第三级 </a:t>
            </a:r>
          </a:p>
          <a:p>
            <a:pPr marL="540000" marR="0" lvl="3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第四级</a:t>
            </a:r>
          </a:p>
          <a:p>
            <a:pPr marL="540000" marR="0" lvl="4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第五级</a:t>
            </a:r>
            <a:endParaRPr kumimoji="0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20" name="Textplatzhalter 3">
            <a:extLst>
              <a:ext uri="{FF2B5EF4-FFF2-40B4-BE49-F238E27FC236}">
                <a16:creationId xmlns:a16="http://schemas.microsoft.com/office/drawing/2014/main" id="{66568BC8-CF70-4E83-B3D8-E4E070B4F8ED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8154989" y="1631837"/>
            <a:ext cx="3521074" cy="4464000"/>
          </a:xfrm>
        </p:spPr>
        <p:txBody>
          <a:bodyPr rIns="54000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编辑主文本格式</a:t>
            </a:r>
          </a:p>
          <a:p>
            <a:pPr marL="180000" marR="0" lvl="1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第二级</a:t>
            </a:r>
          </a:p>
          <a:p>
            <a:pPr marL="360000" marR="0" lvl="2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第三级 </a:t>
            </a:r>
          </a:p>
          <a:p>
            <a:pPr marL="540000" marR="0" lvl="3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第四级</a:t>
            </a:r>
          </a:p>
          <a:p>
            <a:pPr marL="540000" marR="0" lvl="4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第五级</a:t>
            </a:r>
            <a:endParaRPr kumimoji="0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6848214-79F5-47FC-A6E9-4E5721B1490C}"/>
              </a:ext>
            </a:extLst>
          </p:cNvPr>
          <p:cNvSpPr>
            <a:spLocks noGrp="1"/>
          </p:cNvSpPr>
          <p:nvPr>
            <p:ph type="ftr" sz="quarter" idx="68"/>
          </p:nvPr>
        </p:nvSpPr>
        <p:spPr/>
        <p:txBody>
          <a:bodyPr/>
          <a:lstStyle/>
          <a:p>
            <a:r>
              <a:rPr lang="zh-TW" altLang="de-DE"/>
              <a:t>蔡司</a:t>
            </a:r>
            <a:endParaRPr lang="en-US" altLang="zh-CN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4FC5D11-CBC3-4A23-AAE8-698AEABE2D18}"/>
              </a:ext>
            </a:extLst>
          </p:cNvPr>
          <p:cNvSpPr>
            <a:spLocks noGrp="1"/>
          </p:cNvSpPr>
          <p:nvPr>
            <p:ph type="sldNum" sz="quarter" idx="69"/>
          </p:nvPr>
        </p:nvSpPr>
        <p:spPr/>
        <p:txBody>
          <a:bodyPr/>
          <a:lstStyle/>
          <a:p>
            <a:fld id="{C6A4AD45-2621-4550-9DC5-4911F1B5FA4D}" type="slidenum">
              <a:rPr lang="de-DE" smtClean="0">
                <a:latin typeface="Microsoft YaHei" panose="020B0503020204020204" pitchFamily="34" charset="-122"/>
              </a:rPr>
              <a:pPr/>
              <a:t>‹#›</a:t>
            </a:fld>
            <a:endParaRPr lang="de-DE" dirty="0"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629348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文本分页 | 四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40C2D3-DBDA-4D6C-BBD7-C8CCD961E4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319" y="299633"/>
            <a:ext cx="9740106" cy="369332"/>
          </a:xfrm>
        </p:spPr>
        <p:txBody>
          <a:bodyPr/>
          <a:lstStyle/>
          <a:p>
            <a:r>
              <a:rPr lang="zh-CN" altLang="en-US"/>
              <a:t>编辑主封面格式</a:t>
            </a:r>
            <a:endParaRPr lang="de-DE" dirty="0"/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6090A1F3-A7AB-42F7-9FBF-8736DC5882DB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18319" y="642855"/>
            <a:ext cx="9740106" cy="369332"/>
          </a:xfrm>
        </p:spPr>
        <p:txBody>
          <a:bodyPr wrap="square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400">
                <a:latin typeface="Microsoft YaHei" panose="020B0503020204020204" pitchFamily="34" charset="-122"/>
                <a:cs typeface="ZEISS Frutiger Next W1G Lt"/>
              </a:defRPr>
            </a:lvl1pPr>
          </a:lstStyle>
          <a:p>
            <a:pPr lvl="0"/>
            <a:r>
              <a:rPr lang="zh-CN" altLang="en-US"/>
              <a:t>编辑主文本格式</a:t>
            </a:r>
            <a:endParaRPr lang="zh-CN" altLang="en-US" dirty="0"/>
          </a:p>
        </p:txBody>
      </p:sp>
      <p:sp>
        <p:nvSpPr>
          <p:cNvPr id="14" name="Textplatzhalter 3">
            <a:extLst>
              <a:ext uri="{FF2B5EF4-FFF2-40B4-BE49-F238E27FC236}">
                <a16:creationId xmlns:a16="http://schemas.microsoft.com/office/drawing/2014/main" id="{78DED978-10E9-4C45-9AF8-D5BAE20E9625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18320" y="1631837"/>
            <a:ext cx="2570061" cy="4464000"/>
          </a:xfrm>
        </p:spPr>
        <p:txBody>
          <a:bodyPr rIns="54000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编辑主文本格式</a:t>
            </a:r>
          </a:p>
          <a:p>
            <a:pPr marL="180000" marR="0" lvl="1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第二级</a:t>
            </a:r>
          </a:p>
          <a:p>
            <a:pPr marL="360000" marR="0" lvl="2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第三级 </a:t>
            </a:r>
          </a:p>
          <a:p>
            <a:pPr marL="540000" marR="0" lvl="3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第四级</a:t>
            </a:r>
          </a:p>
          <a:p>
            <a:pPr marL="540000" marR="0" lvl="4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第五级</a:t>
            </a:r>
            <a:endParaRPr kumimoji="0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7" name="Textplatzhalter 3">
            <a:extLst>
              <a:ext uri="{FF2B5EF4-FFF2-40B4-BE49-F238E27FC236}">
                <a16:creationId xmlns:a16="http://schemas.microsoft.com/office/drawing/2014/main" id="{3CA966A3-1F04-42F3-AA58-C900F327C550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3380881" y="1631837"/>
            <a:ext cx="2570061" cy="4464000"/>
          </a:xfrm>
        </p:spPr>
        <p:txBody>
          <a:bodyPr rIns="54000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编辑主文本格式</a:t>
            </a:r>
          </a:p>
          <a:p>
            <a:pPr marL="180000" marR="0" lvl="1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第二级</a:t>
            </a:r>
          </a:p>
          <a:p>
            <a:pPr marL="360000" marR="0" lvl="2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第三级 </a:t>
            </a:r>
          </a:p>
          <a:p>
            <a:pPr marL="540000" marR="0" lvl="3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第四级</a:t>
            </a:r>
          </a:p>
          <a:p>
            <a:pPr marL="540000" marR="0" lvl="4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第五级</a:t>
            </a:r>
            <a:endParaRPr kumimoji="0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8" name="Textplatzhalter 3">
            <a:extLst>
              <a:ext uri="{FF2B5EF4-FFF2-40B4-BE49-F238E27FC236}">
                <a16:creationId xmlns:a16="http://schemas.microsoft.com/office/drawing/2014/main" id="{E9EB05F1-EE7A-473E-83D8-EA42061575EA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6243442" y="1631837"/>
            <a:ext cx="2570061" cy="4464000"/>
          </a:xfrm>
        </p:spPr>
        <p:txBody>
          <a:bodyPr rIns="54000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编辑主文本格式</a:t>
            </a:r>
          </a:p>
          <a:p>
            <a:pPr marL="180000" marR="0" lvl="1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第二级</a:t>
            </a:r>
          </a:p>
          <a:p>
            <a:pPr marL="360000" marR="0" lvl="2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第三级 </a:t>
            </a:r>
          </a:p>
          <a:p>
            <a:pPr marL="540000" marR="0" lvl="3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第四级</a:t>
            </a:r>
          </a:p>
          <a:p>
            <a:pPr marL="540000" marR="0" lvl="4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第五级</a:t>
            </a:r>
            <a:endParaRPr kumimoji="0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9" name="Textplatzhalter 3">
            <a:extLst>
              <a:ext uri="{FF2B5EF4-FFF2-40B4-BE49-F238E27FC236}">
                <a16:creationId xmlns:a16="http://schemas.microsoft.com/office/drawing/2014/main" id="{29D348FF-9AC7-4A00-B1A3-468BE3014FEC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9106002" y="1631837"/>
            <a:ext cx="2570061" cy="4464000"/>
          </a:xfrm>
        </p:spPr>
        <p:txBody>
          <a:bodyPr rIns="54000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编辑主文本格式</a:t>
            </a:r>
          </a:p>
          <a:p>
            <a:pPr marL="180000" marR="0" lvl="1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第二级</a:t>
            </a:r>
          </a:p>
          <a:p>
            <a:pPr marL="360000" marR="0" lvl="2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第三级 </a:t>
            </a:r>
          </a:p>
          <a:p>
            <a:pPr marL="540000" marR="0" lvl="3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第四级</a:t>
            </a:r>
          </a:p>
          <a:p>
            <a:pPr marL="540000" marR="0" lvl="4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第五级</a:t>
            </a:r>
            <a:endParaRPr kumimoji="0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7AF3862-7242-4477-B347-282301981FF0}"/>
              </a:ext>
            </a:extLst>
          </p:cNvPr>
          <p:cNvSpPr>
            <a:spLocks noGrp="1"/>
          </p:cNvSpPr>
          <p:nvPr>
            <p:ph type="ftr" sz="quarter" idx="70"/>
          </p:nvPr>
        </p:nvSpPr>
        <p:spPr/>
        <p:txBody>
          <a:bodyPr/>
          <a:lstStyle/>
          <a:p>
            <a:r>
              <a:rPr lang="zh-TW" altLang="de-DE"/>
              <a:t>蔡司</a:t>
            </a:r>
            <a:endParaRPr lang="en-US" altLang="zh-CN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64799E6-D962-4B93-9D49-34AB5FF8A6A2}"/>
              </a:ext>
            </a:extLst>
          </p:cNvPr>
          <p:cNvSpPr>
            <a:spLocks noGrp="1"/>
          </p:cNvSpPr>
          <p:nvPr>
            <p:ph type="sldNum" sz="quarter" idx="71"/>
          </p:nvPr>
        </p:nvSpPr>
        <p:spPr/>
        <p:txBody>
          <a:bodyPr/>
          <a:lstStyle/>
          <a:p>
            <a:fld id="{C6A4AD45-2621-4550-9DC5-4911F1B5FA4D}" type="slidenum">
              <a:rPr lang="de-DE" smtClean="0">
                <a:latin typeface="Microsoft YaHei" panose="020B0503020204020204" pitchFamily="34" charset="-122"/>
              </a:rPr>
              <a:pPr/>
              <a:t>‹#›</a:t>
            </a:fld>
            <a:endParaRPr lang="de-DE" dirty="0"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275350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文本分页 | 四块区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40C2D3-DBDA-4D6C-BBD7-C8CCD961E4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319" y="299633"/>
            <a:ext cx="9740106" cy="369332"/>
          </a:xfrm>
        </p:spPr>
        <p:txBody>
          <a:bodyPr/>
          <a:lstStyle/>
          <a:p>
            <a:r>
              <a:rPr lang="zh-CN" altLang="en-US"/>
              <a:t>编辑主封面格式</a:t>
            </a:r>
            <a:endParaRPr lang="de-DE" dirty="0"/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A276B4CC-8E3B-49AA-A6D3-2C309ED8CFEE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18319" y="642855"/>
            <a:ext cx="9740106" cy="369332"/>
          </a:xfrm>
        </p:spPr>
        <p:txBody>
          <a:bodyPr wrap="square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400">
                <a:latin typeface="Microsoft YaHei" panose="020B0503020204020204" pitchFamily="34" charset="-122"/>
                <a:cs typeface="ZEISS Frutiger Next W1G Lt"/>
              </a:defRPr>
            </a:lvl1pPr>
          </a:lstStyle>
          <a:p>
            <a:pPr lvl="0"/>
            <a:r>
              <a:rPr lang="zh-CN" altLang="en-US"/>
              <a:t>编辑主文本格式</a:t>
            </a:r>
            <a:endParaRPr lang="zh-CN" alt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4DC0976-C523-4842-8BFE-0A9CBF3B503A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518318" y="1631837"/>
            <a:ext cx="5433219" cy="2086521"/>
          </a:xfrm>
        </p:spPr>
        <p:txBody>
          <a:bodyPr rIns="54000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编辑主文本格式</a:t>
            </a:r>
          </a:p>
          <a:p>
            <a:pPr marL="180000" marR="0" lvl="1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第二级</a:t>
            </a:r>
          </a:p>
          <a:p>
            <a:pPr marL="360000" marR="0" lvl="2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第三级 </a:t>
            </a:r>
          </a:p>
          <a:p>
            <a:pPr marL="540000" marR="0" lvl="3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第四级</a:t>
            </a:r>
          </a:p>
          <a:p>
            <a:pPr marL="540000" marR="0" lvl="4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第五级</a:t>
            </a:r>
            <a:endParaRPr kumimoji="0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5" name="Textplatzhalter 3">
            <a:extLst>
              <a:ext uri="{FF2B5EF4-FFF2-40B4-BE49-F238E27FC236}">
                <a16:creationId xmlns:a16="http://schemas.microsoft.com/office/drawing/2014/main" id="{DBBDED6D-1B2A-4452-8222-8F9BFC9EAEFF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518318" y="4006299"/>
            <a:ext cx="5433219" cy="2086521"/>
          </a:xfrm>
        </p:spPr>
        <p:txBody>
          <a:bodyPr rIns="54000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编辑主文本格式</a:t>
            </a:r>
          </a:p>
          <a:p>
            <a:pPr marL="180000" marR="0" lvl="1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第二级</a:t>
            </a:r>
          </a:p>
          <a:p>
            <a:pPr marL="360000" marR="0" lvl="2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第三级 </a:t>
            </a:r>
          </a:p>
          <a:p>
            <a:pPr marL="540000" marR="0" lvl="3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第四级</a:t>
            </a:r>
          </a:p>
          <a:p>
            <a:pPr marL="540000" marR="0" lvl="4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第五级</a:t>
            </a:r>
            <a:endParaRPr kumimoji="0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21" name="Textplatzhalter 3">
            <a:extLst>
              <a:ext uri="{FF2B5EF4-FFF2-40B4-BE49-F238E27FC236}">
                <a16:creationId xmlns:a16="http://schemas.microsoft.com/office/drawing/2014/main" id="{2A5093DB-E40A-443C-AE2F-5BD6332BA4DD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6242844" y="1631837"/>
            <a:ext cx="5433219" cy="2086521"/>
          </a:xfrm>
        </p:spPr>
        <p:txBody>
          <a:bodyPr rIns="54000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编辑主文本格式</a:t>
            </a:r>
          </a:p>
          <a:p>
            <a:pPr marL="180000" marR="0" lvl="1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第二级</a:t>
            </a:r>
          </a:p>
          <a:p>
            <a:pPr marL="360000" marR="0" lvl="2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第三级 </a:t>
            </a:r>
          </a:p>
          <a:p>
            <a:pPr marL="540000" marR="0" lvl="3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第四级</a:t>
            </a:r>
          </a:p>
          <a:p>
            <a:pPr marL="540000" marR="0" lvl="4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第五级</a:t>
            </a:r>
            <a:endParaRPr kumimoji="0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22" name="Textplatzhalter 3">
            <a:extLst>
              <a:ext uri="{FF2B5EF4-FFF2-40B4-BE49-F238E27FC236}">
                <a16:creationId xmlns:a16="http://schemas.microsoft.com/office/drawing/2014/main" id="{8E5BB036-1A1C-4EB9-AF21-69D3C12FF402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6242844" y="4006299"/>
            <a:ext cx="5433219" cy="2086521"/>
          </a:xfrm>
        </p:spPr>
        <p:txBody>
          <a:bodyPr rIns="54000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编辑主文本格式</a:t>
            </a:r>
          </a:p>
          <a:p>
            <a:pPr marL="180000" marR="0" lvl="1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第二级</a:t>
            </a:r>
          </a:p>
          <a:p>
            <a:pPr marL="360000" marR="0" lvl="2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第三级 </a:t>
            </a:r>
          </a:p>
          <a:p>
            <a:pPr marL="540000" marR="0" lvl="3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第四级</a:t>
            </a:r>
          </a:p>
          <a:p>
            <a:pPr marL="540000" marR="0" lvl="4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第五级</a:t>
            </a:r>
            <a:endParaRPr kumimoji="0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AE948D9-E5A2-47B6-B37A-AA07D7BDA80E}"/>
              </a:ext>
            </a:extLst>
          </p:cNvPr>
          <p:cNvSpPr>
            <a:spLocks noGrp="1"/>
          </p:cNvSpPr>
          <p:nvPr>
            <p:ph type="ftr" sz="quarter" idx="72"/>
          </p:nvPr>
        </p:nvSpPr>
        <p:spPr/>
        <p:txBody>
          <a:bodyPr/>
          <a:lstStyle/>
          <a:p>
            <a:r>
              <a:rPr lang="zh-TW" altLang="de-DE"/>
              <a:t>蔡司</a:t>
            </a:r>
            <a:endParaRPr lang="en-US" altLang="zh-CN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CC294D5-D0A4-4D75-9F79-95D6A93900C3}"/>
              </a:ext>
            </a:extLst>
          </p:cNvPr>
          <p:cNvSpPr>
            <a:spLocks noGrp="1"/>
          </p:cNvSpPr>
          <p:nvPr>
            <p:ph type="sldNum" sz="quarter" idx="73"/>
          </p:nvPr>
        </p:nvSpPr>
        <p:spPr/>
        <p:txBody>
          <a:bodyPr/>
          <a:lstStyle/>
          <a:p>
            <a:fld id="{C6A4AD45-2621-4550-9DC5-4911F1B5FA4D}" type="slidenum">
              <a:rPr lang="de-DE" smtClean="0">
                <a:latin typeface="Microsoft YaHei" panose="020B0503020204020204" pitchFamily="34" charset="-122"/>
              </a:rPr>
              <a:pPr/>
              <a:t>‹#›</a:t>
            </a:fld>
            <a:endParaRPr lang="de-DE" dirty="0"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36575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文本-图片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40C2D3-DBDA-4D6C-BBD7-C8CCD961E4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319" y="299633"/>
            <a:ext cx="9740106" cy="369332"/>
          </a:xfrm>
        </p:spPr>
        <p:txBody>
          <a:bodyPr/>
          <a:lstStyle/>
          <a:p>
            <a:r>
              <a:rPr lang="zh-CN" altLang="en-US"/>
              <a:t>编辑主封面格式</a:t>
            </a:r>
            <a:endParaRPr lang="de-DE" dirty="0"/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A110DE13-884C-476D-A18E-6F6ED1A03B99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6242847" y="1631837"/>
            <a:ext cx="5433216" cy="4464000"/>
          </a:xfrm>
          <a:solidFill>
            <a:schemeClr val="bg2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11" name="Textplatzhalter 8">
            <a:extLst>
              <a:ext uri="{FF2B5EF4-FFF2-40B4-BE49-F238E27FC236}">
                <a16:creationId xmlns:a16="http://schemas.microsoft.com/office/drawing/2014/main" id="{F8B81FA6-341F-4F98-BDCB-E4F6B6D12B40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18319" y="642855"/>
            <a:ext cx="9740106" cy="369332"/>
          </a:xfrm>
        </p:spPr>
        <p:txBody>
          <a:bodyPr wrap="square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400">
                <a:latin typeface="Microsoft YaHei" panose="020B0503020204020204" pitchFamily="34" charset="-122"/>
                <a:cs typeface="ZEISS Frutiger Next W1G Lt"/>
              </a:defRPr>
            </a:lvl1pPr>
          </a:lstStyle>
          <a:p>
            <a:pPr lvl="0"/>
            <a:r>
              <a:rPr lang="zh-CN" altLang="en-US"/>
              <a:t>编辑主文本格式</a:t>
            </a:r>
            <a:endParaRPr lang="zh-CN" altLang="en-US" dirty="0"/>
          </a:p>
        </p:txBody>
      </p:sp>
      <p:sp>
        <p:nvSpPr>
          <p:cNvPr id="14" name="Textplatzhalter 3">
            <a:extLst>
              <a:ext uri="{FF2B5EF4-FFF2-40B4-BE49-F238E27FC236}">
                <a16:creationId xmlns:a16="http://schemas.microsoft.com/office/drawing/2014/main" id="{219180E3-3297-4CBF-9A1C-BF98BA2B7514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518319" y="1631837"/>
            <a:ext cx="5433219" cy="4464000"/>
          </a:xfrm>
        </p:spPr>
        <p:txBody>
          <a:bodyPr rIns="54000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编辑主文本格式</a:t>
            </a:r>
          </a:p>
          <a:p>
            <a:pPr marL="180000" marR="0" lvl="1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第二级</a:t>
            </a:r>
          </a:p>
          <a:p>
            <a:pPr marL="360000" marR="0" lvl="2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第三级 </a:t>
            </a:r>
          </a:p>
          <a:p>
            <a:pPr marL="540000" marR="0" lvl="3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第四级</a:t>
            </a:r>
          </a:p>
          <a:p>
            <a:pPr marL="540000" marR="0" lvl="4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第五级</a:t>
            </a:r>
            <a:endParaRPr kumimoji="0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FD26912-47AA-4F4B-B546-F2331A4E73E6}"/>
              </a:ext>
            </a:extLst>
          </p:cNvPr>
          <p:cNvSpPr>
            <a:spLocks noGrp="1"/>
          </p:cNvSpPr>
          <p:nvPr>
            <p:ph type="ftr" sz="quarter" idx="65"/>
          </p:nvPr>
        </p:nvSpPr>
        <p:spPr/>
        <p:txBody>
          <a:bodyPr/>
          <a:lstStyle/>
          <a:p>
            <a:r>
              <a:rPr lang="zh-TW" altLang="de-DE"/>
              <a:t>蔡司</a:t>
            </a:r>
            <a:endParaRPr lang="en-US" altLang="zh-CN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64AE326-DE19-4EEA-A1DC-661C2C6602CF}"/>
              </a:ext>
            </a:extLst>
          </p:cNvPr>
          <p:cNvSpPr>
            <a:spLocks noGrp="1"/>
          </p:cNvSpPr>
          <p:nvPr>
            <p:ph type="sldNum" sz="quarter" idx="66"/>
          </p:nvPr>
        </p:nvSpPr>
        <p:spPr/>
        <p:txBody>
          <a:bodyPr/>
          <a:lstStyle/>
          <a:p>
            <a:fld id="{C6A4AD45-2621-4550-9DC5-4911F1B5FA4D}" type="slidenum">
              <a:rPr lang="de-DE" smtClean="0">
                <a:latin typeface="Microsoft YaHei" panose="020B0503020204020204" pitchFamily="34" charset="-122"/>
              </a:rPr>
              <a:pPr/>
              <a:t>‹#›</a:t>
            </a:fld>
            <a:endParaRPr lang="de-DE" dirty="0"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8080180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文本-图片页面 | 两张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40C2D3-DBDA-4D6C-BBD7-C8CCD961E4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319" y="299633"/>
            <a:ext cx="9740106" cy="369332"/>
          </a:xfrm>
        </p:spPr>
        <p:txBody>
          <a:bodyPr/>
          <a:lstStyle/>
          <a:p>
            <a:r>
              <a:rPr lang="zh-CN" altLang="en-US"/>
              <a:t>编辑主封面格式</a:t>
            </a:r>
            <a:endParaRPr lang="de-DE" dirty="0"/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A110DE13-884C-476D-A18E-6F6ED1A03B99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6242847" y="1631837"/>
            <a:ext cx="2572145" cy="4464000"/>
          </a:xfrm>
          <a:solidFill>
            <a:schemeClr val="bg2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11" name="Bildplatzhalter 9">
            <a:extLst>
              <a:ext uri="{FF2B5EF4-FFF2-40B4-BE49-F238E27FC236}">
                <a16:creationId xmlns:a16="http://schemas.microsoft.com/office/drawing/2014/main" id="{DE207224-BD49-486F-AD1A-8E3330BDCF5D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9103918" y="1631837"/>
            <a:ext cx="2572145" cy="4464000"/>
          </a:xfrm>
          <a:solidFill>
            <a:schemeClr val="bg2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15" name="Textplatzhalter 8">
            <a:extLst>
              <a:ext uri="{FF2B5EF4-FFF2-40B4-BE49-F238E27FC236}">
                <a16:creationId xmlns:a16="http://schemas.microsoft.com/office/drawing/2014/main" id="{67019CAF-952D-4F3E-8D6F-25ACB42A0F4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518319" y="642855"/>
            <a:ext cx="9740106" cy="369332"/>
          </a:xfrm>
        </p:spPr>
        <p:txBody>
          <a:bodyPr wrap="square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400">
                <a:latin typeface="Microsoft YaHei" panose="020B0503020204020204" pitchFamily="34" charset="-122"/>
                <a:cs typeface="ZEISS Frutiger Next W1G Lt"/>
              </a:defRPr>
            </a:lvl1pPr>
          </a:lstStyle>
          <a:p>
            <a:pPr lvl="0"/>
            <a:r>
              <a:rPr lang="zh-CN" altLang="en-US"/>
              <a:t>编辑主文本格式</a:t>
            </a:r>
            <a:endParaRPr lang="zh-CN" altLang="en-US" dirty="0"/>
          </a:p>
        </p:txBody>
      </p:sp>
      <p:sp>
        <p:nvSpPr>
          <p:cNvPr id="16" name="Textplatzhalter 3">
            <a:extLst>
              <a:ext uri="{FF2B5EF4-FFF2-40B4-BE49-F238E27FC236}">
                <a16:creationId xmlns:a16="http://schemas.microsoft.com/office/drawing/2014/main" id="{2BD66A5F-8890-45C7-AFA2-FBAFE51EAA5D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18319" y="1631837"/>
            <a:ext cx="5433219" cy="3618387"/>
          </a:xfrm>
        </p:spPr>
        <p:txBody>
          <a:bodyPr rIns="54000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编辑主文本格式</a:t>
            </a:r>
          </a:p>
          <a:p>
            <a:pPr marL="180000" marR="0" lvl="1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第二级</a:t>
            </a:r>
          </a:p>
          <a:p>
            <a:pPr marL="360000" marR="0" lvl="2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第三级 </a:t>
            </a:r>
          </a:p>
          <a:p>
            <a:pPr marL="540000" marR="0" lvl="3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第四级</a:t>
            </a:r>
          </a:p>
          <a:p>
            <a:pPr marL="540000" marR="0" lvl="4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第五级</a:t>
            </a:r>
            <a:endParaRPr kumimoji="0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50776CE-C715-4BB6-9753-D24EE139A4F8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4871538" y="5634172"/>
            <a:ext cx="1080000" cy="461665"/>
          </a:xfrm>
        </p:spPr>
        <p:txBody>
          <a:bodyPr wrap="square">
            <a:noAutofit/>
          </a:bodyPr>
          <a:lstStyle>
            <a:lvl1pPr algn="r">
              <a:spcAft>
                <a:spcPts val="0"/>
              </a:spcAft>
              <a:defRPr sz="1000"/>
            </a:lvl1pPr>
            <a:lvl2pPr marL="0" indent="0">
              <a:buNone/>
              <a:defRPr/>
            </a:lvl2pPr>
          </a:lstStyle>
          <a:p>
            <a:pPr lvl="0"/>
            <a:r>
              <a:rPr lang="de-DE" dirty="0"/>
              <a:t>02</a:t>
            </a:r>
            <a:br>
              <a:rPr lang="de-DE" dirty="0"/>
            </a:br>
            <a:r>
              <a:rPr lang="zh-CN" altLang="en-US" dirty="0"/>
              <a:t>编辑主文本格式</a:t>
            </a:r>
            <a:endParaRPr lang="de-DE" dirty="0"/>
          </a:p>
        </p:txBody>
      </p:sp>
      <p:sp>
        <p:nvSpPr>
          <p:cNvPr id="17" name="Textplatzhalter 3">
            <a:extLst>
              <a:ext uri="{FF2B5EF4-FFF2-40B4-BE49-F238E27FC236}">
                <a16:creationId xmlns:a16="http://schemas.microsoft.com/office/drawing/2014/main" id="{0FA2D9FE-5416-445D-999A-5E09BE4B77B4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3502611" y="5634172"/>
            <a:ext cx="1080000" cy="461665"/>
          </a:xfrm>
        </p:spPr>
        <p:txBody>
          <a:bodyPr wrap="square">
            <a:noAutofit/>
          </a:bodyPr>
          <a:lstStyle>
            <a:lvl1pPr algn="r">
              <a:spcAft>
                <a:spcPts val="0"/>
              </a:spcAft>
              <a:defRPr sz="1000"/>
            </a:lvl1pPr>
            <a:lvl2pPr marL="0" indent="0">
              <a:buNone/>
              <a:defRPr/>
            </a:lvl2pPr>
          </a:lstStyle>
          <a:p>
            <a:pPr lvl="0"/>
            <a:r>
              <a:rPr lang="de-DE" dirty="0"/>
              <a:t>01</a:t>
            </a:r>
            <a:br>
              <a:rPr lang="de-DE" dirty="0"/>
            </a:br>
            <a:r>
              <a:rPr lang="zh-CN" altLang="en-US" dirty="0"/>
              <a:t>编辑主文本格式</a:t>
            </a:r>
            <a:endParaRPr lang="de-DE" dirty="0"/>
          </a:p>
        </p:txBody>
      </p:sp>
      <p:sp>
        <p:nvSpPr>
          <p:cNvPr id="18" name="Textplatzhalter 3">
            <a:extLst>
              <a:ext uri="{FF2B5EF4-FFF2-40B4-BE49-F238E27FC236}">
                <a16:creationId xmlns:a16="http://schemas.microsoft.com/office/drawing/2014/main" id="{4758C8A2-BB5A-4369-8E47-1B3AD76831CB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6242847" y="5634172"/>
            <a:ext cx="342680" cy="461665"/>
          </a:xfrm>
        </p:spPr>
        <p:txBody>
          <a:bodyPr wrap="none">
            <a:noAutofit/>
          </a:bodyPr>
          <a:lstStyle>
            <a:lvl1pPr algn="r">
              <a:spcAft>
                <a:spcPts val="0"/>
              </a:spcAft>
              <a:defRPr sz="1000">
                <a:solidFill>
                  <a:schemeClr val="bg2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19" name="Textplatzhalter 3">
            <a:extLst>
              <a:ext uri="{FF2B5EF4-FFF2-40B4-BE49-F238E27FC236}">
                <a16:creationId xmlns:a16="http://schemas.microsoft.com/office/drawing/2014/main" id="{EB3A890A-9CCC-4136-9288-897A93AE1F08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9103918" y="5634172"/>
            <a:ext cx="342680" cy="461665"/>
          </a:xfrm>
        </p:spPr>
        <p:txBody>
          <a:bodyPr wrap="none">
            <a:noAutofit/>
          </a:bodyPr>
          <a:lstStyle>
            <a:lvl1pPr algn="r">
              <a:spcAft>
                <a:spcPts val="0"/>
              </a:spcAft>
              <a:defRPr sz="1000">
                <a:solidFill>
                  <a:schemeClr val="bg2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58D1BF7-C1B4-464B-B704-2D4A3D434BFB}"/>
              </a:ext>
            </a:extLst>
          </p:cNvPr>
          <p:cNvSpPr>
            <a:spLocks noGrp="1"/>
          </p:cNvSpPr>
          <p:nvPr>
            <p:ph type="ftr" sz="quarter" idx="70"/>
          </p:nvPr>
        </p:nvSpPr>
        <p:spPr/>
        <p:txBody>
          <a:bodyPr/>
          <a:lstStyle/>
          <a:p>
            <a:r>
              <a:rPr lang="zh-TW" altLang="de-DE"/>
              <a:t>蔡司</a:t>
            </a:r>
            <a:endParaRPr lang="en-US" altLang="zh-CN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2BECE83-566A-473D-A767-4C6ECA5436F0}"/>
              </a:ext>
            </a:extLst>
          </p:cNvPr>
          <p:cNvSpPr>
            <a:spLocks noGrp="1"/>
          </p:cNvSpPr>
          <p:nvPr>
            <p:ph type="sldNum" sz="quarter" idx="71"/>
          </p:nvPr>
        </p:nvSpPr>
        <p:spPr/>
        <p:txBody>
          <a:bodyPr/>
          <a:lstStyle/>
          <a:p>
            <a:fld id="{C6A4AD45-2621-4550-9DC5-4911F1B5FA4D}" type="slidenum">
              <a:rPr lang="de-DE" smtClean="0">
                <a:latin typeface="Microsoft YaHei" panose="020B0503020204020204" pitchFamily="34" charset="-122"/>
              </a:rPr>
              <a:pPr/>
              <a:t>‹#›</a:t>
            </a:fld>
            <a:endParaRPr lang="de-DE" dirty="0"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00610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-文字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A110DE13-884C-476D-A18E-6F6ED1A03B99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518319" y="1631837"/>
            <a:ext cx="5433216" cy="4464000"/>
          </a:xfrm>
          <a:solidFill>
            <a:schemeClr val="bg2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140C2D3-DBDA-4D6C-BBD7-C8CCD961E4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319" y="299633"/>
            <a:ext cx="9740106" cy="369332"/>
          </a:xfrm>
        </p:spPr>
        <p:txBody>
          <a:bodyPr/>
          <a:lstStyle/>
          <a:p>
            <a:r>
              <a:rPr lang="zh-CN" altLang="en-US"/>
              <a:t>编辑主封面格式</a:t>
            </a:r>
            <a:endParaRPr lang="de-DE" dirty="0"/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F1578027-2A9A-485E-94CA-26294C7CB327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18319" y="642855"/>
            <a:ext cx="9740106" cy="369332"/>
          </a:xfrm>
        </p:spPr>
        <p:txBody>
          <a:bodyPr wrap="square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400">
                <a:latin typeface="Microsoft YaHei" panose="020B0503020204020204" pitchFamily="34" charset="-122"/>
                <a:cs typeface="ZEISS Frutiger Next W1G Lt"/>
              </a:defRPr>
            </a:lvl1pPr>
          </a:lstStyle>
          <a:p>
            <a:pPr lvl="0"/>
            <a:r>
              <a:rPr lang="zh-CN" altLang="en-US"/>
              <a:t>编辑主文本格式</a:t>
            </a:r>
            <a:endParaRPr lang="zh-CN" altLang="en-US" dirty="0"/>
          </a:p>
        </p:txBody>
      </p:sp>
      <p:sp>
        <p:nvSpPr>
          <p:cNvPr id="14" name="Textplatzhalter 3">
            <a:extLst>
              <a:ext uri="{FF2B5EF4-FFF2-40B4-BE49-F238E27FC236}">
                <a16:creationId xmlns:a16="http://schemas.microsoft.com/office/drawing/2014/main" id="{02C0F8EF-24A8-485F-AAF4-B9275B071EB6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6242844" y="1631837"/>
            <a:ext cx="5433219" cy="4464000"/>
          </a:xfrm>
        </p:spPr>
        <p:txBody>
          <a:bodyPr rIns="54000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编辑主文本格式</a:t>
            </a:r>
          </a:p>
          <a:p>
            <a:pPr marL="180000" marR="0" lvl="1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第二级</a:t>
            </a:r>
          </a:p>
          <a:p>
            <a:pPr marL="360000" marR="0" lvl="2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第三级 </a:t>
            </a:r>
          </a:p>
          <a:p>
            <a:pPr marL="540000" marR="0" lvl="3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第四级</a:t>
            </a:r>
          </a:p>
          <a:p>
            <a:pPr marL="540000" marR="0" lvl="4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第五级</a:t>
            </a:r>
            <a:endParaRPr kumimoji="0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4CD3D21-9410-4110-884F-529A21A74C22}"/>
              </a:ext>
            </a:extLst>
          </p:cNvPr>
          <p:cNvSpPr>
            <a:spLocks noGrp="1"/>
          </p:cNvSpPr>
          <p:nvPr>
            <p:ph type="ftr" sz="quarter" idx="66"/>
          </p:nvPr>
        </p:nvSpPr>
        <p:spPr/>
        <p:txBody>
          <a:bodyPr/>
          <a:lstStyle/>
          <a:p>
            <a:r>
              <a:rPr lang="zh-TW" altLang="de-DE"/>
              <a:t>蔡司</a:t>
            </a:r>
            <a:endParaRPr lang="en-US" altLang="zh-CN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E4323C3-AAEE-412C-98B7-8E8D5E2E79C0}"/>
              </a:ext>
            </a:extLst>
          </p:cNvPr>
          <p:cNvSpPr>
            <a:spLocks noGrp="1"/>
          </p:cNvSpPr>
          <p:nvPr>
            <p:ph type="sldNum" sz="quarter" idx="67"/>
          </p:nvPr>
        </p:nvSpPr>
        <p:spPr/>
        <p:txBody>
          <a:bodyPr/>
          <a:lstStyle/>
          <a:p>
            <a:fld id="{C6A4AD45-2621-4550-9DC5-4911F1B5FA4D}" type="slidenum">
              <a:rPr lang="de-DE" smtClean="0">
                <a:latin typeface="Microsoft YaHei" panose="020B0503020204020204" pitchFamily="34" charset="-122"/>
              </a:rPr>
              <a:pPr/>
              <a:t>‹#›</a:t>
            </a:fld>
            <a:endParaRPr lang="de-DE" dirty="0"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358787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-文字页面 | 两张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A110DE13-884C-476D-A18E-6F6ED1A03B99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518319" y="1631837"/>
            <a:ext cx="2572145" cy="4464000"/>
          </a:xfrm>
          <a:solidFill>
            <a:schemeClr val="bg2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140C2D3-DBDA-4D6C-BBD7-C8CCD961E4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319" y="299633"/>
            <a:ext cx="9740106" cy="369332"/>
          </a:xfrm>
        </p:spPr>
        <p:txBody>
          <a:bodyPr/>
          <a:lstStyle/>
          <a:p>
            <a:r>
              <a:rPr lang="zh-CN" altLang="en-US"/>
              <a:t>编辑主封面格式</a:t>
            </a:r>
            <a:endParaRPr lang="de-DE" dirty="0"/>
          </a:p>
        </p:txBody>
      </p:sp>
      <p:sp>
        <p:nvSpPr>
          <p:cNvPr id="11" name="Bildplatzhalter 9">
            <a:extLst>
              <a:ext uri="{FF2B5EF4-FFF2-40B4-BE49-F238E27FC236}">
                <a16:creationId xmlns:a16="http://schemas.microsoft.com/office/drawing/2014/main" id="{5A4E8199-7A92-4A66-8124-B13B4C014735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3379392" y="1631837"/>
            <a:ext cx="2572145" cy="4464000"/>
          </a:xfrm>
          <a:solidFill>
            <a:schemeClr val="bg2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15" name="Textplatzhalter 8">
            <a:extLst>
              <a:ext uri="{FF2B5EF4-FFF2-40B4-BE49-F238E27FC236}">
                <a16:creationId xmlns:a16="http://schemas.microsoft.com/office/drawing/2014/main" id="{061F6D30-1E0B-46ED-9FBA-4F7AF9D857E8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518319" y="642855"/>
            <a:ext cx="9740106" cy="369332"/>
          </a:xfrm>
        </p:spPr>
        <p:txBody>
          <a:bodyPr wrap="square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400">
                <a:latin typeface="Microsoft YaHei" panose="020B0503020204020204" pitchFamily="34" charset="-122"/>
                <a:cs typeface="ZEISS Frutiger Next W1G Lt"/>
              </a:defRPr>
            </a:lvl1pPr>
          </a:lstStyle>
          <a:p>
            <a:pPr lvl="0"/>
            <a:r>
              <a:rPr lang="zh-CN" altLang="en-US" dirty="0"/>
              <a:t>编辑主文本格式</a:t>
            </a:r>
          </a:p>
        </p:txBody>
      </p:sp>
      <p:sp>
        <p:nvSpPr>
          <p:cNvPr id="16" name="Textplatzhalter 3">
            <a:extLst>
              <a:ext uri="{FF2B5EF4-FFF2-40B4-BE49-F238E27FC236}">
                <a16:creationId xmlns:a16="http://schemas.microsoft.com/office/drawing/2014/main" id="{E782CB96-581D-4138-8E6D-A203BF9A3FAC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6242844" y="1631837"/>
            <a:ext cx="5433219" cy="3618392"/>
          </a:xfrm>
        </p:spPr>
        <p:txBody>
          <a:bodyPr rIns="54000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编辑主文本格式</a:t>
            </a:r>
          </a:p>
          <a:p>
            <a:pPr marL="180000" marR="0" lvl="1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第二级</a:t>
            </a:r>
          </a:p>
          <a:p>
            <a:pPr marL="360000" marR="0" lvl="2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第三级 </a:t>
            </a:r>
          </a:p>
          <a:p>
            <a:pPr marL="540000" marR="0" lvl="3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第四级</a:t>
            </a:r>
          </a:p>
          <a:p>
            <a:pPr marL="540000" marR="0" lvl="4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第五级</a:t>
            </a:r>
            <a:endParaRPr kumimoji="0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7" name="Textplatzhalter 3">
            <a:extLst>
              <a:ext uri="{FF2B5EF4-FFF2-40B4-BE49-F238E27FC236}">
                <a16:creationId xmlns:a16="http://schemas.microsoft.com/office/drawing/2014/main" id="{CDA597C6-0A4F-4BA3-9D9F-D018CC3CEB6B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7611773" y="5634172"/>
            <a:ext cx="1080000" cy="461665"/>
          </a:xfrm>
        </p:spPr>
        <p:txBody>
          <a:bodyPr wrap="square">
            <a:noAutofit/>
          </a:bodyPr>
          <a:lstStyle>
            <a:lvl1pPr algn="l">
              <a:spcAft>
                <a:spcPts val="0"/>
              </a:spcAft>
              <a:defRPr sz="1000"/>
            </a:lvl1pPr>
            <a:lvl2pPr marL="0" indent="0">
              <a:buNone/>
              <a:defRPr/>
            </a:lvl2pPr>
          </a:lstStyle>
          <a:p>
            <a:pPr lvl="0"/>
            <a:r>
              <a:rPr lang="de-DE" dirty="0"/>
              <a:t>02</a:t>
            </a:r>
            <a:br>
              <a:rPr lang="de-DE" dirty="0"/>
            </a:br>
            <a:r>
              <a:rPr lang="zh-CN" altLang="en-US" dirty="0"/>
              <a:t>编辑主文本格式</a:t>
            </a:r>
            <a:endParaRPr lang="de-DE" dirty="0"/>
          </a:p>
        </p:txBody>
      </p:sp>
      <p:sp>
        <p:nvSpPr>
          <p:cNvPr id="18" name="Textplatzhalter 3">
            <a:extLst>
              <a:ext uri="{FF2B5EF4-FFF2-40B4-BE49-F238E27FC236}">
                <a16:creationId xmlns:a16="http://schemas.microsoft.com/office/drawing/2014/main" id="{7BB86B27-C1F4-4CF2-B198-5D4BFE7A1B2D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6242846" y="5634172"/>
            <a:ext cx="1080000" cy="461665"/>
          </a:xfrm>
        </p:spPr>
        <p:txBody>
          <a:bodyPr wrap="square">
            <a:noAutofit/>
          </a:bodyPr>
          <a:lstStyle>
            <a:lvl1pPr algn="l">
              <a:spcAft>
                <a:spcPts val="0"/>
              </a:spcAft>
              <a:defRPr sz="1000"/>
            </a:lvl1pPr>
            <a:lvl2pPr marL="0" indent="0">
              <a:buNone/>
              <a:defRPr/>
            </a:lvl2pPr>
          </a:lstStyle>
          <a:p>
            <a:pPr lvl="0"/>
            <a:r>
              <a:rPr lang="de-DE" dirty="0"/>
              <a:t>01</a:t>
            </a:r>
            <a:br>
              <a:rPr lang="de-DE" dirty="0"/>
            </a:br>
            <a:r>
              <a:rPr lang="zh-CN" altLang="en-US" dirty="0"/>
              <a:t>编辑主文本格式</a:t>
            </a:r>
            <a:endParaRPr lang="de-DE" dirty="0"/>
          </a:p>
        </p:txBody>
      </p:sp>
      <p:sp>
        <p:nvSpPr>
          <p:cNvPr id="19" name="Textplatzhalter 3">
            <a:extLst>
              <a:ext uri="{FF2B5EF4-FFF2-40B4-BE49-F238E27FC236}">
                <a16:creationId xmlns:a16="http://schemas.microsoft.com/office/drawing/2014/main" id="{EB97C8C8-4903-4649-A7C4-146F348AE411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2747784" y="5634172"/>
            <a:ext cx="342680" cy="461665"/>
          </a:xfrm>
        </p:spPr>
        <p:txBody>
          <a:bodyPr wrap="none">
            <a:noAutofit/>
          </a:bodyPr>
          <a:lstStyle>
            <a:lvl1pPr algn="l">
              <a:spcAft>
                <a:spcPts val="0"/>
              </a:spcAft>
              <a:defRPr sz="1000">
                <a:solidFill>
                  <a:schemeClr val="bg2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20" name="Textplatzhalter 3">
            <a:extLst>
              <a:ext uri="{FF2B5EF4-FFF2-40B4-BE49-F238E27FC236}">
                <a16:creationId xmlns:a16="http://schemas.microsoft.com/office/drawing/2014/main" id="{6F952D61-AD88-4D90-9FD3-D4025F3F52B4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5608857" y="5634172"/>
            <a:ext cx="342680" cy="461665"/>
          </a:xfrm>
        </p:spPr>
        <p:txBody>
          <a:bodyPr wrap="none">
            <a:noAutofit/>
          </a:bodyPr>
          <a:lstStyle>
            <a:lvl1pPr algn="l">
              <a:spcAft>
                <a:spcPts val="0"/>
              </a:spcAft>
              <a:defRPr sz="1000">
                <a:solidFill>
                  <a:schemeClr val="bg2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62A960F-547B-438C-A7D6-67B076E7486B}"/>
              </a:ext>
            </a:extLst>
          </p:cNvPr>
          <p:cNvSpPr>
            <a:spLocks noGrp="1"/>
          </p:cNvSpPr>
          <p:nvPr>
            <p:ph type="ftr" sz="quarter" idx="70"/>
          </p:nvPr>
        </p:nvSpPr>
        <p:spPr/>
        <p:txBody>
          <a:bodyPr/>
          <a:lstStyle/>
          <a:p>
            <a:r>
              <a:rPr lang="zh-TW" altLang="de-DE"/>
              <a:t>蔡司</a:t>
            </a:r>
            <a:endParaRPr lang="en-US" altLang="zh-CN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27EF95E-0D80-4F0F-9E32-1CDB654B62D4}"/>
              </a:ext>
            </a:extLst>
          </p:cNvPr>
          <p:cNvSpPr>
            <a:spLocks noGrp="1"/>
          </p:cNvSpPr>
          <p:nvPr>
            <p:ph type="sldNum" sz="quarter" idx="71"/>
          </p:nvPr>
        </p:nvSpPr>
        <p:spPr/>
        <p:txBody>
          <a:bodyPr/>
          <a:lstStyle/>
          <a:p>
            <a:fld id="{C6A4AD45-2621-4550-9DC5-4911F1B5FA4D}" type="slidenum">
              <a:rPr lang="de-DE" smtClean="0">
                <a:latin typeface="Microsoft YaHei" panose="020B0503020204020204" pitchFamily="34" charset="-122"/>
              </a:rPr>
              <a:pPr/>
              <a:t>‹#›</a:t>
            </a:fld>
            <a:endParaRPr lang="de-DE" dirty="0"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8491481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-文字页面 | 三张图片，一段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ildplatzhalter 3">
            <a:extLst>
              <a:ext uri="{FF2B5EF4-FFF2-40B4-BE49-F238E27FC236}">
                <a16:creationId xmlns:a16="http://schemas.microsoft.com/office/drawing/2014/main" id="{6E754CB4-F023-45A0-B611-0ED33750D9DF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6243442" y="1631837"/>
            <a:ext cx="2570061" cy="4460988"/>
          </a:xfrm>
          <a:solidFill>
            <a:schemeClr val="bg2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140C2D3-DBDA-4D6C-BBD7-C8CCD961E4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319" y="299633"/>
            <a:ext cx="9740106" cy="369332"/>
          </a:xfrm>
        </p:spPr>
        <p:txBody>
          <a:bodyPr/>
          <a:lstStyle/>
          <a:p>
            <a:r>
              <a:rPr lang="zh-CN" altLang="en-US"/>
              <a:t>编辑主封面格式</a:t>
            </a:r>
            <a:endParaRPr lang="de-DE" dirty="0"/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6090A1F3-A7AB-42F7-9FBF-8736DC5882DB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18319" y="642855"/>
            <a:ext cx="9740106" cy="369332"/>
          </a:xfrm>
        </p:spPr>
        <p:txBody>
          <a:bodyPr wrap="square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400">
                <a:latin typeface="Microsoft YaHei" panose="020B0503020204020204" pitchFamily="34" charset="-122"/>
                <a:cs typeface="ZEISS Frutiger Next W1G Lt"/>
              </a:defRPr>
            </a:lvl1pPr>
          </a:lstStyle>
          <a:p>
            <a:pPr lvl="0"/>
            <a:r>
              <a:rPr lang="zh-CN" altLang="en-US" dirty="0"/>
              <a:t>编辑主文本格式</a:t>
            </a:r>
          </a:p>
        </p:txBody>
      </p:sp>
      <p:sp>
        <p:nvSpPr>
          <p:cNvPr id="19" name="Textplatzhalter 3">
            <a:extLst>
              <a:ext uri="{FF2B5EF4-FFF2-40B4-BE49-F238E27FC236}">
                <a16:creationId xmlns:a16="http://schemas.microsoft.com/office/drawing/2014/main" id="{29D348FF-9AC7-4A00-B1A3-468BE3014FEC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9106002" y="1631837"/>
            <a:ext cx="2570061" cy="3618387"/>
          </a:xfrm>
        </p:spPr>
        <p:txBody>
          <a:bodyPr rIns="54000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编辑主文本格式</a:t>
            </a:r>
          </a:p>
          <a:p>
            <a:pPr marL="180000" marR="0" lvl="1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第二级</a:t>
            </a:r>
          </a:p>
          <a:p>
            <a:pPr marL="360000" marR="0" lvl="2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第三级 </a:t>
            </a:r>
          </a:p>
          <a:p>
            <a:pPr marL="540000" marR="0" lvl="3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第四级</a:t>
            </a:r>
          </a:p>
          <a:p>
            <a:pPr marL="540000" marR="0" lvl="4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第五级</a:t>
            </a:r>
            <a:endParaRPr kumimoji="0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08BEA3D8-5EE9-4798-8C5D-DB778BA72105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518319" y="1631837"/>
            <a:ext cx="2570061" cy="4460988"/>
          </a:xfrm>
          <a:solidFill>
            <a:schemeClr val="bg2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16" name="Bildplatzhalter 3">
            <a:extLst>
              <a:ext uri="{FF2B5EF4-FFF2-40B4-BE49-F238E27FC236}">
                <a16:creationId xmlns:a16="http://schemas.microsoft.com/office/drawing/2014/main" id="{5D5B8114-B5D9-41DA-B646-7C160DB49805}"/>
              </a:ext>
            </a:extLst>
          </p:cNvPr>
          <p:cNvSpPr>
            <a:spLocks noGrp="1"/>
          </p:cNvSpPr>
          <p:nvPr>
            <p:ph type="pic" sz="quarter" idx="72" hasCustomPrompt="1"/>
          </p:nvPr>
        </p:nvSpPr>
        <p:spPr>
          <a:xfrm>
            <a:off x="3380880" y="1631837"/>
            <a:ext cx="2570061" cy="4460988"/>
          </a:xfrm>
          <a:solidFill>
            <a:schemeClr val="bg2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20" name="Textplatzhalter 3">
            <a:extLst>
              <a:ext uri="{FF2B5EF4-FFF2-40B4-BE49-F238E27FC236}">
                <a16:creationId xmlns:a16="http://schemas.microsoft.com/office/drawing/2014/main" id="{7ADB94BB-27AF-4A29-A952-D0905290E0FA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106001" y="5634172"/>
            <a:ext cx="2570061" cy="461665"/>
          </a:xfrm>
        </p:spPr>
        <p:txBody>
          <a:bodyPr wrap="square">
            <a:noAutofit/>
          </a:bodyPr>
          <a:lstStyle>
            <a:lvl1pPr algn="l">
              <a:spcAft>
                <a:spcPts val="0"/>
              </a:spcAft>
              <a:defRPr sz="1000"/>
            </a:lvl1pPr>
            <a:lvl2pPr marL="0" indent="0">
              <a:buNone/>
              <a:defRPr/>
            </a:lvl2pPr>
          </a:lstStyle>
          <a:p>
            <a:pPr lvl="0"/>
            <a:r>
              <a:rPr lang="zh-CN" altLang="en-US" dirty="0"/>
              <a:t>编辑主文本格式</a:t>
            </a:r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5E678D6-4794-442A-97F8-C9B3296D35B3}"/>
              </a:ext>
            </a:extLst>
          </p:cNvPr>
          <p:cNvSpPr>
            <a:spLocks noGrp="1"/>
          </p:cNvSpPr>
          <p:nvPr>
            <p:ph type="ftr" sz="quarter" idx="73"/>
          </p:nvPr>
        </p:nvSpPr>
        <p:spPr/>
        <p:txBody>
          <a:bodyPr/>
          <a:lstStyle/>
          <a:p>
            <a:r>
              <a:rPr lang="zh-TW" altLang="de-DE"/>
              <a:t>蔡司</a:t>
            </a:r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EE94375-CE63-4618-9EB4-13CC0115D9F8}"/>
              </a:ext>
            </a:extLst>
          </p:cNvPr>
          <p:cNvSpPr>
            <a:spLocks noGrp="1"/>
          </p:cNvSpPr>
          <p:nvPr>
            <p:ph type="sldNum" sz="quarter" idx="74"/>
          </p:nvPr>
        </p:nvSpPr>
        <p:spPr/>
        <p:txBody>
          <a:bodyPr/>
          <a:lstStyle/>
          <a:p>
            <a:fld id="{C6A4AD45-2621-4550-9DC5-4911F1B5FA4D}" type="slidenum">
              <a:rPr lang="de-DE" smtClean="0">
                <a:latin typeface="Microsoft YaHei" panose="020B0503020204020204" pitchFamily="34" charset="-122"/>
              </a:rPr>
              <a:pPr/>
              <a:t>‹#›</a:t>
            </a:fld>
            <a:endParaRPr lang="de-DE" dirty="0"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3746855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-文字页面 | 两张图片，两段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ildplatzhalter 3">
            <a:extLst>
              <a:ext uri="{FF2B5EF4-FFF2-40B4-BE49-F238E27FC236}">
                <a16:creationId xmlns:a16="http://schemas.microsoft.com/office/drawing/2014/main" id="{6E754CB4-F023-45A0-B611-0ED33750D9DF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6243442" y="1631837"/>
            <a:ext cx="2570061" cy="4460988"/>
          </a:xfrm>
          <a:solidFill>
            <a:schemeClr val="bg2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140C2D3-DBDA-4D6C-BBD7-C8CCD961E4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319" y="299633"/>
            <a:ext cx="9740106" cy="369332"/>
          </a:xfrm>
        </p:spPr>
        <p:txBody>
          <a:bodyPr/>
          <a:lstStyle/>
          <a:p>
            <a:r>
              <a:rPr lang="zh-CN" altLang="en-US"/>
              <a:t>编辑主封面格式</a:t>
            </a:r>
            <a:endParaRPr lang="de-DE" dirty="0"/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6090A1F3-A7AB-42F7-9FBF-8736DC5882DB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18319" y="642855"/>
            <a:ext cx="9740106" cy="369332"/>
          </a:xfrm>
        </p:spPr>
        <p:txBody>
          <a:bodyPr wrap="square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400">
                <a:latin typeface="Microsoft YaHei" panose="020B0503020204020204" pitchFamily="34" charset="-122"/>
                <a:cs typeface="ZEISS Frutiger Next W1G Lt"/>
              </a:defRPr>
            </a:lvl1pPr>
          </a:lstStyle>
          <a:p>
            <a:pPr lvl="0"/>
            <a:r>
              <a:rPr lang="zh-CN" altLang="en-US"/>
              <a:t>编辑主文本格式</a:t>
            </a:r>
            <a:endParaRPr lang="zh-CN" altLang="en-US" dirty="0"/>
          </a:p>
        </p:txBody>
      </p:sp>
      <p:sp>
        <p:nvSpPr>
          <p:cNvPr id="19" name="Textplatzhalter 3">
            <a:extLst>
              <a:ext uri="{FF2B5EF4-FFF2-40B4-BE49-F238E27FC236}">
                <a16:creationId xmlns:a16="http://schemas.microsoft.com/office/drawing/2014/main" id="{29D348FF-9AC7-4A00-B1A3-468BE3014FEC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9106002" y="1631837"/>
            <a:ext cx="2570061" cy="3618387"/>
          </a:xfrm>
        </p:spPr>
        <p:txBody>
          <a:bodyPr rIns="54000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编辑主文本格式</a:t>
            </a:r>
          </a:p>
          <a:p>
            <a:pPr marL="180000" marR="0" lvl="1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第二级</a:t>
            </a:r>
          </a:p>
          <a:p>
            <a:pPr marL="360000" marR="0" lvl="2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第三级 </a:t>
            </a:r>
          </a:p>
          <a:p>
            <a:pPr marL="540000" marR="0" lvl="3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第四级</a:t>
            </a:r>
          </a:p>
          <a:p>
            <a:pPr marL="540000" marR="0" lvl="4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第五级</a:t>
            </a:r>
            <a:endParaRPr kumimoji="0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08BEA3D8-5EE9-4798-8C5D-DB778BA72105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518319" y="1631837"/>
            <a:ext cx="2570061" cy="4460988"/>
          </a:xfrm>
          <a:solidFill>
            <a:schemeClr val="bg2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20" name="Textplatzhalter 3">
            <a:extLst>
              <a:ext uri="{FF2B5EF4-FFF2-40B4-BE49-F238E27FC236}">
                <a16:creationId xmlns:a16="http://schemas.microsoft.com/office/drawing/2014/main" id="{7ADB94BB-27AF-4A29-A952-D0905290E0FA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106001" y="5634172"/>
            <a:ext cx="2570061" cy="461665"/>
          </a:xfrm>
        </p:spPr>
        <p:txBody>
          <a:bodyPr wrap="square">
            <a:noAutofit/>
          </a:bodyPr>
          <a:lstStyle>
            <a:lvl1pPr algn="l">
              <a:spcAft>
                <a:spcPts val="0"/>
              </a:spcAft>
              <a:defRPr sz="1000"/>
            </a:lvl1pPr>
            <a:lvl2pPr marL="0" indent="0">
              <a:buNone/>
              <a:defRPr/>
            </a:lvl2pPr>
          </a:lstStyle>
          <a:p>
            <a:pPr lvl="0"/>
            <a:r>
              <a:rPr lang="zh-CN" altLang="en-US" dirty="0"/>
              <a:t>编辑主文本格式</a:t>
            </a:r>
            <a:endParaRPr lang="de-DE" dirty="0"/>
          </a:p>
        </p:txBody>
      </p:sp>
      <p:sp>
        <p:nvSpPr>
          <p:cNvPr id="14" name="Textplatzhalter 3">
            <a:extLst>
              <a:ext uri="{FF2B5EF4-FFF2-40B4-BE49-F238E27FC236}">
                <a16:creationId xmlns:a16="http://schemas.microsoft.com/office/drawing/2014/main" id="{4E465F10-F1D4-4895-B962-24BDBDE68DC0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3380880" y="1631837"/>
            <a:ext cx="2570061" cy="3618387"/>
          </a:xfrm>
        </p:spPr>
        <p:txBody>
          <a:bodyPr rIns="54000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编辑主文本格式</a:t>
            </a:r>
          </a:p>
          <a:p>
            <a:pPr marL="180000" marR="0" lvl="1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第二级</a:t>
            </a:r>
          </a:p>
          <a:p>
            <a:pPr marL="360000" marR="0" lvl="2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第三级 </a:t>
            </a:r>
          </a:p>
          <a:p>
            <a:pPr marL="540000" marR="0" lvl="3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第四级</a:t>
            </a:r>
          </a:p>
          <a:p>
            <a:pPr marL="540000" marR="0" lvl="4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第五级</a:t>
            </a:r>
            <a:endParaRPr kumimoji="0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7" name="Textplatzhalter 3">
            <a:extLst>
              <a:ext uri="{FF2B5EF4-FFF2-40B4-BE49-F238E27FC236}">
                <a16:creationId xmlns:a16="http://schemas.microsoft.com/office/drawing/2014/main" id="{BD1C0236-2D51-4C28-B36B-9C19644B9B5F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3380880" y="5634172"/>
            <a:ext cx="2570061" cy="461665"/>
          </a:xfrm>
        </p:spPr>
        <p:txBody>
          <a:bodyPr wrap="square">
            <a:noAutofit/>
          </a:bodyPr>
          <a:lstStyle>
            <a:lvl1pPr algn="l">
              <a:spcAft>
                <a:spcPts val="0"/>
              </a:spcAft>
              <a:defRPr sz="1000"/>
            </a:lvl1pPr>
            <a:lvl2pPr marL="0" indent="0">
              <a:buNone/>
              <a:defRPr/>
            </a:lvl2pPr>
          </a:lstStyle>
          <a:p>
            <a:pPr lvl="0"/>
            <a:r>
              <a:rPr lang="zh-CN" altLang="en-US"/>
              <a:t>编辑主文本格式</a:t>
            </a:r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270C5BB-8ADB-491A-9461-B6A8648DD2CD}"/>
              </a:ext>
            </a:extLst>
          </p:cNvPr>
          <p:cNvSpPr>
            <a:spLocks noGrp="1"/>
          </p:cNvSpPr>
          <p:nvPr>
            <p:ph type="ftr" sz="quarter" idx="74"/>
          </p:nvPr>
        </p:nvSpPr>
        <p:spPr/>
        <p:txBody>
          <a:bodyPr/>
          <a:lstStyle/>
          <a:p>
            <a:r>
              <a:rPr lang="zh-TW" altLang="de-DE"/>
              <a:t>蔡司</a:t>
            </a:r>
            <a:endParaRPr lang="en-US" altLang="zh-CN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BADBF6-9419-4282-A8B3-24FEAF86842A}"/>
              </a:ext>
            </a:extLst>
          </p:cNvPr>
          <p:cNvSpPr>
            <a:spLocks noGrp="1"/>
          </p:cNvSpPr>
          <p:nvPr>
            <p:ph type="sldNum" sz="quarter" idx="75"/>
          </p:nvPr>
        </p:nvSpPr>
        <p:spPr/>
        <p:txBody>
          <a:bodyPr/>
          <a:lstStyle/>
          <a:p>
            <a:fld id="{C6A4AD45-2621-4550-9DC5-4911F1B5FA4D}" type="slidenum">
              <a:rPr lang="de-DE" smtClean="0">
                <a:latin typeface="Microsoft YaHei" panose="020B0503020204020204" pitchFamily="34" charset="-122"/>
              </a:rPr>
              <a:pPr/>
              <a:t>‹#›</a:t>
            </a:fld>
            <a:endParaRPr lang="de-DE" dirty="0"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8243673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-文字页面 | 两张图片，两段文本，左图右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40C2D3-DBDA-4D6C-BBD7-C8CCD961E4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319" y="299633"/>
            <a:ext cx="9740106" cy="369332"/>
          </a:xfrm>
        </p:spPr>
        <p:txBody>
          <a:bodyPr/>
          <a:lstStyle/>
          <a:p>
            <a:r>
              <a:rPr lang="zh-CN" altLang="en-US"/>
              <a:t>编辑主封面格式</a:t>
            </a:r>
            <a:endParaRPr lang="de-DE" dirty="0"/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A276B4CC-8E3B-49AA-A6D3-2C309ED8CFEE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18319" y="642855"/>
            <a:ext cx="9740106" cy="369332"/>
          </a:xfrm>
        </p:spPr>
        <p:txBody>
          <a:bodyPr wrap="square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400">
                <a:latin typeface="Microsoft YaHei" panose="020B0503020204020204" pitchFamily="34" charset="-122"/>
                <a:cs typeface="ZEISS Frutiger Next W1G Lt"/>
              </a:defRPr>
            </a:lvl1pPr>
          </a:lstStyle>
          <a:p>
            <a:pPr lvl="0"/>
            <a:r>
              <a:rPr lang="zh-CN" altLang="en-US"/>
              <a:t>编辑主文本格式</a:t>
            </a:r>
            <a:endParaRPr lang="zh-CN" altLang="en-US" dirty="0"/>
          </a:p>
        </p:txBody>
      </p:sp>
      <p:sp>
        <p:nvSpPr>
          <p:cNvPr id="21" name="Textplatzhalter 3">
            <a:extLst>
              <a:ext uri="{FF2B5EF4-FFF2-40B4-BE49-F238E27FC236}">
                <a16:creationId xmlns:a16="http://schemas.microsoft.com/office/drawing/2014/main" id="{2A5093DB-E40A-443C-AE2F-5BD6332BA4DD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6242844" y="1631837"/>
            <a:ext cx="5433219" cy="2086521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编辑主文本格式</a:t>
            </a:r>
          </a:p>
          <a:p>
            <a:pPr marL="180000" marR="0" lvl="1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第二级</a:t>
            </a:r>
          </a:p>
          <a:p>
            <a:pPr marL="360000" marR="0" lvl="2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第三级 </a:t>
            </a:r>
          </a:p>
          <a:p>
            <a:pPr marL="540000" marR="0" lvl="3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第四级</a:t>
            </a:r>
          </a:p>
          <a:p>
            <a:pPr marL="540000" marR="0" lvl="4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第五级</a:t>
            </a:r>
            <a:endParaRPr kumimoji="0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22" name="Textplatzhalter 3">
            <a:extLst>
              <a:ext uri="{FF2B5EF4-FFF2-40B4-BE49-F238E27FC236}">
                <a16:creationId xmlns:a16="http://schemas.microsoft.com/office/drawing/2014/main" id="{8E5BB036-1A1C-4EB9-AF21-69D3C12FF402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6242844" y="4006299"/>
            <a:ext cx="5433219" cy="2086521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编辑主文本格式</a:t>
            </a:r>
          </a:p>
          <a:p>
            <a:pPr marL="180000" marR="0" lvl="1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第二级</a:t>
            </a:r>
          </a:p>
          <a:p>
            <a:pPr marL="360000" marR="0" lvl="2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第三级 </a:t>
            </a:r>
          </a:p>
          <a:p>
            <a:pPr marL="540000" marR="0" lvl="3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第四级</a:t>
            </a:r>
          </a:p>
          <a:p>
            <a:pPr marL="540000" marR="0" lvl="4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第五级</a:t>
            </a:r>
            <a:endParaRPr kumimoji="0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773FBE26-823C-44A4-9918-6F7FC142C360}"/>
              </a:ext>
            </a:extLst>
          </p:cNvPr>
          <p:cNvSpPr>
            <a:spLocks noGrp="1"/>
          </p:cNvSpPr>
          <p:nvPr>
            <p:ph type="pic" sz="quarter" idx="72" hasCustomPrompt="1"/>
          </p:nvPr>
        </p:nvSpPr>
        <p:spPr>
          <a:xfrm>
            <a:off x="518318" y="1631837"/>
            <a:ext cx="5433219" cy="2086517"/>
          </a:xfrm>
          <a:solidFill>
            <a:schemeClr val="bg2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F2E74611-DA65-4DA5-8289-B430E76A77AF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518318" y="4006299"/>
            <a:ext cx="5433219" cy="2086517"/>
          </a:xfrm>
          <a:solidFill>
            <a:schemeClr val="bg2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1949E36-DC98-4640-9B48-6091C8DD6A25}"/>
              </a:ext>
            </a:extLst>
          </p:cNvPr>
          <p:cNvSpPr>
            <a:spLocks noGrp="1"/>
          </p:cNvSpPr>
          <p:nvPr>
            <p:ph type="ftr" sz="quarter" idx="74"/>
          </p:nvPr>
        </p:nvSpPr>
        <p:spPr/>
        <p:txBody>
          <a:bodyPr/>
          <a:lstStyle/>
          <a:p>
            <a:r>
              <a:rPr lang="zh-TW" altLang="de-DE"/>
              <a:t>蔡司</a:t>
            </a:r>
            <a:endParaRPr lang="en-US" altLang="zh-CN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6C1CDF7-EDC3-496B-99C7-CC3C8197F103}"/>
              </a:ext>
            </a:extLst>
          </p:cNvPr>
          <p:cNvSpPr>
            <a:spLocks noGrp="1"/>
          </p:cNvSpPr>
          <p:nvPr>
            <p:ph type="sldNum" sz="quarter" idx="75"/>
          </p:nvPr>
        </p:nvSpPr>
        <p:spPr/>
        <p:txBody>
          <a:bodyPr/>
          <a:lstStyle/>
          <a:p>
            <a:fld id="{C6A4AD45-2621-4550-9DC5-4911F1B5FA4D}" type="slidenum">
              <a:rPr lang="de-DE" smtClean="0">
                <a:latin typeface="Microsoft YaHei" panose="020B0503020204020204" pitchFamily="34" charset="-122"/>
              </a:rPr>
              <a:pPr/>
              <a:t>‹#›</a:t>
            </a:fld>
            <a:endParaRPr lang="de-DE" dirty="0"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6445156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-文字页面 | 两张图片，两段文本，上图下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40C2D3-DBDA-4D6C-BBD7-C8CCD961E4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319" y="299633"/>
            <a:ext cx="9740106" cy="369332"/>
          </a:xfrm>
        </p:spPr>
        <p:txBody>
          <a:bodyPr/>
          <a:lstStyle/>
          <a:p>
            <a:r>
              <a:rPr lang="zh-CN" altLang="en-US"/>
              <a:t>编辑主封面格式</a:t>
            </a:r>
            <a:endParaRPr lang="de-DE" dirty="0"/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A276B4CC-8E3B-49AA-A6D3-2C309ED8CFEE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18319" y="642855"/>
            <a:ext cx="9740106" cy="369332"/>
          </a:xfrm>
        </p:spPr>
        <p:txBody>
          <a:bodyPr wrap="square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400">
                <a:latin typeface="Microsoft YaHei" panose="020B0503020204020204" pitchFamily="34" charset="-122"/>
                <a:cs typeface="ZEISS Frutiger Next W1G Lt"/>
              </a:defRPr>
            </a:lvl1pPr>
          </a:lstStyle>
          <a:p>
            <a:pPr lvl="0"/>
            <a:r>
              <a:rPr lang="zh-CN" altLang="en-US"/>
              <a:t>编辑主文本格式</a:t>
            </a:r>
            <a:endParaRPr lang="zh-CN" altLang="en-US" dirty="0"/>
          </a:p>
        </p:txBody>
      </p:sp>
      <p:sp>
        <p:nvSpPr>
          <p:cNvPr id="22" name="Textplatzhalter 3">
            <a:extLst>
              <a:ext uri="{FF2B5EF4-FFF2-40B4-BE49-F238E27FC236}">
                <a16:creationId xmlns:a16="http://schemas.microsoft.com/office/drawing/2014/main" id="{8E5BB036-1A1C-4EB9-AF21-69D3C12FF402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6242844" y="4006299"/>
            <a:ext cx="5433219" cy="2086521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编辑主文本格式</a:t>
            </a:r>
          </a:p>
          <a:p>
            <a:pPr marL="180000" marR="0" lvl="1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第二级</a:t>
            </a:r>
          </a:p>
          <a:p>
            <a:pPr marL="360000" marR="0" lvl="2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第三级 </a:t>
            </a:r>
          </a:p>
          <a:p>
            <a:pPr marL="540000" marR="0" lvl="3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第四级</a:t>
            </a:r>
          </a:p>
          <a:p>
            <a:pPr marL="540000" marR="0" lvl="4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第五级</a:t>
            </a:r>
            <a:endParaRPr kumimoji="0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773FBE26-823C-44A4-9918-6F7FC142C360}"/>
              </a:ext>
            </a:extLst>
          </p:cNvPr>
          <p:cNvSpPr>
            <a:spLocks noGrp="1"/>
          </p:cNvSpPr>
          <p:nvPr>
            <p:ph type="pic" sz="quarter" idx="72" hasCustomPrompt="1"/>
          </p:nvPr>
        </p:nvSpPr>
        <p:spPr>
          <a:xfrm>
            <a:off x="518318" y="1631837"/>
            <a:ext cx="5433219" cy="2086517"/>
          </a:xfrm>
          <a:solidFill>
            <a:schemeClr val="bg2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15" name="Bildplatzhalter 4">
            <a:extLst>
              <a:ext uri="{FF2B5EF4-FFF2-40B4-BE49-F238E27FC236}">
                <a16:creationId xmlns:a16="http://schemas.microsoft.com/office/drawing/2014/main" id="{870DAB1F-D24A-4A98-83A6-AFA36A6FC73E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6242844" y="1631837"/>
            <a:ext cx="5433219" cy="2086517"/>
          </a:xfrm>
          <a:solidFill>
            <a:schemeClr val="bg2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16" name="Textplatzhalter 3">
            <a:extLst>
              <a:ext uri="{FF2B5EF4-FFF2-40B4-BE49-F238E27FC236}">
                <a16:creationId xmlns:a16="http://schemas.microsoft.com/office/drawing/2014/main" id="{A7040DB9-A329-4F37-A50E-67E566A8CCC6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518318" y="4006299"/>
            <a:ext cx="5433219" cy="2086521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编辑主文本格式</a:t>
            </a:r>
          </a:p>
          <a:p>
            <a:pPr marL="180000" marR="0" lvl="1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第二级</a:t>
            </a:r>
          </a:p>
          <a:p>
            <a:pPr marL="360000" marR="0" lvl="2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第三级 </a:t>
            </a:r>
          </a:p>
          <a:p>
            <a:pPr marL="540000" marR="0" lvl="3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第四级</a:t>
            </a:r>
          </a:p>
          <a:p>
            <a:pPr marL="540000" marR="0" lvl="4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第五级</a:t>
            </a:r>
            <a:endParaRPr kumimoji="0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9088C5B-5583-4F3C-8328-DD3AC46D012E}"/>
              </a:ext>
            </a:extLst>
          </p:cNvPr>
          <p:cNvSpPr>
            <a:spLocks noGrp="1"/>
          </p:cNvSpPr>
          <p:nvPr>
            <p:ph type="ftr" sz="quarter" idx="75"/>
          </p:nvPr>
        </p:nvSpPr>
        <p:spPr/>
        <p:txBody>
          <a:bodyPr/>
          <a:lstStyle/>
          <a:p>
            <a:r>
              <a:rPr lang="zh-TW" altLang="de-DE"/>
              <a:t>蔡司</a:t>
            </a:r>
            <a:endParaRPr lang="en-US" altLang="zh-CN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578548F-708E-46F1-B62D-52DC5C042BE1}"/>
              </a:ext>
            </a:extLst>
          </p:cNvPr>
          <p:cNvSpPr>
            <a:spLocks noGrp="1"/>
          </p:cNvSpPr>
          <p:nvPr>
            <p:ph type="sldNum" sz="quarter" idx="76"/>
          </p:nvPr>
        </p:nvSpPr>
        <p:spPr/>
        <p:txBody>
          <a:bodyPr/>
          <a:lstStyle/>
          <a:p>
            <a:fld id="{C6A4AD45-2621-4550-9DC5-4911F1B5FA4D}" type="slidenum">
              <a:rPr lang="de-DE" smtClean="0">
                <a:latin typeface="Microsoft YaHei" panose="020B0503020204020204" pitchFamily="34" charset="-122"/>
              </a:rPr>
              <a:pPr/>
              <a:t>‹#›</a:t>
            </a:fld>
            <a:endParaRPr lang="de-DE" dirty="0"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1938134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 | 选择自由设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40C2D3-DBDA-4D6C-BBD7-C8CCD961E4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319" y="299633"/>
            <a:ext cx="9740106" cy="369332"/>
          </a:xfrm>
        </p:spPr>
        <p:txBody>
          <a:bodyPr/>
          <a:lstStyle/>
          <a:p>
            <a:r>
              <a:rPr lang="zh-CN" altLang="en-US"/>
              <a:t>编辑主封面格式</a:t>
            </a:r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35D2E05C-DF1C-4C7B-B878-BC14435387A5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18319" y="642855"/>
            <a:ext cx="9740106" cy="369332"/>
          </a:xfrm>
        </p:spPr>
        <p:txBody>
          <a:bodyPr wrap="square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400">
                <a:latin typeface="Microsoft YaHei" panose="020B0503020204020204" pitchFamily="34" charset="-122"/>
                <a:cs typeface="ZEISS Frutiger Next W1G Lt"/>
              </a:defRPr>
            </a:lvl1pPr>
          </a:lstStyle>
          <a:p>
            <a:pPr lvl="0"/>
            <a:r>
              <a:rPr lang="zh-CN" altLang="en-US" dirty="0"/>
              <a:t>编辑主文本格式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3182057-32E7-431F-AEBC-7884F2EFE398}"/>
              </a:ext>
            </a:extLst>
          </p:cNvPr>
          <p:cNvSpPr>
            <a:spLocks noGrp="1"/>
          </p:cNvSpPr>
          <p:nvPr>
            <p:ph type="ftr" sz="quarter" idx="60"/>
          </p:nvPr>
        </p:nvSpPr>
        <p:spPr/>
        <p:txBody>
          <a:bodyPr/>
          <a:lstStyle/>
          <a:p>
            <a:r>
              <a:rPr lang="zh-TW" altLang="de-DE"/>
              <a:t>蔡司</a:t>
            </a:r>
            <a:endParaRPr lang="en-US" altLang="zh-CN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1AB860D-6DCA-4204-BD06-7D8601B9817A}"/>
              </a:ext>
            </a:extLst>
          </p:cNvPr>
          <p:cNvSpPr>
            <a:spLocks noGrp="1"/>
          </p:cNvSpPr>
          <p:nvPr>
            <p:ph type="sldNum" sz="quarter" idx="61"/>
          </p:nvPr>
        </p:nvSpPr>
        <p:spPr/>
        <p:txBody>
          <a:bodyPr/>
          <a:lstStyle/>
          <a:p>
            <a:fld id="{C6A4AD45-2621-4550-9DC5-4911F1B5FA4D}" type="slidenum">
              <a:rPr lang="de-DE" smtClean="0">
                <a:latin typeface="Microsoft YaHei" panose="020B0503020204020204" pitchFamily="34" charset="-122"/>
              </a:rPr>
              <a:pPr/>
              <a:t>‹#›</a:t>
            </a:fld>
            <a:endParaRPr lang="de-DE" dirty="0"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813935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最后一张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uppieren 36">
            <a:extLst>
              <a:ext uri="{FF2B5EF4-FFF2-40B4-BE49-F238E27FC236}">
                <a16:creationId xmlns:a16="http://schemas.microsoft.com/office/drawing/2014/main" id="{1229B81B-3BC9-4C4E-BC49-D492ED0AE5A3}"/>
              </a:ext>
            </a:extLst>
          </p:cNvPr>
          <p:cNvGrpSpPr/>
          <p:nvPr/>
        </p:nvGrpSpPr>
        <p:grpSpPr>
          <a:xfrm>
            <a:off x="307324" y="-697715"/>
            <a:ext cx="11367557" cy="411958"/>
            <a:chOff x="307324" y="6944501"/>
            <a:chExt cx="11367557" cy="411958"/>
          </a:xfrm>
        </p:grpSpPr>
        <p:grpSp>
          <p:nvGrpSpPr>
            <p:cNvPr id="38" name="Gruppieren 37">
              <a:extLst>
                <a:ext uri="{FF2B5EF4-FFF2-40B4-BE49-F238E27FC236}">
                  <a16:creationId xmlns:a16="http://schemas.microsoft.com/office/drawing/2014/main" id="{29DBBDE8-145D-48CA-ABEA-F6E431E07455}"/>
                </a:ext>
              </a:extLst>
            </p:cNvPr>
            <p:cNvGrpSpPr/>
            <p:nvPr/>
          </p:nvGrpSpPr>
          <p:grpSpPr>
            <a:xfrm rot="16200000">
              <a:off x="205653" y="7046174"/>
              <a:ext cx="411956" cy="208614"/>
              <a:chOff x="-615197" y="4303061"/>
              <a:chExt cx="411956" cy="208614"/>
            </a:xfrm>
          </p:grpSpPr>
          <p:cxnSp>
            <p:nvCxnSpPr>
              <p:cNvPr id="49" name="Gerader Verbinder 48">
                <a:extLst>
                  <a:ext uri="{FF2B5EF4-FFF2-40B4-BE49-F238E27FC236}">
                    <a16:creationId xmlns:a16="http://schemas.microsoft.com/office/drawing/2014/main" id="{B18F7A21-A187-4A80-AD36-6F7A5F3447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Textfeld 49">
                <a:extLst>
                  <a:ext uri="{FF2B5EF4-FFF2-40B4-BE49-F238E27FC236}">
                    <a16:creationId xmlns:a16="http://schemas.microsoft.com/office/drawing/2014/main" id="{933F3CF2-5045-4DD1-82F3-F37EEB92D0EB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15.50</a:t>
                </a:r>
              </a:p>
            </p:txBody>
          </p:sp>
        </p:grpSp>
        <p:grpSp>
          <p:nvGrpSpPr>
            <p:cNvPr id="39" name="Gruppieren 38">
              <a:extLst>
                <a:ext uri="{FF2B5EF4-FFF2-40B4-BE49-F238E27FC236}">
                  <a16:creationId xmlns:a16="http://schemas.microsoft.com/office/drawing/2014/main" id="{510C8A72-9705-4493-8AA2-8B8786A37B86}"/>
                </a:ext>
              </a:extLst>
            </p:cNvPr>
            <p:cNvGrpSpPr/>
            <p:nvPr/>
          </p:nvGrpSpPr>
          <p:grpSpPr>
            <a:xfrm rot="16200000">
              <a:off x="5641253" y="7046174"/>
              <a:ext cx="411956" cy="208614"/>
              <a:chOff x="-615197" y="4303061"/>
              <a:chExt cx="411956" cy="208614"/>
            </a:xfrm>
          </p:grpSpPr>
          <p:cxnSp>
            <p:nvCxnSpPr>
              <p:cNvPr id="47" name="Gerader Verbinder 46">
                <a:extLst>
                  <a:ext uri="{FF2B5EF4-FFF2-40B4-BE49-F238E27FC236}">
                    <a16:creationId xmlns:a16="http://schemas.microsoft.com/office/drawing/2014/main" id="{EC543AE1-8E22-4B41-BBB2-A89FE4581B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Textfeld 47">
                <a:extLst>
                  <a:ext uri="{FF2B5EF4-FFF2-40B4-BE49-F238E27FC236}">
                    <a16:creationId xmlns:a16="http://schemas.microsoft.com/office/drawing/2014/main" id="{5546E6D1-8C2D-4527-B66F-D910A1C9A386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00.40</a:t>
                </a:r>
              </a:p>
            </p:txBody>
          </p:sp>
        </p:grpSp>
        <p:grpSp>
          <p:nvGrpSpPr>
            <p:cNvPr id="40" name="Gruppieren 39">
              <a:extLst>
                <a:ext uri="{FF2B5EF4-FFF2-40B4-BE49-F238E27FC236}">
                  <a16:creationId xmlns:a16="http://schemas.microsoft.com/office/drawing/2014/main" id="{7F3C7852-BCFE-4BBC-82E5-82114090568E}"/>
                </a:ext>
              </a:extLst>
            </p:cNvPr>
            <p:cNvGrpSpPr/>
            <p:nvPr/>
          </p:nvGrpSpPr>
          <p:grpSpPr>
            <a:xfrm rot="5400000">
              <a:off x="6093326" y="7050196"/>
              <a:ext cx="411957" cy="200568"/>
              <a:chOff x="-615198" y="4354167"/>
              <a:chExt cx="411957" cy="200568"/>
            </a:xfrm>
          </p:grpSpPr>
          <p:cxnSp>
            <p:nvCxnSpPr>
              <p:cNvPr id="45" name="Gerader Verbinder 44">
                <a:extLst>
                  <a:ext uri="{FF2B5EF4-FFF2-40B4-BE49-F238E27FC236}">
                    <a16:creationId xmlns:a16="http://schemas.microsoft.com/office/drawing/2014/main" id="{B2DE2385-A59E-444E-B8C5-C1DEEDFDA1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Textfeld 45">
                <a:extLst>
                  <a:ext uri="{FF2B5EF4-FFF2-40B4-BE49-F238E27FC236}">
                    <a16:creationId xmlns:a16="http://schemas.microsoft.com/office/drawing/2014/main" id="{A5A454F7-5DD5-4F9E-97E5-590A41C6EE40}"/>
                  </a:ext>
                </a:extLst>
              </p:cNvPr>
              <p:cNvSpPr txBox="1"/>
              <p:nvPr/>
            </p:nvSpPr>
            <p:spPr>
              <a:xfrm rot="10800000">
                <a:off x="-615198" y="4354167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00.40</a:t>
                </a:r>
              </a:p>
            </p:txBody>
          </p:sp>
        </p:grpSp>
        <p:cxnSp>
          <p:nvCxnSpPr>
            <p:cNvPr id="41" name="Gerader Verbinder 40">
              <a:extLst>
                <a:ext uri="{FF2B5EF4-FFF2-40B4-BE49-F238E27FC236}">
                  <a16:creationId xmlns:a16="http://schemas.microsoft.com/office/drawing/2014/main" id="{4E69EA8C-F18E-4C18-AE0B-9A6906A1BB6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890022" y="7150480"/>
              <a:ext cx="411956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2" name="Gruppieren 41">
              <a:extLst>
                <a:ext uri="{FF2B5EF4-FFF2-40B4-BE49-F238E27FC236}">
                  <a16:creationId xmlns:a16="http://schemas.microsoft.com/office/drawing/2014/main" id="{DE24C1D0-8660-4377-BAB2-5F75F38DB335}"/>
                </a:ext>
              </a:extLst>
            </p:cNvPr>
            <p:cNvGrpSpPr/>
            <p:nvPr/>
          </p:nvGrpSpPr>
          <p:grpSpPr>
            <a:xfrm rot="16200000">
              <a:off x="11364596" y="7046174"/>
              <a:ext cx="411956" cy="208614"/>
              <a:chOff x="-615197" y="4303061"/>
              <a:chExt cx="411956" cy="208614"/>
            </a:xfrm>
          </p:grpSpPr>
          <p:cxnSp>
            <p:nvCxnSpPr>
              <p:cNvPr id="43" name="Gerader Verbinder 42">
                <a:extLst>
                  <a:ext uri="{FF2B5EF4-FFF2-40B4-BE49-F238E27FC236}">
                    <a16:creationId xmlns:a16="http://schemas.microsoft.com/office/drawing/2014/main" id="{28D2CC4B-289D-49C8-BD5E-11BD119EE4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Textfeld 43">
                <a:extLst>
                  <a:ext uri="{FF2B5EF4-FFF2-40B4-BE49-F238E27FC236}">
                    <a16:creationId xmlns:a16="http://schemas.microsoft.com/office/drawing/2014/main" id="{27DADC70-C78C-4126-9670-F82F045102B5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15.50</a:t>
                </a:r>
              </a:p>
            </p:txBody>
          </p:sp>
        </p:grpSp>
      </p:grpSp>
      <p:grpSp>
        <p:nvGrpSpPr>
          <p:cNvPr id="51" name="Gruppieren 50">
            <a:extLst>
              <a:ext uri="{FF2B5EF4-FFF2-40B4-BE49-F238E27FC236}">
                <a16:creationId xmlns:a16="http://schemas.microsoft.com/office/drawing/2014/main" id="{4D0BDE00-4637-498A-AC41-41347C3A6B4A}"/>
              </a:ext>
            </a:extLst>
          </p:cNvPr>
          <p:cNvGrpSpPr/>
          <p:nvPr/>
        </p:nvGrpSpPr>
        <p:grpSpPr>
          <a:xfrm>
            <a:off x="-697714" y="80201"/>
            <a:ext cx="411956" cy="6713707"/>
            <a:chOff x="-502267" y="80201"/>
            <a:chExt cx="411956" cy="6713707"/>
          </a:xfrm>
        </p:grpSpPr>
        <p:grpSp>
          <p:nvGrpSpPr>
            <p:cNvPr id="52" name="Gruppieren 51">
              <a:extLst>
                <a:ext uri="{FF2B5EF4-FFF2-40B4-BE49-F238E27FC236}">
                  <a16:creationId xmlns:a16="http://schemas.microsoft.com/office/drawing/2014/main" id="{B9539BCF-1B5F-4E08-88F3-AD89B0086E87}"/>
                </a:ext>
              </a:extLst>
            </p:cNvPr>
            <p:cNvGrpSpPr/>
            <p:nvPr/>
          </p:nvGrpSpPr>
          <p:grpSpPr>
            <a:xfrm>
              <a:off x="-502267" y="6593340"/>
              <a:ext cx="411956" cy="200568"/>
              <a:chOff x="-615197" y="4452994"/>
              <a:chExt cx="411956" cy="200568"/>
            </a:xfrm>
          </p:grpSpPr>
          <p:sp>
            <p:nvSpPr>
              <p:cNvPr id="103" name="Textfeld 102">
                <a:extLst>
                  <a:ext uri="{FF2B5EF4-FFF2-40B4-BE49-F238E27FC236}">
                    <a16:creationId xmlns:a16="http://schemas.microsoft.com/office/drawing/2014/main" id="{B6958F1A-5D61-48B1-B1CD-0B6615FE0C98}"/>
                  </a:ext>
                </a:extLst>
              </p:cNvPr>
              <p:cNvSpPr txBox="1"/>
              <p:nvPr/>
            </p:nvSpPr>
            <p:spPr>
              <a:xfrm>
                <a:off x="-615197" y="4452994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08.92</a:t>
                </a:r>
              </a:p>
            </p:txBody>
          </p:sp>
          <p:cxnSp>
            <p:nvCxnSpPr>
              <p:cNvPr id="104" name="Gerader Verbinder 103">
                <a:extLst>
                  <a:ext uri="{FF2B5EF4-FFF2-40B4-BE49-F238E27FC236}">
                    <a16:creationId xmlns:a16="http://schemas.microsoft.com/office/drawing/2014/main" id="{9B7EF780-7522-4E64-9B5A-FFE1A2CF0A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497389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" name="Gruppieren 52">
              <a:extLst>
                <a:ext uri="{FF2B5EF4-FFF2-40B4-BE49-F238E27FC236}">
                  <a16:creationId xmlns:a16="http://schemas.microsoft.com/office/drawing/2014/main" id="{B0C953D5-9A7B-4909-8CB2-7996B8069518}"/>
                </a:ext>
              </a:extLst>
            </p:cNvPr>
            <p:cNvGrpSpPr/>
            <p:nvPr/>
          </p:nvGrpSpPr>
          <p:grpSpPr>
            <a:xfrm>
              <a:off x="-502267" y="5876163"/>
              <a:ext cx="411956" cy="216662"/>
              <a:chOff x="-615197" y="4295013"/>
              <a:chExt cx="411956" cy="216662"/>
            </a:xfrm>
          </p:grpSpPr>
          <p:cxnSp>
            <p:nvCxnSpPr>
              <p:cNvPr id="101" name="Gerader Verbinder 100">
                <a:extLst>
                  <a:ext uri="{FF2B5EF4-FFF2-40B4-BE49-F238E27FC236}">
                    <a16:creationId xmlns:a16="http://schemas.microsoft.com/office/drawing/2014/main" id="{06015C44-55AF-47A5-A6A5-F6FD508D447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2" name="Textfeld 101">
                <a:extLst>
                  <a:ext uri="{FF2B5EF4-FFF2-40B4-BE49-F238E27FC236}">
                    <a16:creationId xmlns:a16="http://schemas.microsoft.com/office/drawing/2014/main" id="{5F6AAA5B-94F8-4B58-8DFB-9558F23F3CDF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07.40</a:t>
                </a:r>
              </a:p>
            </p:txBody>
          </p:sp>
        </p:grpSp>
        <p:grpSp>
          <p:nvGrpSpPr>
            <p:cNvPr id="54" name="Gruppieren 53">
              <a:extLst>
                <a:ext uri="{FF2B5EF4-FFF2-40B4-BE49-F238E27FC236}">
                  <a16:creationId xmlns:a16="http://schemas.microsoft.com/office/drawing/2014/main" id="{2EDC997B-75FB-42ED-9BAF-96F387D9B302}"/>
                </a:ext>
              </a:extLst>
            </p:cNvPr>
            <p:cNvGrpSpPr/>
            <p:nvPr/>
          </p:nvGrpSpPr>
          <p:grpSpPr>
            <a:xfrm>
              <a:off x="-502267" y="3212338"/>
              <a:ext cx="411956" cy="216662"/>
              <a:chOff x="-615197" y="4295013"/>
              <a:chExt cx="411956" cy="216662"/>
            </a:xfrm>
          </p:grpSpPr>
          <p:cxnSp>
            <p:nvCxnSpPr>
              <p:cNvPr id="99" name="Gerader Verbinder 98">
                <a:extLst>
                  <a:ext uri="{FF2B5EF4-FFF2-40B4-BE49-F238E27FC236}">
                    <a16:creationId xmlns:a16="http://schemas.microsoft.com/office/drawing/2014/main" id="{107E7707-DDF9-43D0-9CE9-E6E9310A48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0" name="Textfeld 99">
                <a:extLst>
                  <a:ext uri="{FF2B5EF4-FFF2-40B4-BE49-F238E27FC236}">
                    <a16:creationId xmlns:a16="http://schemas.microsoft.com/office/drawing/2014/main" id="{120DC845-3542-41A2-A8FE-8E120F86AFEA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00.00</a:t>
                </a:r>
              </a:p>
            </p:txBody>
          </p:sp>
        </p:grpSp>
        <p:grpSp>
          <p:nvGrpSpPr>
            <p:cNvPr id="57" name="Gruppieren 56">
              <a:extLst>
                <a:ext uri="{FF2B5EF4-FFF2-40B4-BE49-F238E27FC236}">
                  <a16:creationId xmlns:a16="http://schemas.microsoft.com/office/drawing/2014/main" id="{C539E3FE-BCDC-4469-AF1E-A1A967AA2CF7}"/>
                </a:ext>
              </a:extLst>
            </p:cNvPr>
            <p:cNvGrpSpPr/>
            <p:nvPr/>
          </p:nvGrpSpPr>
          <p:grpSpPr>
            <a:xfrm>
              <a:off x="-502267" y="835851"/>
              <a:ext cx="411956" cy="216662"/>
              <a:chOff x="-615197" y="4295013"/>
              <a:chExt cx="411956" cy="216662"/>
            </a:xfrm>
          </p:grpSpPr>
          <p:cxnSp>
            <p:nvCxnSpPr>
              <p:cNvPr id="97" name="Gerader Verbinder 96">
                <a:extLst>
                  <a:ext uri="{FF2B5EF4-FFF2-40B4-BE49-F238E27FC236}">
                    <a16:creationId xmlns:a16="http://schemas.microsoft.com/office/drawing/2014/main" id="{84ACBD09-87DF-43B6-8728-6CD6D1C28D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8" name="Textfeld 97">
                <a:extLst>
                  <a:ext uri="{FF2B5EF4-FFF2-40B4-BE49-F238E27FC236}">
                    <a16:creationId xmlns:a16="http://schemas.microsoft.com/office/drawing/2014/main" id="{11B6DD8A-8D5B-4721-AA53-1A66BD4A1C90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06.60</a:t>
                </a:r>
              </a:p>
            </p:txBody>
          </p:sp>
        </p:grpSp>
        <p:grpSp>
          <p:nvGrpSpPr>
            <p:cNvPr id="74" name="Gruppieren 73">
              <a:extLst>
                <a:ext uri="{FF2B5EF4-FFF2-40B4-BE49-F238E27FC236}">
                  <a16:creationId xmlns:a16="http://schemas.microsoft.com/office/drawing/2014/main" id="{882BA134-DE4D-498C-A687-9DF303E90595}"/>
                </a:ext>
              </a:extLst>
            </p:cNvPr>
            <p:cNvGrpSpPr/>
            <p:nvPr/>
          </p:nvGrpSpPr>
          <p:grpSpPr>
            <a:xfrm>
              <a:off x="-502267" y="1412113"/>
              <a:ext cx="411956" cy="216662"/>
              <a:chOff x="-615197" y="4295013"/>
              <a:chExt cx="411956" cy="216662"/>
            </a:xfrm>
          </p:grpSpPr>
          <p:cxnSp>
            <p:nvCxnSpPr>
              <p:cNvPr id="95" name="Gerader Verbinder 94">
                <a:extLst>
                  <a:ext uri="{FF2B5EF4-FFF2-40B4-BE49-F238E27FC236}">
                    <a16:creationId xmlns:a16="http://schemas.microsoft.com/office/drawing/2014/main" id="{75A55289-1886-42A1-AF99-C672367F425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6" name="Textfeld 95">
                <a:extLst>
                  <a:ext uri="{FF2B5EF4-FFF2-40B4-BE49-F238E27FC236}">
                    <a16:creationId xmlns:a16="http://schemas.microsoft.com/office/drawing/2014/main" id="{9E08B203-CE6A-480B-BA4F-448FF3F0717F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05.00</a:t>
                </a:r>
              </a:p>
            </p:txBody>
          </p:sp>
        </p:grpSp>
        <p:grpSp>
          <p:nvGrpSpPr>
            <p:cNvPr id="92" name="Gruppieren 91">
              <a:extLst>
                <a:ext uri="{FF2B5EF4-FFF2-40B4-BE49-F238E27FC236}">
                  <a16:creationId xmlns:a16="http://schemas.microsoft.com/office/drawing/2014/main" id="{A4100796-B6B1-4D3B-AABC-069C36CD65B3}"/>
                </a:ext>
              </a:extLst>
            </p:cNvPr>
            <p:cNvGrpSpPr/>
            <p:nvPr/>
          </p:nvGrpSpPr>
          <p:grpSpPr>
            <a:xfrm>
              <a:off x="-502267" y="80201"/>
              <a:ext cx="411956" cy="216662"/>
              <a:chOff x="-615197" y="4258501"/>
              <a:chExt cx="411956" cy="216662"/>
            </a:xfrm>
          </p:grpSpPr>
          <p:cxnSp>
            <p:nvCxnSpPr>
              <p:cNvPr id="93" name="Gerader Verbinder 92">
                <a:extLst>
                  <a:ext uri="{FF2B5EF4-FFF2-40B4-BE49-F238E27FC236}">
                    <a16:creationId xmlns:a16="http://schemas.microsoft.com/office/drawing/2014/main" id="{5311AD02-97A8-452E-89D6-8E4D605302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475163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4" name="Textfeld 93">
                <a:extLst>
                  <a:ext uri="{FF2B5EF4-FFF2-40B4-BE49-F238E27FC236}">
                    <a16:creationId xmlns:a16="http://schemas.microsoft.com/office/drawing/2014/main" id="{38163816-E91C-42E7-81EB-91AAB2AE08E3}"/>
                  </a:ext>
                </a:extLst>
              </p:cNvPr>
              <p:cNvSpPr txBox="1"/>
              <p:nvPr/>
            </p:nvSpPr>
            <p:spPr>
              <a:xfrm>
                <a:off x="-615197" y="425850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08.70</a:t>
                </a:r>
              </a:p>
            </p:txBody>
          </p:sp>
        </p:grpSp>
      </p:grp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685B901C-D0DA-15F9-57AF-9E5AEDDED0B7}"/>
              </a:ext>
            </a:extLst>
          </p:cNvPr>
          <p:cNvGrpSpPr/>
          <p:nvPr/>
        </p:nvGrpSpPr>
        <p:grpSpPr>
          <a:xfrm>
            <a:off x="5024731" y="2271830"/>
            <a:ext cx="2142538" cy="2169997"/>
            <a:chOff x="5024731" y="2271830"/>
            <a:chExt cx="2142538" cy="2169997"/>
          </a:xfrm>
        </p:grpSpPr>
        <p:sp>
          <p:nvSpPr>
            <p:cNvPr id="6" name="Freihandform: Form 5">
              <a:extLst>
                <a:ext uri="{FF2B5EF4-FFF2-40B4-BE49-F238E27FC236}">
                  <a16:creationId xmlns:a16="http://schemas.microsoft.com/office/drawing/2014/main" id="{E9058652-4FD8-DA7F-424F-1C5FC7AED1EE}"/>
                </a:ext>
              </a:extLst>
            </p:cNvPr>
            <p:cNvSpPr/>
            <p:nvPr/>
          </p:nvSpPr>
          <p:spPr>
            <a:xfrm>
              <a:off x="5024731" y="4114829"/>
              <a:ext cx="2142538" cy="326998"/>
            </a:xfrm>
            <a:custGeom>
              <a:avLst/>
              <a:gdLst>
                <a:gd name="connsiteX0" fmla="*/ 1957197 w 2028921"/>
                <a:gd name="connsiteY0" fmla="*/ 94202 h 309658"/>
                <a:gd name="connsiteX1" fmla="*/ 1937576 w 2028921"/>
                <a:gd name="connsiteY1" fmla="*/ 99631 h 309658"/>
                <a:gd name="connsiteX2" fmla="*/ 1925670 w 2028921"/>
                <a:gd name="connsiteY2" fmla="*/ 113633 h 309658"/>
                <a:gd name="connsiteX3" fmla="*/ 1919764 w 2028921"/>
                <a:gd name="connsiteY3" fmla="*/ 132874 h 309658"/>
                <a:gd name="connsiteX4" fmla="*/ 1918240 w 2028921"/>
                <a:gd name="connsiteY4" fmla="*/ 153638 h 309658"/>
                <a:gd name="connsiteX5" fmla="*/ 1919955 w 2028921"/>
                <a:gd name="connsiteY5" fmla="*/ 174403 h 309658"/>
                <a:gd name="connsiteX6" fmla="*/ 1925955 w 2028921"/>
                <a:gd name="connsiteY6" fmla="*/ 193738 h 309658"/>
                <a:gd name="connsiteX7" fmla="*/ 1937957 w 2028921"/>
                <a:gd name="connsiteY7" fmla="*/ 208312 h 309658"/>
                <a:gd name="connsiteX8" fmla="*/ 1957483 w 2028921"/>
                <a:gd name="connsiteY8" fmla="*/ 214027 h 309658"/>
                <a:gd name="connsiteX9" fmla="*/ 1976343 w 2028921"/>
                <a:gd name="connsiteY9" fmla="*/ 208121 h 309658"/>
                <a:gd name="connsiteX10" fmla="*/ 1988630 w 2028921"/>
                <a:gd name="connsiteY10" fmla="*/ 193453 h 309658"/>
                <a:gd name="connsiteX11" fmla="*/ 1995202 w 2028921"/>
                <a:gd name="connsiteY11" fmla="*/ 174022 h 309658"/>
                <a:gd name="connsiteX12" fmla="*/ 1997107 w 2028921"/>
                <a:gd name="connsiteY12" fmla="*/ 153638 h 309658"/>
                <a:gd name="connsiteX13" fmla="*/ 1995107 w 2028921"/>
                <a:gd name="connsiteY13" fmla="*/ 133350 h 309658"/>
                <a:gd name="connsiteX14" fmla="*/ 1988344 w 2028921"/>
                <a:gd name="connsiteY14" fmla="*/ 114109 h 309658"/>
                <a:gd name="connsiteX15" fmla="*/ 1976057 w 2028921"/>
                <a:gd name="connsiteY15" fmla="*/ 99727 h 309658"/>
                <a:gd name="connsiteX16" fmla="*/ 1957197 w 2028921"/>
                <a:gd name="connsiteY16" fmla="*/ 94202 h 309658"/>
                <a:gd name="connsiteX17" fmla="*/ 821437 w 2028921"/>
                <a:gd name="connsiteY17" fmla="*/ 94107 h 309658"/>
                <a:gd name="connsiteX18" fmla="*/ 801625 w 2028921"/>
                <a:gd name="connsiteY18" fmla="*/ 99536 h 309658"/>
                <a:gd name="connsiteX19" fmla="*/ 789623 w 2028921"/>
                <a:gd name="connsiteY19" fmla="*/ 113538 h 309658"/>
                <a:gd name="connsiteX20" fmla="*/ 783718 w 2028921"/>
                <a:gd name="connsiteY20" fmla="*/ 132779 h 309658"/>
                <a:gd name="connsiteX21" fmla="*/ 782194 w 2028921"/>
                <a:gd name="connsiteY21" fmla="*/ 153543 h 309658"/>
                <a:gd name="connsiteX22" fmla="*/ 783908 w 2028921"/>
                <a:gd name="connsiteY22" fmla="*/ 173165 h 309658"/>
                <a:gd name="connsiteX23" fmla="*/ 789909 w 2028921"/>
                <a:gd name="connsiteY23" fmla="*/ 191738 h 309658"/>
                <a:gd name="connsiteX24" fmla="*/ 801815 w 2028921"/>
                <a:gd name="connsiteY24" fmla="*/ 205169 h 309658"/>
                <a:gd name="connsiteX25" fmla="*/ 821151 w 2028921"/>
                <a:gd name="connsiteY25" fmla="*/ 210407 h 309658"/>
                <a:gd name="connsiteX26" fmla="*/ 840010 w 2028921"/>
                <a:gd name="connsiteY26" fmla="*/ 204978 h 309658"/>
                <a:gd name="connsiteX27" fmla="*/ 852298 w 2028921"/>
                <a:gd name="connsiteY27" fmla="*/ 191262 h 309658"/>
                <a:gd name="connsiteX28" fmla="*/ 859060 w 2028921"/>
                <a:gd name="connsiteY28" fmla="*/ 172974 h 309658"/>
                <a:gd name="connsiteX29" fmla="*/ 861061 w 2028921"/>
                <a:gd name="connsiteY29" fmla="*/ 153543 h 309658"/>
                <a:gd name="connsiteX30" fmla="*/ 859156 w 2028921"/>
                <a:gd name="connsiteY30" fmla="*/ 133255 h 309658"/>
                <a:gd name="connsiteX31" fmla="*/ 852584 w 2028921"/>
                <a:gd name="connsiteY31" fmla="*/ 114014 h 309658"/>
                <a:gd name="connsiteX32" fmla="*/ 840296 w 2028921"/>
                <a:gd name="connsiteY32" fmla="*/ 99632 h 309658"/>
                <a:gd name="connsiteX33" fmla="*/ 821437 w 2028921"/>
                <a:gd name="connsiteY33" fmla="*/ 94107 h 309658"/>
                <a:gd name="connsiteX34" fmla="*/ 1107663 w 2028921"/>
                <a:gd name="connsiteY34" fmla="*/ 93916 h 309658"/>
                <a:gd name="connsiteX35" fmla="*/ 1088803 w 2028921"/>
                <a:gd name="connsiteY35" fmla="*/ 99441 h 309658"/>
                <a:gd name="connsiteX36" fmla="*/ 1076516 w 2028921"/>
                <a:gd name="connsiteY36" fmla="*/ 113633 h 309658"/>
                <a:gd name="connsiteX37" fmla="*/ 1069753 w 2028921"/>
                <a:gd name="connsiteY37" fmla="*/ 132779 h 309658"/>
                <a:gd name="connsiteX38" fmla="*/ 1067753 w 2028921"/>
                <a:gd name="connsiteY38" fmla="*/ 153067 h 309658"/>
                <a:gd name="connsiteX39" fmla="*/ 1069658 w 2028921"/>
                <a:gd name="connsiteY39" fmla="*/ 173450 h 309658"/>
                <a:gd name="connsiteX40" fmla="*/ 1076135 w 2028921"/>
                <a:gd name="connsiteY40" fmla="*/ 193357 h 309658"/>
                <a:gd name="connsiteX41" fmla="*/ 1088422 w 2028921"/>
                <a:gd name="connsiteY41" fmla="*/ 208026 h 309658"/>
                <a:gd name="connsiteX42" fmla="*/ 1107281 w 2028921"/>
                <a:gd name="connsiteY42" fmla="*/ 213931 h 309658"/>
                <a:gd name="connsiteX43" fmla="*/ 1126808 w 2028921"/>
                <a:gd name="connsiteY43" fmla="*/ 208216 h 309658"/>
                <a:gd name="connsiteX44" fmla="*/ 1138809 w 2028921"/>
                <a:gd name="connsiteY44" fmla="*/ 193643 h 309658"/>
                <a:gd name="connsiteX45" fmla="*/ 1144905 w 2028921"/>
                <a:gd name="connsiteY45" fmla="*/ 174022 h 309658"/>
                <a:gd name="connsiteX46" fmla="*/ 1146620 w 2028921"/>
                <a:gd name="connsiteY46" fmla="*/ 153067 h 309658"/>
                <a:gd name="connsiteX47" fmla="*/ 1145096 w 2028921"/>
                <a:gd name="connsiteY47" fmla="*/ 132493 h 309658"/>
                <a:gd name="connsiteX48" fmla="*/ 1139190 w 2028921"/>
                <a:gd name="connsiteY48" fmla="*/ 113347 h 309658"/>
                <a:gd name="connsiteX49" fmla="*/ 1127284 w 2028921"/>
                <a:gd name="connsiteY49" fmla="*/ 99346 h 309658"/>
                <a:gd name="connsiteX50" fmla="*/ 1107663 w 2028921"/>
                <a:gd name="connsiteY50" fmla="*/ 93916 h 309658"/>
                <a:gd name="connsiteX51" fmla="*/ 1598676 w 2028921"/>
                <a:gd name="connsiteY51" fmla="*/ 93536 h 309658"/>
                <a:gd name="connsiteX52" fmla="*/ 1578673 w 2028921"/>
                <a:gd name="connsiteY52" fmla="*/ 98774 h 309658"/>
                <a:gd name="connsiteX53" fmla="*/ 1565434 w 2028921"/>
                <a:gd name="connsiteY53" fmla="*/ 112681 h 309658"/>
                <a:gd name="connsiteX54" fmla="*/ 1557909 w 2028921"/>
                <a:gd name="connsiteY54" fmla="*/ 131921 h 309658"/>
                <a:gd name="connsiteX55" fmla="*/ 1555528 w 2028921"/>
                <a:gd name="connsiteY55" fmla="*/ 153353 h 309658"/>
                <a:gd name="connsiteX56" fmla="*/ 1557909 w 2028921"/>
                <a:gd name="connsiteY56" fmla="*/ 175450 h 309658"/>
                <a:gd name="connsiteX57" fmla="*/ 1565148 w 2028921"/>
                <a:gd name="connsiteY57" fmla="*/ 195072 h 309658"/>
                <a:gd name="connsiteX58" fmla="*/ 1578578 w 2028921"/>
                <a:gd name="connsiteY58" fmla="*/ 208979 h 309658"/>
                <a:gd name="connsiteX59" fmla="*/ 1598580 w 2028921"/>
                <a:gd name="connsiteY59" fmla="*/ 214408 h 309658"/>
                <a:gd name="connsiteX60" fmla="*/ 1618392 w 2028921"/>
                <a:gd name="connsiteY60" fmla="*/ 208979 h 309658"/>
                <a:gd name="connsiteX61" fmla="*/ 1631823 w 2028921"/>
                <a:gd name="connsiteY61" fmla="*/ 195072 h 309658"/>
                <a:gd name="connsiteX62" fmla="*/ 1639347 w 2028921"/>
                <a:gd name="connsiteY62" fmla="*/ 175641 h 309658"/>
                <a:gd name="connsiteX63" fmla="*/ 1641729 w 2028921"/>
                <a:gd name="connsiteY63" fmla="*/ 153257 h 309658"/>
                <a:gd name="connsiteX64" fmla="*/ 1639538 w 2028921"/>
                <a:gd name="connsiteY64" fmla="*/ 131731 h 309658"/>
                <a:gd name="connsiteX65" fmla="*/ 1632204 w 2028921"/>
                <a:gd name="connsiteY65" fmla="*/ 112490 h 309658"/>
                <a:gd name="connsiteX66" fmla="*/ 1618964 w 2028921"/>
                <a:gd name="connsiteY66" fmla="*/ 98774 h 309658"/>
                <a:gd name="connsiteX67" fmla="*/ 1598676 w 2028921"/>
                <a:gd name="connsiteY67" fmla="*/ 93536 h 309658"/>
                <a:gd name="connsiteX68" fmla="*/ 1282922 w 2028921"/>
                <a:gd name="connsiteY68" fmla="*/ 91440 h 309658"/>
                <a:gd name="connsiteX69" fmla="*/ 1265587 w 2028921"/>
                <a:gd name="connsiteY69" fmla="*/ 95822 h 309658"/>
                <a:gd name="connsiteX70" fmla="*/ 1253299 w 2028921"/>
                <a:gd name="connsiteY70" fmla="*/ 107252 h 309658"/>
                <a:gd name="connsiteX71" fmla="*/ 1245775 w 2028921"/>
                <a:gd name="connsiteY71" fmla="*/ 123063 h 309658"/>
                <a:gd name="connsiteX72" fmla="*/ 1243012 w 2028921"/>
                <a:gd name="connsiteY72" fmla="*/ 140685 h 309658"/>
                <a:gd name="connsiteX73" fmla="*/ 1317776 w 2028921"/>
                <a:gd name="connsiteY73" fmla="*/ 140685 h 309658"/>
                <a:gd name="connsiteX74" fmla="*/ 1317784 w 2028921"/>
                <a:gd name="connsiteY74" fmla="*/ 140780 h 309658"/>
                <a:gd name="connsiteX75" fmla="*/ 1317784 w 2028921"/>
                <a:gd name="connsiteY75" fmla="*/ 140685 h 309658"/>
                <a:gd name="connsiteX76" fmla="*/ 1317776 w 2028921"/>
                <a:gd name="connsiteY76" fmla="*/ 140685 h 309658"/>
                <a:gd name="connsiteX77" fmla="*/ 1316260 w 2028921"/>
                <a:gd name="connsiteY77" fmla="*/ 122682 h 309658"/>
                <a:gd name="connsiteX78" fmla="*/ 1310831 w 2028921"/>
                <a:gd name="connsiteY78" fmla="*/ 106871 h 309658"/>
                <a:gd name="connsiteX79" fmla="*/ 1300258 w 2028921"/>
                <a:gd name="connsiteY79" fmla="*/ 95727 h 309658"/>
                <a:gd name="connsiteX80" fmla="*/ 1282922 w 2028921"/>
                <a:gd name="connsiteY80" fmla="*/ 91440 h 309658"/>
                <a:gd name="connsiteX81" fmla="*/ 396621 w 2028921"/>
                <a:gd name="connsiteY81" fmla="*/ 91440 h 309658"/>
                <a:gd name="connsiteX82" fmla="*/ 379286 w 2028921"/>
                <a:gd name="connsiteY82" fmla="*/ 95822 h 309658"/>
                <a:gd name="connsiteX83" fmla="*/ 366998 w 2028921"/>
                <a:gd name="connsiteY83" fmla="*/ 107252 h 309658"/>
                <a:gd name="connsiteX84" fmla="*/ 359474 w 2028921"/>
                <a:gd name="connsiteY84" fmla="*/ 123063 h 309658"/>
                <a:gd name="connsiteX85" fmla="*/ 356711 w 2028921"/>
                <a:gd name="connsiteY85" fmla="*/ 140685 h 309658"/>
                <a:gd name="connsiteX86" fmla="*/ 431475 w 2028921"/>
                <a:gd name="connsiteY86" fmla="*/ 140685 h 309658"/>
                <a:gd name="connsiteX87" fmla="*/ 431483 w 2028921"/>
                <a:gd name="connsiteY87" fmla="*/ 140780 h 309658"/>
                <a:gd name="connsiteX88" fmla="*/ 431483 w 2028921"/>
                <a:gd name="connsiteY88" fmla="*/ 140685 h 309658"/>
                <a:gd name="connsiteX89" fmla="*/ 431475 w 2028921"/>
                <a:gd name="connsiteY89" fmla="*/ 140685 h 309658"/>
                <a:gd name="connsiteX90" fmla="*/ 429959 w 2028921"/>
                <a:gd name="connsiteY90" fmla="*/ 122682 h 309658"/>
                <a:gd name="connsiteX91" fmla="*/ 424529 w 2028921"/>
                <a:gd name="connsiteY91" fmla="*/ 106871 h 309658"/>
                <a:gd name="connsiteX92" fmla="*/ 413957 w 2028921"/>
                <a:gd name="connsiteY92" fmla="*/ 95727 h 309658"/>
                <a:gd name="connsiteX93" fmla="*/ 396621 w 2028921"/>
                <a:gd name="connsiteY93" fmla="*/ 91440 h 309658"/>
                <a:gd name="connsiteX94" fmla="*/ 230505 w 2028921"/>
                <a:gd name="connsiteY94" fmla="*/ 91440 h 309658"/>
                <a:gd name="connsiteX95" fmla="*/ 213170 w 2028921"/>
                <a:gd name="connsiteY95" fmla="*/ 95822 h 309658"/>
                <a:gd name="connsiteX96" fmla="*/ 200883 w 2028921"/>
                <a:gd name="connsiteY96" fmla="*/ 107252 h 309658"/>
                <a:gd name="connsiteX97" fmla="*/ 193358 w 2028921"/>
                <a:gd name="connsiteY97" fmla="*/ 123063 h 309658"/>
                <a:gd name="connsiteX98" fmla="*/ 190596 w 2028921"/>
                <a:gd name="connsiteY98" fmla="*/ 140685 h 309658"/>
                <a:gd name="connsiteX99" fmla="*/ 265359 w 2028921"/>
                <a:gd name="connsiteY99" fmla="*/ 140685 h 309658"/>
                <a:gd name="connsiteX100" fmla="*/ 265367 w 2028921"/>
                <a:gd name="connsiteY100" fmla="*/ 140780 h 309658"/>
                <a:gd name="connsiteX101" fmla="*/ 265367 w 2028921"/>
                <a:gd name="connsiteY101" fmla="*/ 140685 h 309658"/>
                <a:gd name="connsiteX102" fmla="*/ 265359 w 2028921"/>
                <a:gd name="connsiteY102" fmla="*/ 140685 h 309658"/>
                <a:gd name="connsiteX103" fmla="*/ 263843 w 2028921"/>
                <a:gd name="connsiteY103" fmla="*/ 122682 h 309658"/>
                <a:gd name="connsiteX104" fmla="*/ 258413 w 2028921"/>
                <a:gd name="connsiteY104" fmla="*/ 106871 h 309658"/>
                <a:gd name="connsiteX105" fmla="*/ 247841 w 2028921"/>
                <a:gd name="connsiteY105" fmla="*/ 95727 h 309658"/>
                <a:gd name="connsiteX106" fmla="*/ 230505 w 2028921"/>
                <a:gd name="connsiteY106" fmla="*/ 91440 h 309658"/>
                <a:gd name="connsiteX107" fmla="*/ 499872 w 2028921"/>
                <a:gd name="connsiteY107" fmla="*/ 72199 h 309658"/>
                <a:gd name="connsiteX108" fmla="*/ 531114 w 2028921"/>
                <a:gd name="connsiteY108" fmla="*/ 72199 h 309658"/>
                <a:gd name="connsiteX109" fmla="*/ 531114 w 2028921"/>
                <a:gd name="connsiteY109" fmla="*/ 235553 h 309658"/>
                <a:gd name="connsiteX110" fmla="*/ 499872 w 2028921"/>
                <a:gd name="connsiteY110" fmla="*/ 235553 h 309658"/>
                <a:gd name="connsiteX111" fmla="*/ 1364361 w 2028921"/>
                <a:gd name="connsiteY111" fmla="*/ 72104 h 309658"/>
                <a:gd name="connsiteX112" fmla="*/ 1398365 w 2028921"/>
                <a:gd name="connsiteY112" fmla="*/ 72104 h 309658"/>
                <a:gd name="connsiteX113" fmla="*/ 1436465 w 2028921"/>
                <a:gd name="connsiteY113" fmla="*/ 206406 h 309658"/>
                <a:gd name="connsiteX114" fmla="*/ 1473899 w 2028921"/>
                <a:gd name="connsiteY114" fmla="*/ 72104 h 309658"/>
                <a:gd name="connsiteX115" fmla="*/ 1505712 w 2028921"/>
                <a:gd name="connsiteY115" fmla="*/ 72104 h 309658"/>
                <a:gd name="connsiteX116" fmla="*/ 1446086 w 2028921"/>
                <a:gd name="connsiteY116" fmla="*/ 257365 h 309658"/>
                <a:gd name="connsiteX117" fmla="*/ 1438942 w 2028921"/>
                <a:gd name="connsiteY117" fmla="*/ 276129 h 309658"/>
                <a:gd name="connsiteX118" fmla="*/ 1428940 w 2028921"/>
                <a:gd name="connsiteY118" fmla="*/ 292988 h 309658"/>
                <a:gd name="connsiteX119" fmla="*/ 1414462 w 2028921"/>
                <a:gd name="connsiteY119" fmla="*/ 305085 h 309658"/>
                <a:gd name="connsiteX120" fmla="*/ 1393698 w 2028921"/>
                <a:gd name="connsiteY120" fmla="*/ 309657 h 309658"/>
                <a:gd name="connsiteX121" fmla="*/ 1370933 w 2028921"/>
                <a:gd name="connsiteY121" fmla="*/ 307371 h 309658"/>
                <a:gd name="connsiteX122" fmla="*/ 1372838 w 2028921"/>
                <a:gd name="connsiteY122" fmla="*/ 282225 h 309658"/>
                <a:gd name="connsiteX123" fmla="*/ 1388174 w 2028921"/>
                <a:gd name="connsiteY123" fmla="*/ 284511 h 309658"/>
                <a:gd name="connsiteX124" fmla="*/ 1406081 w 2028921"/>
                <a:gd name="connsiteY124" fmla="*/ 276320 h 309658"/>
                <a:gd name="connsiteX125" fmla="*/ 1417129 w 2028921"/>
                <a:gd name="connsiteY125" fmla="*/ 251460 h 309658"/>
                <a:gd name="connsiteX126" fmla="*/ 1420273 w 2028921"/>
                <a:gd name="connsiteY126" fmla="*/ 241363 h 309658"/>
                <a:gd name="connsiteX127" fmla="*/ 1793272 w 2028921"/>
                <a:gd name="connsiteY127" fmla="*/ 68961 h 309658"/>
                <a:gd name="connsiteX128" fmla="*/ 1817752 w 2028921"/>
                <a:gd name="connsiteY128" fmla="*/ 73533 h 309658"/>
                <a:gd name="connsiteX129" fmla="*/ 1833944 w 2028921"/>
                <a:gd name="connsiteY129" fmla="*/ 86392 h 309658"/>
                <a:gd name="connsiteX130" fmla="*/ 1842802 w 2028921"/>
                <a:gd name="connsiteY130" fmla="*/ 106490 h 309658"/>
                <a:gd name="connsiteX131" fmla="*/ 1845565 w 2028921"/>
                <a:gd name="connsiteY131" fmla="*/ 132302 h 309658"/>
                <a:gd name="connsiteX132" fmla="*/ 1845565 w 2028921"/>
                <a:gd name="connsiteY132" fmla="*/ 235553 h 309658"/>
                <a:gd name="connsiteX133" fmla="*/ 1814037 w 2028921"/>
                <a:gd name="connsiteY133" fmla="*/ 235553 h 309658"/>
                <a:gd name="connsiteX134" fmla="*/ 1814037 w 2028921"/>
                <a:gd name="connsiteY134" fmla="*/ 139160 h 309658"/>
                <a:gd name="connsiteX135" fmla="*/ 1812989 w 2028921"/>
                <a:gd name="connsiteY135" fmla="*/ 122491 h 309658"/>
                <a:gd name="connsiteX136" fmla="*/ 1808608 w 2028921"/>
                <a:gd name="connsiteY136" fmla="*/ 108109 h 309658"/>
                <a:gd name="connsiteX137" fmla="*/ 1799273 w 2028921"/>
                <a:gd name="connsiteY137" fmla="*/ 98107 h 309658"/>
                <a:gd name="connsiteX138" fmla="*/ 1783176 w 2028921"/>
                <a:gd name="connsiteY138" fmla="*/ 94393 h 309658"/>
                <a:gd name="connsiteX139" fmla="*/ 1764888 w 2028921"/>
                <a:gd name="connsiteY139" fmla="*/ 98965 h 309658"/>
                <a:gd name="connsiteX140" fmla="*/ 1753172 w 2028921"/>
                <a:gd name="connsiteY140" fmla="*/ 110871 h 309658"/>
                <a:gd name="connsiteX141" fmla="*/ 1746886 w 2028921"/>
                <a:gd name="connsiteY141" fmla="*/ 127540 h 309658"/>
                <a:gd name="connsiteX142" fmla="*/ 1744981 w 2028921"/>
                <a:gd name="connsiteY142" fmla="*/ 146685 h 309658"/>
                <a:gd name="connsiteX143" fmla="*/ 1744981 w 2028921"/>
                <a:gd name="connsiteY143" fmla="*/ 235553 h 309658"/>
                <a:gd name="connsiteX144" fmla="*/ 1713929 w 2028921"/>
                <a:gd name="connsiteY144" fmla="*/ 235553 h 309658"/>
                <a:gd name="connsiteX145" fmla="*/ 1713929 w 2028921"/>
                <a:gd name="connsiteY145" fmla="*/ 109728 h 309658"/>
                <a:gd name="connsiteX146" fmla="*/ 1713643 w 2028921"/>
                <a:gd name="connsiteY146" fmla="*/ 90964 h 309658"/>
                <a:gd name="connsiteX147" fmla="*/ 1712405 w 2028921"/>
                <a:gd name="connsiteY147" fmla="*/ 72199 h 309658"/>
                <a:gd name="connsiteX148" fmla="*/ 1741742 w 2028921"/>
                <a:gd name="connsiteY148" fmla="*/ 72199 h 309658"/>
                <a:gd name="connsiteX149" fmla="*/ 1742695 w 2028921"/>
                <a:gd name="connsiteY149" fmla="*/ 100298 h 309658"/>
                <a:gd name="connsiteX150" fmla="*/ 1793272 w 2028921"/>
                <a:gd name="connsiteY150" fmla="*/ 68961 h 309658"/>
                <a:gd name="connsiteX151" fmla="*/ 1598580 w 2028921"/>
                <a:gd name="connsiteY151" fmla="*/ 68961 h 309658"/>
                <a:gd name="connsiteX152" fmla="*/ 1631347 w 2028921"/>
                <a:gd name="connsiteY152" fmla="*/ 74962 h 309658"/>
                <a:gd name="connsiteX153" fmla="*/ 1655540 w 2028921"/>
                <a:gd name="connsiteY153" fmla="*/ 91916 h 309658"/>
                <a:gd name="connsiteX154" fmla="*/ 1670399 w 2028921"/>
                <a:gd name="connsiteY154" fmla="*/ 118586 h 309658"/>
                <a:gd name="connsiteX155" fmla="*/ 1675352 w 2028921"/>
                <a:gd name="connsiteY155" fmla="*/ 153257 h 309658"/>
                <a:gd name="connsiteX156" fmla="*/ 1670399 w 2028921"/>
                <a:gd name="connsiteY156" fmla="*/ 187547 h 309658"/>
                <a:gd name="connsiteX157" fmla="*/ 1655540 w 2028921"/>
                <a:gd name="connsiteY157" fmla="*/ 214789 h 309658"/>
                <a:gd name="connsiteX158" fmla="*/ 1631347 w 2028921"/>
                <a:gd name="connsiteY158" fmla="*/ 232791 h 309658"/>
                <a:gd name="connsiteX159" fmla="*/ 1598580 w 2028921"/>
                <a:gd name="connsiteY159" fmla="*/ 239173 h 309658"/>
                <a:gd name="connsiteX160" fmla="*/ 1565434 w 2028921"/>
                <a:gd name="connsiteY160" fmla="*/ 232886 h 309658"/>
                <a:gd name="connsiteX161" fmla="*/ 1532858 w 2028921"/>
                <a:gd name="connsiteY161" fmla="*/ 202216 h 309658"/>
                <a:gd name="connsiteX162" fmla="*/ 1521809 w 2028921"/>
                <a:gd name="connsiteY162" fmla="*/ 153257 h 309658"/>
                <a:gd name="connsiteX163" fmla="*/ 1527238 w 2028921"/>
                <a:gd name="connsiteY163" fmla="*/ 119158 h 309658"/>
                <a:gd name="connsiteX164" fmla="*/ 1542669 w 2028921"/>
                <a:gd name="connsiteY164" fmla="*/ 92488 h 309658"/>
                <a:gd name="connsiteX165" fmla="*/ 1566862 w 2028921"/>
                <a:gd name="connsiteY165" fmla="*/ 75152 h 309658"/>
                <a:gd name="connsiteX166" fmla="*/ 1598580 w 2028921"/>
                <a:gd name="connsiteY166" fmla="*/ 68961 h 309658"/>
                <a:gd name="connsiteX167" fmla="*/ 812388 w 2028921"/>
                <a:gd name="connsiteY167" fmla="*/ 68961 h 309658"/>
                <a:gd name="connsiteX168" fmla="*/ 841249 w 2028921"/>
                <a:gd name="connsiteY168" fmla="*/ 76295 h 309658"/>
                <a:gd name="connsiteX169" fmla="*/ 861347 w 2028921"/>
                <a:gd name="connsiteY169" fmla="*/ 99346 h 309658"/>
                <a:gd name="connsiteX170" fmla="*/ 861347 w 2028921"/>
                <a:gd name="connsiteY170" fmla="*/ 72199 h 309658"/>
                <a:gd name="connsiteX171" fmla="*/ 891350 w 2028921"/>
                <a:gd name="connsiteY171" fmla="*/ 72199 h 309658"/>
                <a:gd name="connsiteX172" fmla="*/ 891350 w 2028921"/>
                <a:gd name="connsiteY172" fmla="*/ 226409 h 309658"/>
                <a:gd name="connsiteX173" fmla="*/ 872300 w 2028921"/>
                <a:gd name="connsiteY173" fmla="*/ 288131 h 309658"/>
                <a:gd name="connsiteX174" fmla="*/ 813912 w 2028921"/>
                <a:gd name="connsiteY174" fmla="*/ 309658 h 309658"/>
                <a:gd name="connsiteX175" fmla="*/ 787242 w 2028921"/>
                <a:gd name="connsiteY175" fmla="*/ 307372 h 309658"/>
                <a:gd name="connsiteX176" fmla="*/ 760858 w 2028921"/>
                <a:gd name="connsiteY176" fmla="*/ 300799 h 309658"/>
                <a:gd name="connsiteX177" fmla="*/ 762763 w 2028921"/>
                <a:gd name="connsiteY177" fmla="*/ 273082 h 309658"/>
                <a:gd name="connsiteX178" fmla="*/ 785051 w 2028921"/>
                <a:gd name="connsiteY178" fmla="*/ 281749 h 309658"/>
                <a:gd name="connsiteX179" fmla="*/ 809245 w 2028921"/>
                <a:gd name="connsiteY179" fmla="*/ 284893 h 309658"/>
                <a:gd name="connsiteX180" fmla="*/ 832295 w 2028921"/>
                <a:gd name="connsiteY180" fmla="*/ 280607 h 309658"/>
                <a:gd name="connsiteX181" fmla="*/ 848202 w 2028921"/>
                <a:gd name="connsiteY181" fmla="*/ 268700 h 309658"/>
                <a:gd name="connsiteX182" fmla="*/ 857251 w 2028921"/>
                <a:gd name="connsiteY182" fmla="*/ 250222 h 309658"/>
                <a:gd name="connsiteX183" fmla="*/ 860013 w 2028921"/>
                <a:gd name="connsiteY183" fmla="*/ 226409 h 309658"/>
                <a:gd name="connsiteX184" fmla="*/ 860013 w 2028921"/>
                <a:gd name="connsiteY184" fmla="*/ 207169 h 309658"/>
                <a:gd name="connsiteX185" fmla="*/ 839534 w 2028921"/>
                <a:gd name="connsiteY185" fmla="*/ 228219 h 309658"/>
                <a:gd name="connsiteX186" fmla="*/ 811626 w 2028921"/>
                <a:gd name="connsiteY186" fmla="*/ 235553 h 309658"/>
                <a:gd name="connsiteX187" fmla="*/ 782480 w 2028921"/>
                <a:gd name="connsiteY187" fmla="*/ 228409 h 309658"/>
                <a:gd name="connsiteX188" fmla="*/ 762858 w 2028921"/>
                <a:gd name="connsiteY188" fmla="*/ 209645 h 309658"/>
                <a:gd name="connsiteX189" fmla="*/ 751809 w 2028921"/>
                <a:gd name="connsiteY189" fmla="*/ 183356 h 309658"/>
                <a:gd name="connsiteX190" fmla="*/ 748380 w 2028921"/>
                <a:gd name="connsiteY190" fmla="*/ 153257 h 309658"/>
                <a:gd name="connsiteX191" fmla="*/ 751809 w 2028921"/>
                <a:gd name="connsiteY191" fmla="*/ 121730 h 309658"/>
                <a:gd name="connsiteX192" fmla="*/ 763049 w 2028921"/>
                <a:gd name="connsiteY192" fmla="*/ 94774 h 309658"/>
                <a:gd name="connsiteX193" fmla="*/ 782860 w 2028921"/>
                <a:gd name="connsiteY193" fmla="*/ 76009 h 309658"/>
                <a:gd name="connsiteX194" fmla="*/ 812388 w 2028921"/>
                <a:gd name="connsiteY194" fmla="*/ 68961 h 309658"/>
                <a:gd name="connsiteX195" fmla="*/ 657701 w 2028921"/>
                <a:gd name="connsiteY195" fmla="*/ 68961 h 309658"/>
                <a:gd name="connsiteX196" fmla="*/ 682180 w 2028921"/>
                <a:gd name="connsiteY196" fmla="*/ 73533 h 309658"/>
                <a:gd name="connsiteX197" fmla="*/ 698373 w 2028921"/>
                <a:gd name="connsiteY197" fmla="*/ 86392 h 309658"/>
                <a:gd name="connsiteX198" fmla="*/ 707231 w 2028921"/>
                <a:gd name="connsiteY198" fmla="*/ 106490 h 309658"/>
                <a:gd name="connsiteX199" fmla="*/ 709994 w 2028921"/>
                <a:gd name="connsiteY199" fmla="*/ 132302 h 309658"/>
                <a:gd name="connsiteX200" fmla="*/ 709994 w 2028921"/>
                <a:gd name="connsiteY200" fmla="*/ 235553 h 309658"/>
                <a:gd name="connsiteX201" fmla="*/ 678466 w 2028921"/>
                <a:gd name="connsiteY201" fmla="*/ 235553 h 309658"/>
                <a:gd name="connsiteX202" fmla="*/ 678466 w 2028921"/>
                <a:gd name="connsiteY202" fmla="*/ 139160 h 309658"/>
                <a:gd name="connsiteX203" fmla="*/ 677323 w 2028921"/>
                <a:gd name="connsiteY203" fmla="*/ 122491 h 309658"/>
                <a:gd name="connsiteX204" fmla="*/ 672941 w 2028921"/>
                <a:gd name="connsiteY204" fmla="*/ 108109 h 309658"/>
                <a:gd name="connsiteX205" fmla="*/ 663607 w 2028921"/>
                <a:gd name="connsiteY205" fmla="*/ 98107 h 309658"/>
                <a:gd name="connsiteX206" fmla="*/ 647509 w 2028921"/>
                <a:gd name="connsiteY206" fmla="*/ 94393 h 309658"/>
                <a:gd name="connsiteX207" fmla="*/ 629222 w 2028921"/>
                <a:gd name="connsiteY207" fmla="*/ 98965 h 309658"/>
                <a:gd name="connsiteX208" fmla="*/ 617506 w 2028921"/>
                <a:gd name="connsiteY208" fmla="*/ 110871 h 309658"/>
                <a:gd name="connsiteX209" fmla="*/ 611219 w 2028921"/>
                <a:gd name="connsiteY209" fmla="*/ 127540 h 309658"/>
                <a:gd name="connsiteX210" fmla="*/ 609314 w 2028921"/>
                <a:gd name="connsiteY210" fmla="*/ 146685 h 309658"/>
                <a:gd name="connsiteX211" fmla="*/ 609314 w 2028921"/>
                <a:gd name="connsiteY211" fmla="*/ 235553 h 309658"/>
                <a:gd name="connsiteX212" fmla="*/ 578358 w 2028921"/>
                <a:gd name="connsiteY212" fmla="*/ 235553 h 309658"/>
                <a:gd name="connsiteX213" fmla="*/ 578358 w 2028921"/>
                <a:gd name="connsiteY213" fmla="*/ 109728 h 309658"/>
                <a:gd name="connsiteX214" fmla="*/ 578072 w 2028921"/>
                <a:gd name="connsiteY214" fmla="*/ 90964 h 309658"/>
                <a:gd name="connsiteX215" fmla="*/ 576834 w 2028921"/>
                <a:gd name="connsiteY215" fmla="*/ 72199 h 309658"/>
                <a:gd name="connsiteX216" fmla="*/ 606171 w 2028921"/>
                <a:gd name="connsiteY216" fmla="*/ 72199 h 309658"/>
                <a:gd name="connsiteX217" fmla="*/ 607124 w 2028921"/>
                <a:gd name="connsiteY217" fmla="*/ 100298 h 309658"/>
                <a:gd name="connsiteX218" fmla="*/ 657701 w 2028921"/>
                <a:gd name="connsiteY218" fmla="*/ 68961 h 309658"/>
                <a:gd name="connsiteX219" fmla="*/ 1282637 w 2028921"/>
                <a:gd name="connsiteY219" fmla="*/ 68866 h 309658"/>
                <a:gd name="connsiteX220" fmla="*/ 1313498 w 2028921"/>
                <a:gd name="connsiteY220" fmla="*/ 75248 h 309658"/>
                <a:gd name="connsiteX221" fmla="*/ 1333595 w 2028921"/>
                <a:gd name="connsiteY221" fmla="*/ 92679 h 309658"/>
                <a:gd name="connsiteX222" fmla="*/ 1344549 w 2028921"/>
                <a:gd name="connsiteY222" fmla="*/ 118777 h 309658"/>
                <a:gd name="connsiteX223" fmla="*/ 1347787 w 2028921"/>
                <a:gd name="connsiteY223" fmla="*/ 151162 h 309658"/>
                <a:gd name="connsiteX224" fmla="*/ 1347787 w 2028921"/>
                <a:gd name="connsiteY224" fmla="*/ 160973 h 309658"/>
                <a:gd name="connsiteX225" fmla="*/ 1243203 w 2028921"/>
                <a:gd name="connsiteY225" fmla="*/ 160973 h 309658"/>
                <a:gd name="connsiteX226" fmla="*/ 1243203 w 2028921"/>
                <a:gd name="connsiteY226" fmla="*/ 161068 h 309658"/>
                <a:gd name="connsiteX227" fmla="*/ 1246441 w 2028921"/>
                <a:gd name="connsiteY227" fmla="*/ 182499 h 309658"/>
                <a:gd name="connsiteX228" fmla="*/ 1256252 w 2028921"/>
                <a:gd name="connsiteY228" fmla="*/ 200025 h 309658"/>
                <a:gd name="connsiteX229" fmla="*/ 1272635 w 2028921"/>
                <a:gd name="connsiteY229" fmla="*/ 211932 h 309658"/>
                <a:gd name="connsiteX230" fmla="*/ 1295305 w 2028921"/>
                <a:gd name="connsiteY230" fmla="*/ 216313 h 309658"/>
                <a:gd name="connsiteX231" fmla="*/ 1317022 w 2028921"/>
                <a:gd name="connsiteY231" fmla="*/ 213837 h 309658"/>
                <a:gd name="connsiteX232" fmla="*/ 1337501 w 2028921"/>
                <a:gd name="connsiteY232" fmla="*/ 206121 h 309658"/>
                <a:gd name="connsiteX233" fmla="*/ 1339406 w 2028921"/>
                <a:gd name="connsiteY233" fmla="*/ 230315 h 309658"/>
                <a:gd name="connsiteX234" fmla="*/ 1316355 w 2028921"/>
                <a:gd name="connsiteY234" fmla="*/ 236982 h 309658"/>
                <a:gd name="connsiteX235" fmla="*/ 1291114 w 2028921"/>
                <a:gd name="connsiteY235" fmla="*/ 239078 h 309658"/>
                <a:gd name="connsiteX236" fmla="*/ 1256443 w 2028921"/>
                <a:gd name="connsiteY236" fmla="*/ 232887 h 309658"/>
                <a:gd name="connsiteX237" fmla="*/ 1231297 w 2028921"/>
                <a:gd name="connsiteY237" fmla="*/ 215266 h 309658"/>
                <a:gd name="connsiteX238" fmla="*/ 1216152 w 2028921"/>
                <a:gd name="connsiteY238" fmla="*/ 188119 h 309658"/>
                <a:gd name="connsiteX239" fmla="*/ 1211199 w 2028921"/>
                <a:gd name="connsiteY239" fmla="*/ 153162 h 309658"/>
                <a:gd name="connsiteX240" fmla="*/ 1216057 w 2028921"/>
                <a:gd name="connsiteY240" fmla="*/ 121158 h 309658"/>
                <a:gd name="connsiteX241" fmla="*/ 1230058 w 2028921"/>
                <a:gd name="connsiteY241" fmla="*/ 94203 h 309658"/>
                <a:gd name="connsiteX242" fmla="*/ 1252537 w 2028921"/>
                <a:gd name="connsiteY242" fmla="*/ 75724 h 309658"/>
                <a:gd name="connsiteX243" fmla="*/ 1282637 w 2028921"/>
                <a:gd name="connsiteY243" fmla="*/ 68866 h 309658"/>
                <a:gd name="connsiteX244" fmla="*/ 396336 w 2028921"/>
                <a:gd name="connsiteY244" fmla="*/ 68866 h 309658"/>
                <a:gd name="connsiteX245" fmla="*/ 427196 w 2028921"/>
                <a:gd name="connsiteY245" fmla="*/ 75248 h 309658"/>
                <a:gd name="connsiteX246" fmla="*/ 447294 w 2028921"/>
                <a:gd name="connsiteY246" fmla="*/ 92679 h 309658"/>
                <a:gd name="connsiteX247" fmla="*/ 458248 w 2028921"/>
                <a:gd name="connsiteY247" fmla="*/ 118777 h 309658"/>
                <a:gd name="connsiteX248" fmla="*/ 461486 w 2028921"/>
                <a:gd name="connsiteY248" fmla="*/ 151162 h 309658"/>
                <a:gd name="connsiteX249" fmla="*/ 461486 w 2028921"/>
                <a:gd name="connsiteY249" fmla="*/ 160973 h 309658"/>
                <a:gd name="connsiteX250" fmla="*/ 356902 w 2028921"/>
                <a:gd name="connsiteY250" fmla="*/ 160973 h 309658"/>
                <a:gd name="connsiteX251" fmla="*/ 356902 w 2028921"/>
                <a:gd name="connsiteY251" fmla="*/ 161068 h 309658"/>
                <a:gd name="connsiteX252" fmla="*/ 360140 w 2028921"/>
                <a:gd name="connsiteY252" fmla="*/ 182499 h 309658"/>
                <a:gd name="connsiteX253" fmla="*/ 369951 w 2028921"/>
                <a:gd name="connsiteY253" fmla="*/ 200025 h 309658"/>
                <a:gd name="connsiteX254" fmla="*/ 386334 w 2028921"/>
                <a:gd name="connsiteY254" fmla="*/ 211932 h 309658"/>
                <a:gd name="connsiteX255" fmla="*/ 409004 w 2028921"/>
                <a:gd name="connsiteY255" fmla="*/ 216313 h 309658"/>
                <a:gd name="connsiteX256" fmla="*/ 430721 w 2028921"/>
                <a:gd name="connsiteY256" fmla="*/ 213837 h 309658"/>
                <a:gd name="connsiteX257" fmla="*/ 451199 w 2028921"/>
                <a:gd name="connsiteY257" fmla="*/ 206121 h 309658"/>
                <a:gd name="connsiteX258" fmla="*/ 453104 w 2028921"/>
                <a:gd name="connsiteY258" fmla="*/ 230315 h 309658"/>
                <a:gd name="connsiteX259" fmla="*/ 430054 w 2028921"/>
                <a:gd name="connsiteY259" fmla="*/ 236982 h 309658"/>
                <a:gd name="connsiteX260" fmla="*/ 404813 w 2028921"/>
                <a:gd name="connsiteY260" fmla="*/ 239078 h 309658"/>
                <a:gd name="connsiteX261" fmla="*/ 370142 w 2028921"/>
                <a:gd name="connsiteY261" fmla="*/ 232887 h 309658"/>
                <a:gd name="connsiteX262" fmla="*/ 344996 w 2028921"/>
                <a:gd name="connsiteY262" fmla="*/ 215266 h 309658"/>
                <a:gd name="connsiteX263" fmla="*/ 329851 w 2028921"/>
                <a:gd name="connsiteY263" fmla="*/ 188119 h 309658"/>
                <a:gd name="connsiteX264" fmla="*/ 324898 w 2028921"/>
                <a:gd name="connsiteY264" fmla="*/ 153162 h 309658"/>
                <a:gd name="connsiteX265" fmla="*/ 329756 w 2028921"/>
                <a:gd name="connsiteY265" fmla="*/ 121158 h 309658"/>
                <a:gd name="connsiteX266" fmla="*/ 343757 w 2028921"/>
                <a:gd name="connsiteY266" fmla="*/ 94203 h 309658"/>
                <a:gd name="connsiteX267" fmla="*/ 366236 w 2028921"/>
                <a:gd name="connsiteY267" fmla="*/ 75724 h 309658"/>
                <a:gd name="connsiteX268" fmla="*/ 396336 w 2028921"/>
                <a:gd name="connsiteY268" fmla="*/ 68866 h 309658"/>
                <a:gd name="connsiteX269" fmla="*/ 230220 w 2028921"/>
                <a:gd name="connsiteY269" fmla="*/ 68866 h 309658"/>
                <a:gd name="connsiteX270" fmla="*/ 261081 w 2028921"/>
                <a:gd name="connsiteY270" fmla="*/ 75248 h 309658"/>
                <a:gd name="connsiteX271" fmla="*/ 281178 w 2028921"/>
                <a:gd name="connsiteY271" fmla="*/ 92679 h 309658"/>
                <a:gd name="connsiteX272" fmla="*/ 292132 w 2028921"/>
                <a:gd name="connsiteY272" fmla="*/ 118777 h 309658"/>
                <a:gd name="connsiteX273" fmla="*/ 295371 w 2028921"/>
                <a:gd name="connsiteY273" fmla="*/ 151162 h 309658"/>
                <a:gd name="connsiteX274" fmla="*/ 295371 w 2028921"/>
                <a:gd name="connsiteY274" fmla="*/ 160973 h 309658"/>
                <a:gd name="connsiteX275" fmla="*/ 190786 w 2028921"/>
                <a:gd name="connsiteY275" fmla="*/ 160973 h 309658"/>
                <a:gd name="connsiteX276" fmla="*/ 190786 w 2028921"/>
                <a:gd name="connsiteY276" fmla="*/ 161068 h 309658"/>
                <a:gd name="connsiteX277" fmla="*/ 194025 w 2028921"/>
                <a:gd name="connsiteY277" fmla="*/ 182499 h 309658"/>
                <a:gd name="connsiteX278" fmla="*/ 203835 w 2028921"/>
                <a:gd name="connsiteY278" fmla="*/ 200025 h 309658"/>
                <a:gd name="connsiteX279" fmla="*/ 220218 w 2028921"/>
                <a:gd name="connsiteY279" fmla="*/ 211932 h 309658"/>
                <a:gd name="connsiteX280" fmla="*/ 242888 w 2028921"/>
                <a:gd name="connsiteY280" fmla="*/ 216313 h 309658"/>
                <a:gd name="connsiteX281" fmla="*/ 264605 w 2028921"/>
                <a:gd name="connsiteY281" fmla="*/ 213837 h 309658"/>
                <a:gd name="connsiteX282" fmla="*/ 285084 w 2028921"/>
                <a:gd name="connsiteY282" fmla="*/ 206121 h 309658"/>
                <a:gd name="connsiteX283" fmla="*/ 286988 w 2028921"/>
                <a:gd name="connsiteY283" fmla="*/ 230315 h 309658"/>
                <a:gd name="connsiteX284" fmla="*/ 263938 w 2028921"/>
                <a:gd name="connsiteY284" fmla="*/ 236982 h 309658"/>
                <a:gd name="connsiteX285" fmla="*/ 238697 w 2028921"/>
                <a:gd name="connsiteY285" fmla="*/ 239078 h 309658"/>
                <a:gd name="connsiteX286" fmla="*/ 204026 w 2028921"/>
                <a:gd name="connsiteY286" fmla="*/ 232887 h 309658"/>
                <a:gd name="connsiteX287" fmla="*/ 178880 w 2028921"/>
                <a:gd name="connsiteY287" fmla="*/ 215266 h 309658"/>
                <a:gd name="connsiteX288" fmla="*/ 163735 w 2028921"/>
                <a:gd name="connsiteY288" fmla="*/ 188119 h 309658"/>
                <a:gd name="connsiteX289" fmla="*/ 158782 w 2028921"/>
                <a:gd name="connsiteY289" fmla="*/ 153162 h 309658"/>
                <a:gd name="connsiteX290" fmla="*/ 163640 w 2028921"/>
                <a:gd name="connsiteY290" fmla="*/ 121158 h 309658"/>
                <a:gd name="connsiteX291" fmla="*/ 177641 w 2028921"/>
                <a:gd name="connsiteY291" fmla="*/ 94203 h 309658"/>
                <a:gd name="connsiteX292" fmla="*/ 200121 w 2028921"/>
                <a:gd name="connsiteY292" fmla="*/ 75724 h 309658"/>
                <a:gd name="connsiteX293" fmla="*/ 230220 w 2028921"/>
                <a:gd name="connsiteY293" fmla="*/ 68866 h 309658"/>
                <a:gd name="connsiteX294" fmla="*/ 70866 w 2028921"/>
                <a:gd name="connsiteY294" fmla="*/ 14288 h 309658"/>
                <a:gd name="connsiteX295" fmla="*/ 118015 w 2028921"/>
                <a:gd name="connsiteY295" fmla="*/ 21146 h 309658"/>
                <a:gd name="connsiteX296" fmla="*/ 116110 w 2028921"/>
                <a:gd name="connsiteY296" fmla="*/ 49911 h 309658"/>
                <a:gd name="connsiteX297" fmla="*/ 94774 w 2028921"/>
                <a:gd name="connsiteY297" fmla="*/ 43244 h 309658"/>
                <a:gd name="connsiteX298" fmla="*/ 72771 w 2028921"/>
                <a:gd name="connsiteY298" fmla="*/ 41149 h 309658"/>
                <a:gd name="connsiteX299" fmla="*/ 59531 w 2028921"/>
                <a:gd name="connsiteY299" fmla="*/ 42768 h 309658"/>
                <a:gd name="connsiteX300" fmla="*/ 47530 w 2028921"/>
                <a:gd name="connsiteY300" fmla="*/ 48197 h 309658"/>
                <a:gd name="connsiteX301" fmla="*/ 38767 w 2028921"/>
                <a:gd name="connsiteY301" fmla="*/ 58008 h 309658"/>
                <a:gd name="connsiteX302" fmla="*/ 35338 w 2028921"/>
                <a:gd name="connsiteY302" fmla="*/ 73152 h 309658"/>
                <a:gd name="connsiteX303" fmla="*/ 37719 w 2028921"/>
                <a:gd name="connsiteY303" fmla="*/ 84868 h 309658"/>
                <a:gd name="connsiteX304" fmla="*/ 44101 w 2028921"/>
                <a:gd name="connsiteY304" fmla="*/ 93726 h 309658"/>
                <a:gd name="connsiteX305" fmla="*/ 53435 w 2028921"/>
                <a:gd name="connsiteY305" fmla="*/ 100775 h 309658"/>
                <a:gd name="connsiteX306" fmla="*/ 64389 w 2028921"/>
                <a:gd name="connsiteY306" fmla="*/ 106776 h 309658"/>
                <a:gd name="connsiteX307" fmla="*/ 81534 w 2028921"/>
                <a:gd name="connsiteY307" fmla="*/ 114967 h 309658"/>
                <a:gd name="connsiteX308" fmla="*/ 98869 w 2028921"/>
                <a:gd name="connsiteY308" fmla="*/ 124587 h 309658"/>
                <a:gd name="connsiteX309" fmla="*/ 112776 w 2028921"/>
                <a:gd name="connsiteY309" fmla="*/ 136494 h 309658"/>
                <a:gd name="connsiteX310" fmla="*/ 122111 w 2028921"/>
                <a:gd name="connsiteY310" fmla="*/ 152496 h 309658"/>
                <a:gd name="connsiteX311" fmla="*/ 125540 w 2028921"/>
                <a:gd name="connsiteY311" fmla="*/ 174403 h 309658"/>
                <a:gd name="connsiteX312" fmla="*/ 119920 w 2028921"/>
                <a:gd name="connsiteY312" fmla="*/ 203359 h 309658"/>
                <a:gd name="connsiteX313" fmla="*/ 104489 w 2028921"/>
                <a:gd name="connsiteY313" fmla="*/ 223457 h 309658"/>
                <a:gd name="connsiteX314" fmla="*/ 81534 w 2028921"/>
                <a:gd name="connsiteY314" fmla="*/ 235268 h 309658"/>
                <a:gd name="connsiteX315" fmla="*/ 53435 w 2028921"/>
                <a:gd name="connsiteY315" fmla="*/ 239173 h 309658"/>
                <a:gd name="connsiteX316" fmla="*/ 27337 w 2028921"/>
                <a:gd name="connsiteY316" fmla="*/ 237078 h 309658"/>
                <a:gd name="connsiteX317" fmla="*/ 0 w 2028921"/>
                <a:gd name="connsiteY317" fmla="*/ 230410 h 309658"/>
                <a:gd name="connsiteX318" fmla="*/ 1524 w 2028921"/>
                <a:gd name="connsiteY318" fmla="*/ 199930 h 309658"/>
                <a:gd name="connsiteX319" fmla="*/ 25717 w 2028921"/>
                <a:gd name="connsiteY319" fmla="*/ 209360 h 309658"/>
                <a:gd name="connsiteX320" fmla="*/ 51816 w 2028921"/>
                <a:gd name="connsiteY320" fmla="*/ 212313 h 309658"/>
                <a:gd name="connsiteX321" fmla="*/ 66484 w 2028921"/>
                <a:gd name="connsiteY321" fmla="*/ 210312 h 309658"/>
                <a:gd name="connsiteX322" fmla="*/ 79248 w 2028921"/>
                <a:gd name="connsiteY322" fmla="*/ 204121 h 309658"/>
                <a:gd name="connsiteX323" fmla="*/ 88297 w 2028921"/>
                <a:gd name="connsiteY323" fmla="*/ 192977 h 309658"/>
                <a:gd name="connsiteX324" fmla="*/ 91726 w 2028921"/>
                <a:gd name="connsiteY324" fmla="*/ 176308 h 309658"/>
                <a:gd name="connsiteX325" fmla="*/ 88773 w 2028921"/>
                <a:gd name="connsiteY325" fmla="*/ 162783 h 309658"/>
                <a:gd name="connsiteX326" fmla="*/ 80963 w 2028921"/>
                <a:gd name="connsiteY326" fmla="*/ 152496 h 309658"/>
                <a:gd name="connsiteX327" fmla="*/ 69532 w 2028921"/>
                <a:gd name="connsiteY327" fmla="*/ 144304 h 309658"/>
                <a:gd name="connsiteX328" fmla="*/ 55816 w 2028921"/>
                <a:gd name="connsiteY328" fmla="*/ 137160 h 309658"/>
                <a:gd name="connsiteX329" fmla="*/ 39624 w 2028921"/>
                <a:gd name="connsiteY329" fmla="*/ 128969 h 309658"/>
                <a:gd name="connsiteX330" fmla="*/ 25241 w 2028921"/>
                <a:gd name="connsiteY330" fmla="*/ 120301 h 309658"/>
                <a:gd name="connsiteX331" fmla="*/ 13335 w 2028921"/>
                <a:gd name="connsiteY331" fmla="*/ 109157 h 309658"/>
                <a:gd name="connsiteX332" fmla="*/ 5429 w 2028921"/>
                <a:gd name="connsiteY332" fmla="*/ 94488 h 309658"/>
                <a:gd name="connsiteX333" fmla="*/ 2476 w 2028921"/>
                <a:gd name="connsiteY333" fmla="*/ 75058 h 309658"/>
                <a:gd name="connsiteX334" fmla="*/ 8572 w 2028921"/>
                <a:gd name="connsiteY334" fmla="*/ 47435 h 309658"/>
                <a:gd name="connsiteX335" fmla="*/ 24479 w 2028921"/>
                <a:gd name="connsiteY335" fmla="*/ 28480 h 309658"/>
                <a:gd name="connsiteX336" fmla="*/ 46482 w 2028921"/>
                <a:gd name="connsiteY336" fmla="*/ 17717 h 309658"/>
                <a:gd name="connsiteX337" fmla="*/ 70866 w 2028921"/>
                <a:gd name="connsiteY337" fmla="*/ 14288 h 309658"/>
                <a:gd name="connsiteX338" fmla="*/ 499872 w 2028921"/>
                <a:gd name="connsiteY338" fmla="*/ 6858 h 309658"/>
                <a:gd name="connsiteX339" fmla="*/ 531114 w 2028921"/>
                <a:gd name="connsiteY339" fmla="*/ 6858 h 309658"/>
                <a:gd name="connsiteX340" fmla="*/ 531114 w 2028921"/>
                <a:gd name="connsiteY340" fmla="*/ 38576 h 309658"/>
                <a:gd name="connsiteX341" fmla="*/ 499872 w 2028921"/>
                <a:gd name="connsiteY341" fmla="*/ 38576 h 309658"/>
                <a:gd name="connsiteX342" fmla="*/ 1996155 w 2028921"/>
                <a:gd name="connsiteY342" fmla="*/ 0 h 309658"/>
                <a:gd name="connsiteX343" fmla="*/ 2027397 w 2028921"/>
                <a:gd name="connsiteY343" fmla="*/ 0 h 309658"/>
                <a:gd name="connsiteX344" fmla="*/ 2027397 w 2028921"/>
                <a:gd name="connsiteY344" fmla="*/ 186595 h 309658"/>
                <a:gd name="connsiteX345" fmla="*/ 2027873 w 2028921"/>
                <a:gd name="connsiteY345" fmla="*/ 212217 h 309658"/>
                <a:gd name="connsiteX346" fmla="*/ 2028921 w 2028921"/>
                <a:gd name="connsiteY346" fmla="*/ 235553 h 309658"/>
                <a:gd name="connsiteX347" fmla="*/ 1999964 w 2028921"/>
                <a:gd name="connsiteY347" fmla="*/ 235553 h 309658"/>
                <a:gd name="connsiteX348" fmla="*/ 1998060 w 2028921"/>
                <a:gd name="connsiteY348" fmla="*/ 208407 h 309658"/>
                <a:gd name="connsiteX349" fmla="*/ 1978057 w 2028921"/>
                <a:gd name="connsiteY349" fmla="*/ 231648 h 309658"/>
                <a:gd name="connsiteX350" fmla="*/ 1949006 w 2028921"/>
                <a:gd name="connsiteY350" fmla="*/ 239173 h 309658"/>
                <a:gd name="connsiteX351" fmla="*/ 1919002 w 2028921"/>
                <a:gd name="connsiteY351" fmla="*/ 231838 h 309658"/>
                <a:gd name="connsiteX352" fmla="*/ 1899000 w 2028921"/>
                <a:gd name="connsiteY352" fmla="*/ 212407 h 309658"/>
                <a:gd name="connsiteX353" fmla="*/ 1887760 w 2028921"/>
                <a:gd name="connsiteY353" fmla="*/ 184975 h 309658"/>
                <a:gd name="connsiteX354" fmla="*/ 1884331 w 2028921"/>
                <a:gd name="connsiteY354" fmla="*/ 153257 h 309658"/>
                <a:gd name="connsiteX355" fmla="*/ 1887760 w 2028921"/>
                <a:gd name="connsiteY355" fmla="*/ 121729 h 309658"/>
                <a:gd name="connsiteX356" fmla="*/ 1899000 w 2028921"/>
                <a:gd name="connsiteY356" fmla="*/ 94774 h 309658"/>
                <a:gd name="connsiteX357" fmla="*/ 1919002 w 2028921"/>
                <a:gd name="connsiteY357" fmla="*/ 76009 h 309658"/>
                <a:gd name="connsiteX358" fmla="*/ 1949006 w 2028921"/>
                <a:gd name="connsiteY358" fmla="*/ 68961 h 309658"/>
                <a:gd name="connsiteX359" fmla="*/ 1977105 w 2028921"/>
                <a:gd name="connsiteY359" fmla="*/ 76771 h 309658"/>
                <a:gd name="connsiteX360" fmla="*/ 1996155 w 2028921"/>
                <a:gd name="connsiteY360" fmla="*/ 99346 h 309658"/>
                <a:gd name="connsiteX361" fmla="*/ 1037368 w 2028921"/>
                <a:gd name="connsiteY361" fmla="*/ 0 h 309658"/>
                <a:gd name="connsiteX362" fmla="*/ 1068610 w 2028921"/>
                <a:gd name="connsiteY362" fmla="*/ 0 h 309658"/>
                <a:gd name="connsiteX363" fmla="*/ 1068610 w 2028921"/>
                <a:gd name="connsiteY363" fmla="*/ 99346 h 309658"/>
                <a:gd name="connsiteX364" fmla="*/ 1087946 w 2028921"/>
                <a:gd name="connsiteY364" fmla="*/ 76771 h 309658"/>
                <a:gd name="connsiteX365" fmla="*/ 1116330 w 2028921"/>
                <a:gd name="connsiteY365" fmla="*/ 68961 h 309658"/>
                <a:gd name="connsiteX366" fmla="*/ 1146334 w 2028921"/>
                <a:gd name="connsiteY366" fmla="*/ 76009 h 309658"/>
                <a:gd name="connsiteX367" fmla="*/ 1166146 w 2028921"/>
                <a:gd name="connsiteY367" fmla="*/ 94774 h 309658"/>
                <a:gd name="connsiteX368" fmla="*/ 1177100 w 2028921"/>
                <a:gd name="connsiteY368" fmla="*/ 121729 h 309658"/>
                <a:gd name="connsiteX369" fmla="*/ 1180338 w 2028921"/>
                <a:gd name="connsiteY369" fmla="*/ 153257 h 309658"/>
                <a:gd name="connsiteX370" fmla="*/ 1176909 w 2028921"/>
                <a:gd name="connsiteY370" fmla="*/ 184975 h 309658"/>
                <a:gd name="connsiteX371" fmla="*/ 1165670 w 2028921"/>
                <a:gd name="connsiteY371" fmla="*/ 212407 h 309658"/>
                <a:gd name="connsiteX372" fmla="*/ 1145667 w 2028921"/>
                <a:gd name="connsiteY372" fmla="*/ 231838 h 309658"/>
                <a:gd name="connsiteX373" fmla="*/ 1115664 w 2028921"/>
                <a:gd name="connsiteY373" fmla="*/ 239173 h 309658"/>
                <a:gd name="connsiteX374" fmla="*/ 1086803 w 2028921"/>
                <a:gd name="connsiteY374" fmla="*/ 231648 h 309658"/>
                <a:gd name="connsiteX375" fmla="*/ 1066705 w 2028921"/>
                <a:gd name="connsiteY375" fmla="*/ 208407 h 309658"/>
                <a:gd name="connsiteX376" fmla="*/ 1066038 w 2028921"/>
                <a:gd name="connsiteY376" fmla="*/ 235553 h 309658"/>
                <a:gd name="connsiteX377" fmla="*/ 1037368 w 2028921"/>
                <a:gd name="connsiteY377" fmla="*/ 235553 h 309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</a:cxnLst>
              <a:rect l="l" t="t" r="r" b="b"/>
              <a:pathLst>
                <a:path w="2028921" h="309658">
                  <a:moveTo>
                    <a:pt x="1957197" y="94202"/>
                  </a:moveTo>
                  <a:cubicBezTo>
                    <a:pt x="1949101" y="94202"/>
                    <a:pt x="1942529" y="96012"/>
                    <a:pt x="1937576" y="99631"/>
                  </a:cubicBezTo>
                  <a:cubicBezTo>
                    <a:pt x="1932623" y="103251"/>
                    <a:pt x="1928622" y="107918"/>
                    <a:pt x="1925670" y="113633"/>
                  </a:cubicBezTo>
                  <a:cubicBezTo>
                    <a:pt x="1922717" y="119444"/>
                    <a:pt x="1920812" y="125825"/>
                    <a:pt x="1919764" y="132874"/>
                  </a:cubicBezTo>
                  <a:cubicBezTo>
                    <a:pt x="1918716" y="139922"/>
                    <a:pt x="1918240" y="146875"/>
                    <a:pt x="1918240" y="153638"/>
                  </a:cubicBezTo>
                  <a:cubicBezTo>
                    <a:pt x="1918240" y="160401"/>
                    <a:pt x="1918812" y="167354"/>
                    <a:pt x="1919955" y="174403"/>
                  </a:cubicBezTo>
                  <a:cubicBezTo>
                    <a:pt x="1921098" y="181356"/>
                    <a:pt x="1923098" y="187833"/>
                    <a:pt x="1925955" y="193738"/>
                  </a:cubicBezTo>
                  <a:cubicBezTo>
                    <a:pt x="1928908" y="199644"/>
                    <a:pt x="1932909" y="204502"/>
                    <a:pt x="1937957" y="208312"/>
                  </a:cubicBezTo>
                  <a:cubicBezTo>
                    <a:pt x="1943100" y="212122"/>
                    <a:pt x="1949577" y="214027"/>
                    <a:pt x="1957483" y="214027"/>
                  </a:cubicBezTo>
                  <a:cubicBezTo>
                    <a:pt x="1965008" y="214027"/>
                    <a:pt x="1971294" y="212026"/>
                    <a:pt x="1976343" y="208121"/>
                  </a:cubicBezTo>
                  <a:cubicBezTo>
                    <a:pt x="1981486" y="204216"/>
                    <a:pt x="1985582" y="199263"/>
                    <a:pt x="1988630" y="193453"/>
                  </a:cubicBezTo>
                  <a:cubicBezTo>
                    <a:pt x="1991773" y="187547"/>
                    <a:pt x="1993964" y="181070"/>
                    <a:pt x="1995202" y="174022"/>
                  </a:cubicBezTo>
                  <a:cubicBezTo>
                    <a:pt x="1996440" y="166973"/>
                    <a:pt x="1997107" y="160115"/>
                    <a:pt x="1997107" y="153638"/>
                  </a:cubicBezTo>
                  <a:cubicBezTo>
                    <a:pt x="1997107" y="147066"/>
                    <a:pt x="1996440" y="140398"/>
                    <a:pt x="1995107" y="133350"/>
                  </a:cubicBezTo>
                  <a:cubicBezTo>
                    <a:pt x="1993773" y="126397"/>
                    <a:pt x="1991487" y="119920"/>
                    <a:pt x="1988344" y="114109"/>
                  </a:cubicBezTo>
                  <a:cubicBezTo>
                    <a:pt x="1985201" y="108204"/>
                    <a:pt x="1981105" y="103441"/>
                    <a:pt x="1976057" y="99727"/>
                  </a:cubicBezTo>
                  <a:cubicBezTo>
                    <a:pt x="1970913" y="96012"/>
                    <a:pt x="1964627" y="94202"/>
                    <a:pt x="1957197" y="94202"/>
                  </a:cubicBezTo>
                  <a:close/>
                  <a:moveTo>
                    <a:pt x="821437" y="94107"/>
                  </a:moveTo>
                  <a:cubicBezTo>
                    <a:pt x="813340" y="94107"/>
                    <a:pt x="806768" y="95917"/>
                    <a:pt x="801625" y="99536"/>
                  </a:cubicBezTo>
                  <a:cubicBezTo>
                    <a:pt x="796481" y="103156"/>
                    <a:pt x="792481" y="107823"/>
                    <a:pt x="789623" y="113538"/>
                  </a:cubicBezTo>
                  <a:cubicBezTo>
                    <a:pt x="786670" y="119348"/>
                    <a:pt x="784765" y="125730"/>
                    <a:pt x="783718" y="132779"/>
                  </a:cubicBezTo>
                  <a:cubicBezTo>
                    <a:pt x="782670" y="139827"/>
                    <a:pt x="782194" y="146780"/>
                    <a:pt x="782194" y="153543"/>
                  </a:cubicBezTo>
                  <a:cubicBezTo>
                    <a:pt x="782194" y="159830"/>
                    <a:pt x="782765" y="166402"/>
                    <a:pt x="783908" y="173165"/>
                  </a:cubicBezTo>
                  <a:cubicBezTo>
                    <a:pt x="784956" y="179927"/>
                    <a:pt x="786956" y="186119"/>
                    <a:pt x="789909" y="191738"/>
                  </a:cubicBezTo>
                  <a:cubicBezTo>
                    <a:pt x="792862" y="197167"/>
                    <a:pt x="796767" y="201644"/>
                    <a:pt x="801815" y="205169"/>
                  </a:cubicBezTo>
                  <a:cubicBezTo>
                    <a:pt x="806768" y="208693"/>
                    <a:pt x="813245" y="210407"/>
                    <a:pt x="821151" y="210407"/>
                  </a:cubicBezTo>
                  <a:cubicBezTo>
                    <a:pt x="828676" y="210407"/>
                    <a:pt x="834962" y="208598"/>
                    <a:pt x="840010" y="204978"/>
                  </a:cubicBezTo>
                  <a:cubicBezTo>
                    <a:pt x="845154" y="201358"/>
                    <a:pt x="849250" y="196787"/>
                    <a:pt x="852298" y="191262"/>
                  </a:cubicBezTo>
                  <a:cubicBezTo>
                    <a:pt x="855441" y="185738"/>
                    <a:pt x="857632" y="179641"/>
                    <a:pt x="859060" y="172974"/>
                  </a:cubicBezTo>
                  <a:cubicBezTo>
                    <a:pt x="860394" y="166307"/>
                    <a:pt x="861061" y="159830"/>
                    <a:pt x="861061" y="153543"/>
                  </a:cubicBezTo>
                  <a:cubicBezTo>
                    <a:pt x="861061" y="146971"/>
                    <a:pt x="860394" y="140303"/>
                    <a:pt x="859156" y="133255"/>
                  </a:cubicBezTo>
                  <a:cubicBezTo>
                    <a:pt x="857918" y="126301"/>
                    <a:pt x="855727" y="119824"/>
                    <a:pt x="852584" y="114014"/>
                  </a:cubicBezTo>
                  <a:cubicBezTo>
                    <a:pt x="849440" y="108109"/>
                    <a:pt x="845345" y="103346"/>
                    <a:pt x="840296" y="99632"/>
                  </a:cubicBezTo>
                  <a:cubicBezTo>
                    <a:pt x="835248" y="95917"/>
                    <a:pt x="828866" y="94107"/>
                    <a:pt x="821437" y="94107"/>
                  </a:cubicBezTo>
                  <a:close/>
                  <a:moveTo>
                    <a:pt x="1107663" y="93916"/>
                  </a:moveTo>
                  <a:cubicBezTo>
                    <a:pt x="1100138" y="93916"/>
                    <a:pt x="1093851" y="95726"/>
                    <a:pt x="1088803" y="99441"/>
                  </a:cubicBezTo>
                  <a:cubicBezTo>
                    <a:pt x="1083755" y="103156"/>
                    <a:pt x="1079564" y="107918"/>
                    <a:pt x="1076516" y="113633"/>
                  </a:cubicBezTo>
                  <a:cubicBezTo>
                    <a:pt x="1073372" y="119444"/>
                    <a:pt x="1071182" y="125730"/>
                    <a:pt x="1069753" y="132779"/>
                  </a:cubicBezTo>
                  <a:cubicBezTo>
                    <a:pt x="1068420" y="139732"/>
                    <a:pt x="1067753" y="146495"/>
                    <a:pt x="1067753" y="153067"/>
                  </a:cubicBezTo>
                  <a:cubicBezTo>
                    <a:pt x="1067753" y="159639"/>
                    <a:pt x="1068420" y="166402"/>
                    <a:pt x="1069658" y="173450"/>
                  </a:cubicBezTo>
                  <a:cubicBezTo>
                    <a:pt x="1070801" y="180689"/>
                    <a:pt x="1072992" y="187262"/>
                    <a:pt x="1076135" y="193357"/>
                  </a:cubicBezTo>
                  <a:cubicBezTo>
                    <a:pt x="1079278" y="199263"/>
                    <a:pt x="1083374" y="204121"/>
                    <a:pt x="1088422" y="208026"/>
                  </a:cubicBezTo>
                  <a:cubicBezTo>
                    <a:pt x="1093566" y="211931"/>
                    <a:pt x="1099852" y="213931"/>
                    <a:pt x="1107281" y="213931"/>
                  </a:cubicBezTo>
                  <a:cubicBezTo>
                    <a:pt x="1115187" y="213931"/>
                    <a:pt x="1121664" y="212026"/>
                    <a:pt x="1126808" y="208216"/>
                  </a:cubicBezTo>
                  <a:cubicBezTo>
                    <a:pt x="1131856" y="204406"/>
                    <a:pt x="1135952" y="199549"/>
                    <a:pt x="1138809" y="193643"/>
                  </a:cubicBezTo>
                  <a:cubicBezTo>
                    <a:pt x="1141667" y="187738"/>
                    <a:pt x="1143762" y="181261"/>
                    <a:pt x="1144905" y="174022"/>
                  </a:cubicBezTo>
                  <a:cubicBezTo>
                    <a:pt x="1146048" y="166878"/>
                    <a:pt x="1146620" y="159829"/>
                    <a:pt x="1146620" y="153067"/>
                  </a:cubicBezTo>
                  <a:cubicBezTo>
                    <a:pt x="1146620" y="146304"/>
                    <a:pt x="1146143" y="139446"/>
                    <a:pt x="1145096" y="132493"/>
                  </a:cubicBezTo>
                  <a:cubicBezTo>
                    <a:pt x="1144048" y="125539"/>
                    <a:pt x="1142048" y="119158"/>
                    <a:pt x="1139190" y="113347"/>
                  </a:cubicBezTo>
                  <a:cubicBezTo>
                    <a:pt x="1136238" y="107537"/>
                    <a:pt x="1132332" y="102870"/>
                    <a:pt x="1127284" y="99346"/>
                  </a:cubicBezTo>
                  <a:cubicBezTo>
                    <a:pt x="1122331" y="95726"/>
                    <a:pt x="1115759" y="93916"/>
                    <a:pt x="1107663" y="93916"/>
                  </a:cubicBezTo>
                  <a:close/>
                  <a:moveTo>
                    <a:pt x="1598676" y="93536"/>
                  </a:moveTo>
                  <a:cubicBezTo>
                    <a:pt x="1590770" y="93536"/>
                    <a:pt x="1584103" y="95250"/>
                    <a:pt x="1578673" y="98774"/>
                  </a:cubicBezTo>
                  <a:cubicBezTo>
                    <a:pt x="1573244" y="102299"/>
                    <a:pt x="1568863" y="106871"/>
                    <a:pt x="1565434" y="112681"/>
                  </a:cubicBezTo>
                  <a:cubicBezTo>
                    <a:pt x="1562005" y="118491"/>
                    <a:pt x="1559528" y="124873"/>
                    <a:pt x="1557909" y="131921"/>
                  </a:cubicBezTo>
                  <a:cubicBezTo>
                    <a:pt x="1556385" y="138970"/>
                    <a:pt x="1555528" y="146114"/>
                    <a:pt x="1555528" y="153353"/>
                  </a:cubicBezTo>
                  <a:cubicBezTo>
                    <a:pt x="1555528" y="160782"/>
                    <a:pt x="1556289" y="168116"/>
                    <a:pt x="1557909" y="175450"/>
                  </a:cubicBezTo>
                  <a:cubicBezTo>
                    <a:pt x="1559338" y="182594"/>
                    <a:pt x="1561814" y="189166"/>
                    <a:pt x="1565148" y="195072"/>
                  </a:cubicBezTo>
                  <a:cubicBezTo>
                    <a:pt x="1568672" y="200692"/>
                    <a:pt x="1573149" y="205359"/>
                    <a:pt x="1578578" y="208979"/>
                  </a:cubicBezTo>
                  <a:cubicBezTo>
                    <a:pt x="1584007" y="212598"/>
                    <a:pt x="1590675" y="214408"/>
                    <a:pt x="1598580" y="214408"/>
                  </a:cubicBezTo>
                  <a:cubicBezTo>
                    <a:pt x="1606296" y="214408"/>
                    <a:pt x="1612868" y="212598"/>
                    <a:pt x="1618392" y="208979"/>
                  </a:cubicBezTo>
                  <a:cubicBezTo>
                    <a:pt x="1623917" y="205359"/>
                    <a:pt x="1628394" y="200787"/>
                    <a:pt x="1631823" y="195072"/>
                  </a:cubicBezTo>
                  <a:cubicBezTo>
                    <a:pt x="1635252" y="189357"/>
                    <a:pt x="1637728" y="182975"/>
                    <a:pt x="1639347" y="175641"/>
                  </a:cubicBezTo>
                  <a:cubicBezTo>
                    <a:pt x="1640872" y="168307"/>
                    <a:pt x="1641729" y="160877"/>
                    <a:pt x="1641729" y="153257"/>
                  </a:cubicBezTo>
                  <a:cubicBezTo>
                    <a:pt x="1641729" y="146114"/>
                    <a:pt x="1640967" y="138874"/>
                    <a:pt x="1639538" y="131731"/>
                  </a:cubicBezTo>
                  <a:cubicBezTo>
                    <a:pt x="1638109" y="124587"/>
                    <a:pt x="1635633" y="118110"/>
                    <a:pt x="1632204" y="112490"/>
                  </a:cubicBezTo>
                  <a:cubicBezTo>
                    <a:pt x="1628775" y="106871"/>
                    <a:pt x="1624298" y="102203"/>
                    <a:pt x="1618964" y="98774"/>
                  </a:cubicBezTo>
                  <a:cubicBezTo>
                    <a:pt x="1613535" y="95250"/>
                    <a:pt x="1606772" y="93536"/>
                    <a:pt x="1598676" y="93536"/>
                  </a:cubicBezTo>
                  <a:close/>
                  <a:moveTo>
                    <a:pt x="1282922" y="91440"/>
                  </a:moveTo>
                  <a:cubicBezTo>
                    <a:pt x="1276255" y="91440"/>
                    <a:pt x="1270445" y="92869"/>
                    <a:pt x="1265587" y="95822"/>
                  </a:cubicBezTo>
                  <a:cubicBezTo>
                    <a:pt x="1260729" y="98775"/>
                    <a:pt x="1256538" y="102585"/>
                    <a:pt x="1253299" y="107252"/>
                  </a:cubicBezTo>
                  <a:cubicBezTo>
                    <a:pt x="1249966" y="111919"/>
                    <a:pt x="1247489" y="117253"/>
                    <a:pt x="1245775" y="123063"/>
                  </a:cubicBezTo>
                  <a:cubicBezTo>
                    <a:pt x="1244156" y="128969"/>
                    <a:pt x="1243203" y="134779"/>
                    <a:pt x="1243012" y="140685"/>
                  </a:cubicBezTo>
                  <a:lnTo>
                    <a:pt x="1317776" y="140685"/>
                  </a:lnTo>
                  <a:lnTo>
                    <a:pt x="1317784" y="140780"/>
                  </a:lnTo>
                  <a:lnTo>
                    <a:pt x="1317784" y="140685"/>
                  </a:lnTo>
                  <a:lnTo>
                    <a:pt x="1317776" y="140685"/>
                  </a:lnTo>
                  <a:lnTo>
                    <a:pt x="1316260" y="122682"/>
                  </a:lnTo>
                  <a:cubicBezTo>
                    <a:pt x="1315212" y="116682"/>
                    <a:pt x="1313402" y="111443"/>
                    <a:pt x="1310831" y="106871"/>
                  </a:cubicBezTo>
                  <a:cubicBezTo>
                    <a:pt x="1308259" y="102299"/>
                    <a:pt x="1304735" y="98584"/>
                    <a:pt x="1300258" y="95727"/>
                  </a:cubicBezTo>
                  <a:cubicBezTo>
                    <a:pt x="1295781" y="92869"/>
                    <a:pt x="1289971" y="91440"/>
                    <a:pt x="1282922" y="91440"/>
                  </a:cubicBezTo>
                  <a:close/>
                  <a:moveTo>
                    <a:pt x="396621" y="91440"/>
                  </a:moveTo>
                  <a:cubicBezTo>
                    <a:pt x="389954" y="91440"/>
                    <a:pt x="384144" y="92869"/>
                    <a:pt x="379286" y="95822"/>
                  </a:cubicBezTo>
                  <a:cubicBezTo>
                    <a:pt x="374428" y="98775"/>
                    <a:pt x="370237" y="102585"/>
                    <a:pt x="366998" y="107252"/>
                  </a:cubicBezTo>
                  <a:cubicBezTo>
                    <a:pt x="363665" y="111919"/>
                    <a:pt x="361188" y="117253"/>
                    <a:pt x="359474" y="123063"/>
                  </a:cubicBezTo>
                  <a:cubicBezTo>
                    <a:pt x="357854" y="128969"/>
                    <a:pt x="356902" y="134779"/>
                    <a:pt x="356711" y="140685"/>
                  </a:cubicBezTo>
                  <a:lnTo>
                    <a:pt x="431475" y="140685"/>
                  </a:lnTo>
                  <a:lnTo>
                    <a:pt x="431483" y="140780"/>
                  </a:lnTo>
                  <a:lnTo>
                    <a:pt x="431483" y="140685"/>
                  </a:lnTo>
                  <a:lnTo>
                    <a:pt x="431475" y="140685"/>
                  </a:lnTo>
                  <a:lnTo>
                    <a:pt x="429959" y="122682"/>
                  </a:lnTo>
                  <a:cubicBezTo>
                    <a:pt x="428911" y="116682"/>
                    <a:pt x="427101" y="111443"/>
                    <a:pt x="424529" y="106871"/>
                  </a:cubicBezTo>
                  <a:cubicBezTo>
                    <a:pt x="421958" y="102299"/>
                    <a:pt x="418434" y="98584"/>
                    <a:pt x="413957" y="95727"/>
                  </a:cubicBezTo>
                  <a:cubicBezTo>
                    <a:pt x="409480" y="92869"/>
                    <a:pt x="403670" y="91440"/>
                    <a:pt x="396621" y="91440"/>
                  </a:cubicBezTo>
                  <a:close/>
                  <a:moveTo>
                    <a:pt x="230505" y="91440"/>
                  </a:moveTo>
                  <a:cubicBezTo>
                    <a:pt x="223838" y="91440"/>
                    <a:pt x="218028" y="92869"/>
                    <a:pt x="213170" y="95822"/>
                  </a:cubicBezTo>
                  <a:cubicBezTo>
                    <a:pt x="208312" y="98775"/>
                    <a:pt x="204216" y="102585"/>
                    <a:pt x="200883" y="107252"/>
                  </a:cubicBezTo>
                  <a:cubicBezTo>
                    <a:pt x="197549" y="111919"/>
                    <a:pt x="195072" y="117253"/>
                    <a:pt x="193358" y="123063"/>
                  </a:cubicBezTo>
                  <a:cubicBezTo>
                    <a:pt x="191643" y="128969"/>
                    <a:pt x="190786" y="134779"/>
                    <a:pt x="190596" y="140685"/>
                  </a:cubicBezTo>
                  <a:lnTo>
                    <a:pt x="265359" y="140685"/>
                  </a:lnTo>
                  <a:lnTo>
                    <a:pt x="265367" y="140780"/>
                  </a:lnTo>
                  <a:lnTo>
                    <a:pt x="265367" y="140685"/>
                  </a:lnTo>
                  <a:lnTo>
                    <a:pt x="265359" y="140685"/>
                  </a:lnTo>
                  <a:lnTo>
                    <a:pt x="263843" y="122682"/>
                  </a:lnTo>
                  <a:cubicBezTo>
                    <a:pt x="262795" y="116682"/>
                    <a:pt x="260985" y="111443"/>
                    <a:pt x="258413" y="106871"/>
                  </a:cubicBezTo>
                  <a:cubicBezTo>
                    <a:pt x="255842" y="102299"/>
                    <a:pt x="252318" y="98584"/>
                    <a:pt x="247841" y="95727"/>
                  </a:cubicBezTo>
                  <a:cubicBezTo>
                    <a:pt x="243364" y="92869"/>
                    <a:pt x="237554" y="91440"/>
                    <a:pt x="230505" y="91440"/>
                  </a:cubicBezTo>
                  <a:close/>
                  <a:moveTo>
                    <a:pt x="499872" y="72199"/>
                  </a:moveTo>
                  <a:lnTo>
                    <a:pt x="531114" y="72199"/>
                  </a:lnTo>
                  <a:lnTo>
                    <a:pt x="531114" y="235553"/>
                  </a:lnTo>
                  <a:lnTo>
                    <a:pt x="499872" y="235553"/>
                  </a:lnTo>
                  <a:close/>
                  <a:moveTo>
                    <a:pt x="1364361" y="72104"/>
                  </a:moveTo>
                  <a:lnTo>
                    <a:pt x="1398365" y="72104"/>
                  </a:lnTo>
                  <a:lnTo>
                    <a:pt x="1436465" y="206406"/>
                  </a:lnTo>
                  <a:lnTo>
                    <a:pt x="1473899" y="72104"/>
                  </a:lnTo>
                  <a:lnTo>
                    <a:pt x="1505712" y="72104"/>
                  </a:lnTo>
                  <a:lnTo>
                    <a:pt x="1446086" y="257365"/>
                  </a:lnTo>
                  <a:cubicBezTo>
                    <a:pt x="1443990" y="263652"/>
                    <a:pt x="1441609" y="269938"/>
                    <a:pt x="1438942" y="276129"/>
                  </a:cubicBezTo>
                  <a:cubicBezTo>
                    <a:pt x="1436275" y="282321"/>
                    <a:pt x="1432941" y="287940"/>
                    <a:pt x="1428940" y="292988"/>
                  </a:cubicBezTo>
                  <a:cubicBezTo>
                    <a:pt x="1424940" y="298037"/>
                    <a:pt x="1420178" y="302037"/>
                    <a:pt x="1414462" y="305085"/>
                  </a:cubicBezTo>
                  <a:cubicBezTo>
                    <a:pt x="1408748" y="308133"/>
                    <a:pt x="1401794" y="309657"/>
                    <a:pt x="1393698" y="309657"/>
                  </a:cubicBezTo>
                  <a:cubicBezTo>
                    <a:pt x="1385126" y="309657"/>
                    <a:pt x="1377601" y="308895"/>
                    <a:pt x="1370933" y="307371"/>
                  </a:cubicBezTo>
                  <a:lnTo>
                    <a:pt x="1372838" y="282225"/>
                  </a:lnTo>
                  <a:cubicBezTo>
                    <a:pt x="1377791" y="283750"/>
                    <a:pt x="1382935" y="284511"/>
                    <a:pt x="1388174" y="284511"/>
                  </a:cubicBezTo>
                  <a:cubicBezTo>
                    <a:pt x="1396079" y="284511"/>
                    <a:pt x="1402080" y="281749"/>
                    <a:pt x="1406081" y="276320"/>
                  </a:cubicBezTo>
                  <a:cubicBezTo>
                    <a:pt x="1410176" y="270891"/>
                    <a:pt x="1413796" y="262604"/>
                    <a:pt x="1417129" y="251460"/>
                  </a:cubicBezTo>
                  <a:lnTo>
                    <a:pt x="1420273" y="241363"/>
                  </a:lnTo>
                  <a:close/>
                  <a:moveTo>
                    <a:pt x="1793272" y="68961"/>
                  </a:moveTo>
                  <a:cubicBezTo>
                    <a:pt x="1802797" y="68961"/>
                    <a:pt x="1810989" y="70485"/>
                    <a:pt x="1817752" y="73533"/>
                  </a:cubicBezTo>
                  <a:cubicBezTo>
                    <a:pt x="1824514" y="76581"/>
                    <a:pt x="1829944" y="80867"/>
                    <a:pt x="1833944" y="86392"/>
                  </a:cubicBezTo>
                  <a:cubicBezTo>
                    <a:pt x="1837945" y="91916"/>
                    <a:pt x="1840993" y="98679"/>
                    <a:pt x="1842802" y="106490"/>
                  </a:cubicBezTo>
                  <a:cubicBezTo>
                    <a:pt x="1844612" y="114300"/>
                    <a:pt x="1845565" y="122968"/>
                    <a:pt x="1845565" y="132302"/>
                  </a:cubicBezTo>
                  <a:lnTo>
                    <a:pt x="1845565" y="235553"/>
                  </a:lnTo>
                  <a:lnTo>
                    <a:pt x="1814037" y="235553"/>
                  </a:lnTo>
                  <a:lnTo>
                    <a:pt x="1814037" y="139160"/>
                  </a:lnTo>
                  <a:cubicBezTo>
                    <a:pt x="1814037" y="133540"/>
                    <a:pt x="1813656" y="127921"/>
                    <a:pt x="1812989" y="122491"/>
                  </a:cubicBezTo>
                  <a:cubicBezTo>
                    <a:pt x="1812227" y="117062"/>
                    <a:pt x="1810798" y="112300"/>
                    <a:pt x="1808608" y="108109"/>
                  </a:cubicBezTo>
                  <a:cubicBezTo>
                    <a:pt x="1806417" y="103918"/>
                    <a:pt x="1803274" y="100679"/>
                    <a:pt x="1799273" y="98107"/>
                  </a:cubicBezTo>
                  <a:cubicBezTo>
                    <a:pt x="1795177" y="95631"/>
                    <a:pt x="1789843" y="94393"/>
                    <a:pt x="1783176" y="94393"/>
                  </a:cubicBezTo>
                  <a:cubicBezTo>
                    <a:pt x="1775937" y="94393"/>
                    <a:pt x="1769841" y="95917"/>
                    <a:pt x="1764888" y="98965"/>
                  </a:cubicBezTo>
                  <a:cubicBezTo>
                    <a:pt x="1760030" y="102013"/>
                    <a:pt x="1756125" y="106013"/>
                    <a:pt x="1753172" y="110871"/>
                  </a:cubicBezTo>
                  <a:cubicBezTo>
                    <a:pt x="1750219" y="115729"/>
                    <a:pt x="1748219" y="121349"/>
                    <a:pt x="1746886" y="127540"/>
                  </a:cubicBezTo>
                  <a:cubicBezTo>
                    <a:pt x="1745647" y="133731"/>
                    <a:pt x="1744981" y="140113"/>
                    <a:pt x="1744981" y="146685"/>
                  </a:cubicBezTo>
                  <a:lnTo>
                    <a:pt x="1744981" y="235553"/>
                  </a:lnTo>
                  <a:lnTo>
                    <a:pt x="1713929" y="235553"/>
                  </a:lnTo>
                  <a:lnTo>
                    <a:pt x="1713929" y="109728"/>
                  </a:lnTo>
                  <a:cubicBezTo>
                    <a:pt x="1713929" y="103441"/>
                    <a:pt x="1713834" y="97155"/>
                    <a:pt x="1713643" y="90964"/>
                  </a:cubicBezTo>
                  <a:cubicBezTo>
                    <a:pt x="1713453" y="84773"/>
                    <a:pt x="1712977" y="78486"/>
                    <a:pt x="1712405" y="72199"/>
                  </a:cubicBezTo>
                  <a:lnTo>
                    <a:pt x="1741742" y="72199"/>
                  </a:lnTo>
                  <a:lnTo>
                    <a:pt x="1742695" y="100298"/>
                  </a:lnTo>
                  <a:cubicBezTo>
                    <a:pt x="1753553" y="79343"/>
                    <a:pt x="1770412" y="68961"/>
                    <a:pt x="1793272" y="68961"/>
                  </a:cubicBezTo>
                  <a:close/>
                  <a:moveTo>
                    <a:pt x="1598580" y="68961"/>
                  </a:moveTo>
                  <a:cubicBezTo>
                    <a:pt x="1610868" y="68961"/>
                    <a:pt x="1621726" y="70961"/>
                    <a:pt x="1631347" y="74962"/>
                  </a:cubicBezTo>
                  <a:cubicBezTo>
                    <a:pt x="1640872" y="78962"/>
                    <a:pt x="1648968" y="84677"/>
                    <a:pt x="1655540" y="91916"/>
                  </a:cubicBezTo>
                  <a:cubicBezTo>
                    <a:pt x="1662112" y="99250"/>
                    <a:pt x="1667065" y="108109"/>
                    <a:pt x="1670399" y="118586"/>
                  </a:cubicBezTo>
                  <a:cubicBezTo>
                    <a:pt x="1673733" y="129064"/>
                    <a:pt x="1675352" y="140589"/>
                    <a:pt x="1675352" y="153257"/>
                  </a:cubicBezTo>
                  <a:cubicBezTo>
                    <a:pt x="1675352" y="165640"/>
                    <a:pt x="1673638" y="177070"/>
                    <a:pt x="1670399" y="187547"/>
                  </a:cubicBezTo>
                  <a:cubicBezTo>
                    <a:pt x="1667065" y="198025"/>
                    <a:pt x="1662112" y="207074"/>
                    <a:pt x="1655540" y="214789"/>
                  </a:cubicBezTo>
                  <a:cubicBezTo>
                    <a:pt x="1648968" y="222504"/>
                    <a:pt x="1640872" y="228505"/>
                    <a:pt x="1631347" y="232791"/>
                  </a:cubicBezTo>
                  <a:cubicBezTo>
                    <a:pt x="1621726" y="237077"/>
                    <a:pt x="1610868" y="239173"/>
                    <a:pt x="1598580" y="239173"/>
                  </a:cubicBezTo>
                  <a:cubicBezTo>
                    <a:pt x="1585817" y="239173"/>
                    <a:pt x="1574768" y="237077"/>
                    <a:pt x="1565434" y="232886"/>
                  </a:cubicBezTo>
                  <a:cubicBezTo>
                    <a:pt x="1551051" y="226314"/>
                    <a:pt x="1540192" y="216122"/>
                    <a:pt x="1532858" y="202216"/>
                  </a:cubicBezTo>
                  <a:cubicBezTo>
                    <a:pt x="1525429" y="188309"/>
                    <a:pt x="1521809" y="171926"/>
                    <a:pt x="1521809" y="153257"/>
                  </a:cubicBezTo>
                  <a:cubicBezTo>
                    <a:pt x="1521809" y="140875"/>
                    <a:pt x="1523619" y="129445"/>
                    <a:pt x="1527238" y="119158"/>
                  </a:cubicBezTo>
                  <a:cubicBezTo>
                    <a:pt x="1530858" y="108775"/>
                    <a:pt x="1536001" y="99917"/>
                    <a:pt x="1542669" y="92488"/>
                  </a:cubicBezTo>
                  <a:cubicBezTo>
                    <a:pt x="1549336" y="85058"/>
                    <a:pt x="1557433" y="79343"/>
                    <a:pt x="1566862" y="75152"/>
                  </a:cubicBezTo>
                  <a:cubicBezTo>
                    <a:pt x="1576292" y="71057"/>
                    <a:pt x="1586865" y="68961"/>
                    <a:pt x="1598580" y="68961"/>
                  </a:cubicBezTo>
                  <a:close/>
                  <a:moveTo>
                    <a:pt x="812388" y="68961"/>
                  </a:moveTo>
                  <a:cubicBezTo>
                    <a:pt x="823247" y="68961"/>
                    <a:pt x="832867" y="71438"/>
                    <a:pt x="841249" y="76295"/>
                  </a:cubicBezTo>
                  <a:cubicBezTo>
                    <a:pt x="849631" y="81153"/>
                    <a:pt x="856393" y="88868"/>
                    <a:pt x="861347" y="99346"/>
                  </a:cubicBezTo>
                  <a:lnTo>
                    <a:pt x="861347" y="72199"/>
                  </a:lnTo>
                  <a:lnTo>
                    <a:pt x="891350" y="72199"/>
                  </a:lnTo>
                  <a:lnTo>
                    <a:pt x="891350" y="226409"/>
                  </a:lnTo>
                  <a:cubicBezTo>
                    <a:pt x="891350" y="253174"/>
                    <a:pt x="884968" y="273749"/>
                    <a:pt x="872300" y="288131"/>
                  </a:cubicBezTo>
                  <a:cubicBezTo>
                    <a:pt x="859632" y="302514"/>
                    <a:pt x="840106" y="309658"/>
                    <a:pt x="813912" y="309658"/>
                  </a:cubicBezTo>
                  <a:cubicBezTo>
                    <a:pt x="804959" y="309658"/>
                    <a:pt x="796100" y="308896"/>
                    <a:pt x="787242" y="307372"/>
                  </a:cubicBezTo>
                  <a:cubicBezTo>
                    <a:pt x="778384" y="305848"/>
                    <a:pt x="769621" y="303657"/>
                    <a:pt x="760858" y="300799"/>
                  </a:cubicBezTo>
                  <a:lnTo>
                    <a:pt x="762763" y="273082"/>
                  </a:lnTo>
                  <a:cubicBezTo>
                    <a:pt x="769621" y="276797"/>
                    <a:pt x="777050" y="279654"/>
                    <a:pt x="785051" y="281749"/>
                  </a:cubicBezTo>
                  <a:cubicBezTo>
                    <a:pt x="793052" y="283845"/>
                    <a:pt x="801149" y="284893"/>
                    <a:pt x="809245" y="284893"/>
                  </a:cubicBezTo>
                  <a:cubicBezTo>
                    <a:pt x="818198" y="284893"/>
                    <a:pt x="825913" y="283464"/>
                    <a:pt x="832295" y="280607"/>
                  </a:cubicBezTo>
                  <a:cubicBezTo>
                    <a:pt x="838772" y="277749"/>
                    <a:pt x="844011" y="273844"/>
                    <a:pt x="848202" y="268700"/>
                  </a:cubicBezTo>
                  <a:cubicBezTo>
                    <a:pt x="852393" y="263557"/>
                    <a:pt x="855346" y="257461"/>
                    <a:pt x="857251" y="250222"/>
                  </a:cubicBezTo>
                  <a:cubicBezTo>
                    <a:pt x="859156" y="243078"/>
                    <a:pt x="860013" y="235077"/>
                    <a:pt x="860013" y="226409"/>
                  </a:cubicBezTo>
                  <a:lnTo>
                    <a:pt x="860013" y="207169"/>
                  </a:lnTo>
                  <a:cubicBezTo>
                    <a:pt x="855060" y="216313"/>
                    <a:pt x="848202" y="223361"/>
                    <a:pt x="839534" y="228219"/>
                  </a:cubicBezTo>
                  <a:cubicBezTo>
                    <a:pt x="830866" y="233077"/>
                    <a:pt x="821627" y="235553"/>
                    <a:pt x="811626" y="235553"/>
                  </a:cubicBezTo>
                  <a:cubicBezTo>
                    <a:pt x="800196" y="235553"/>
                    <a:pt x="790480" y="233172"/>
                    <a:pt x="782480" y="228409"/>
                  </a:cubicBezTo>
                  <a:cubicBezTo>
                    <a:pt x="774478" y="223647"/>
                    <a:pt x="767906" y="217361"/>
                    <a:pt x="762858" y="209645"/>
                  </a:cubicBezTo>
                  <a:cubicBezTo>
                    <a:pt x="757810" y="201930"/>
                    <a:pt x="754095" y="193167"/>
                    <a:pt x="751809" y="183356"/>
                  </a:cubicBezTo>
                  <a:cubicBezTo>
                    <a:pt x="749523" y="173546"/>
                    <a:pt x="748380" y="163544"/>
                    <a:pt x="748380" y="153257"/>
                  </a:cubicBezTo>
                  <a:cubicBezTo>
                    <a:pt x="748380" y="142399"/>
                    <a:pt x="749523" y="131826"/>
                    <a:pt x="751809" y="121730"/>
                  </a:cubicBezTo>
                  <a:cubicBezTo>
                    <a:pt x="754095" y="111633"/>
                    <a:pt x="757810" y="102584"/>
                    <a:pt x="763049" y="94774"/>
                  </a:cubicBezTo>
                  <a:cubicBezTo>
                    <a:pt x="768287" y="86963"/>
                    <a:pt x="774859" y="80677"/>
                    <a:pt x="782860" y="76009"/>
                  </a:cubicBezTo>
                  <a:cubicBezTo>
                    <a:pt x="790861" y="71342"/>
                    <a:pt x="800672" y="68961"/>
                    <a:pt x="812388" y="68961"/>
                  </a:cubicBezTo>
                  <a:close/>
                  <a:moveTo>
                    <a:pt x="657701" y="68961"/>
                  </a:moveTo>
                  <a:cubicBezTo>
                    <a:pt x="667226" y="68961"/>
                    <a:pt x="675418" y="70485"/>
                    <a:pt x="682180" y="73533"/>
                  </a:cubicBezTo>
                  <a:cubicBezTo>
                    <a:pt x="688943" y="76581"/>
                    <a:pt x="694373" y="80867"/>
                    <a:pt x="698373" y="86392"/>
                  </a:cubicBezTo>
                  <a:cubicBezTo>
                    <a:pt x="702374" y="91916"/>
                    <a:pt x="705422" y="98679"/>
                    <a:pt x="707231" y="106490"/>
                  </a:cubicBezTo>
                  <a:cubicBezTo>
                    <a:pt x="709136" y="114300"/>
                    <a:pt x="709994" y="122968"/>
                    <a:pt x="709994" y="132302"/>
                  </a:cubicBezTo>
                  <a:lnTo>
                    <a:pt x="709994" y="235553"/>
                  </a:lnTo>
                  <a:lnTo>
                    <a:pt x="678466" y="235553"/>
                  </a:lnTo>
                  <a:lnTo>
                    <a:pt x="678466" y="139160"/>
                  </a:lnTo>
                  <a:cubicBezTo>
                    <a:pt x="678466" y="133540"/>
                    <a:pt x="678085" y="127921"/>
                    <a:pt x="677323" y="122491"/>
                  </a:cubicBezTo>
                  <a:cubicBezTo>
                    <a:pt x="676561" y="117062"/>
                    <a:pt x="675132" y="112300"/>
                    <a:pt x="672941" y="108109"/>
                  </a:cubicBezTo>
                  <a:cubicBezTo>
                    <a:pt x="670751" y="104013"/>
                    <a:pt x="667607" y="100679"/>
                    <a:pt x="663607" y="98107"/>
                  </a:cubicBezTo>
                  <a:cubicBezTo>
                    <a:pt x="659606" y="95536"/>
                    <a:pt x="654177" y="94393"/>
                    <a:pt x="647509" y="94393"/>
                  </a:cubicBezTo>
                  <a:cubicBezTo>
                    <a:pt x="640271" y="94393"/>
                    <a:pt x="634175" y="95917"/>
                    <a:pt x="629222" y="98965"/>
                  </a:cubicBezTo>
                  <a:cubicBezTo>
                    <a:pt x="624364" y="102013"/>
                    <a:pt x="620459" y="106013"/>
                    <a:pt x="617506" y="110871"/>
                  </a:cubicBezTo>
                  <a:cubicBezTo>
                    <a:pt x="614553" y="115729"/>
                    <a:pt x="612553" y="121349"/>
                    <a:pt x="611219" y="127540"/>
                  </a:cubicBezTo>
                  <a:cubicBezTo>
                    <a:pt x="609981" y="133731"/>
                    <a:pt x="609314" y="140113"/>
                    <a:pt x="609314" y="146685"/>
                  </a:cubicBezTo>
                  <a:lnTo>
                    <a:pt x="609314" y="235553"/>
                  </a:lnTo>
                  <a:lnTo>
                    <a:pt x="578358" y="235553"/>
                  </a:lnTo>
                  <a:lnTo>
                    <a:pt x="578358" y="109728"/>
                  </a:lnTo>
                  <a:cubicBezTo>
                    <a:pt x="578358" y="103441"/>
                    <a:pt x="578263" y="97155"/>
                    <a:pt x="578072" y="90964"/>
                  </a:cubicBezTo>
                  <a:cubicBezTo>
                    <a:pt x="577882" y="84773"/>
                    <a:pt x="577405" y="78486"/>
                    <a:pt x="576834" y="72199"/>
                  </a:cubicBezTo>
                  <a:lnTo>
                    <a:pt x="606171" y="72199"/>
                  </a:lnTo>
                  <a:lnTo>
                    <a:pt x="607124" y="100298"/>
                  </a:lnTo>
                  <a:cubicBezTo>
                    <a:pt x="617982" y="79343"/>
                    <a:pt x="634841" y="68961"/>
                    <a:pt x="657701" y="68961"/>
                  </a:cubicBezTo>
                  <a:close/>
                  <a:moveTo>
                    <a:pt x="1282637" y="68866"/>
                  </a:moveTo>
                  <a:cubicBezTo>
                    <a:pt x="1294924" y="68866"/>
                    <a:pt x="1305211" y="70962"/>
                    <a:pt x="1313498" y="75248"/>
                  </a:cubicBezTo>
                  <a:cubicBezTo>
                    <a:pt x="1321784" y="79534"/>
                    <a:pt x="1328547" y="85344"/>
                    <a:pt x="1333595" y="92679"/>
                  </a:cubicBezTo>
                  <a:cubicBezTo>
                    <a:pt x="1338644" y="100108"/>
                    <a:pt x="1342358" y="108776"/>
                    <a:pt x="1344549" y="118777"/>
                  </a:cubicBezTo>
                  <a:cubicBezTo>
                    <a:pt x="1346740" y="128778"/>
                    <a:pt x="1347787" y="139542"/>
                    <a:pt x="1347787" y="151162"/>
                  </a:cubicBezTo>
                  <a:lnTo>
                    <a:pt x="1347787" y="160973"/>
                  </a:lnTo>
                  <a:lnTo>
                    <a:pt x="1243203" y="160973"/>
                  </a:lnTo>
                  <a:lnTo>
                    <a:pt x="1243203" y="161068"/>
                  </a:lnTo>
                  <a:cubicBezTo>
                    <a:pt x="1243203" y="168688"/>
                    <a:pt x="1244251" y="175832"/>
                    <a:pt x="1246441" y="182499"/>
                  </a:cubicBezTo>
                  <a:cubicBezTo>
                    <a:pt x="1248632" y="189167"/>
                    <a:pt x="1251871" y="194977"/>
                    <a:pt x="1256252" y="200025"/>
                  </a:cubicBezTo>
                  <a:cubicBezTo>
                    <a:pt x="1260634" y="205074"/>
                    <a:pt x="1266063" y="208979"/>
                    <a:pt x="1272635" y="211932"/>
                  </a:cubicBezTo>
                  <a:cubicBezTo>
                    <a:pt x="1279207" y="214884"/>
                    <a:pt x="1286732" y="216313"/>
                    <a:pt x="1295305" y="216313"/>
                  </a:cubicBezTo>
                  <a:cubicBezTo>
                    <a:pt x="1302353" y="216313"/>
                    <a:pt x="1309592" y="215456"/>
                    <a:pt x="1317022" y="213837"/>
                  </a:cubicBezTo>
                  <a:cubicBezTo>
                    <a:pt x="1324451" y="212217"/>
                    <a:pt x="1331214" y="209645"/>
                    <a:pt x="1337501" y="206121"/>
                  </a:cubicBezTo>
                  <a:lnTo>
                    <a:pt x="1339406" y="230315"/>
                  </a:lnTo>
                  <a:cubicBezTo>
                    <a:pt x="1332166" y="233363"/>
                    <a:pt x="1324451" y="235554"/>
                    <a:pt x="1316355" y="236982"/>
                  </a:cubicBezTo>
                  <a:cubicBezTo>
                    <a:pt x="1308259" y="238411"/>
                    <a:pt x="1299782" y="239078"/>
                    <a:pt x="1291114" y="239078"/>
                  </a:cubicBezTo>
                  <a:cubicBezTo>
                    <a:pt x="1277969" y="239078"/>
                    <a:pt x="1266444" y="236982"/>
                    <a:pt x="1256443" y="232887"/>
                  </a:cubicBezTo>
                  <a:cubicBezTo>
                    <a:pt x="1246441" y="228791"/>
                    <a:pt x="1238060" y="222885"/>
                    <a:pt x="1231297" y="215266"/>
                  </a:cubicBezTo>
                  <a:cubicBezTo>
                    <a:pt x="1224534" y="207645"/>
                    <a:pt x="1219486" y="198597"/>
                    <a:pt x="1216152" y="188119"/>
                  </a:cubicBezTo>
                  <a:cubicBezTo>
                    <a:pt x="1212818" y="177642"/>
                    <a:pt x="1211199" y="166021"/>
                    <a:pt x="1211199" y="153162"/>
                  </a:cubicBezTo>
                  <a:cubicBezTo>
                    <a:pt x="1211199" y="142018"/>
                    <a:pt x="1212818" y="131350"/>
                    <a:pt x="1216057" y="121158"/>
                  </a:cubicBezTo>
                  <a:cubicBezTo>
                    <a:pt x="1219295" y="110967"/>
                    <a:pt x="1223962" y="101918"/>
                    <a:pt x="1230058" y="94203"/>
                  </a:cubicBezTo>
                  <a:cubicBezTo>
                    <a:pt x="1236154" y="86487"/>
                    <a:pt x="1243679" y="80296"/>
                    <a:pt x="1252537" y="75724"/>
                  </a:cubicBezTo>
                  <a:cubicBezTo>
                    <a:pt x="1261396" y="71152"/>
                    <a:pt x="1271397" y="68866"/>
                    <a:pt x="1282637" y="68866"/>
                  </a:cubicBezTo>
                  <a:close/>
                  <a:moveTo>
                    <a:pt x="396336" y="68866"/>
                  </a:moveTo>
                  <a:cubicBezTo>
                    <a:pt x="408623" y="68866"/>
                    <a:pt x="418910" y="70962"/>
                    <a:pt x="427196" y="75248"/>
                  </a:cubicBezTo>
                  <a:cubicBezTo>
                    <a:pt x="435483" y="79534"/>
                    <a:pt x="442246" y="85344"/>
                    <a:pt x="447294" y="92679"/>
                  </a:cubicBezTo>
                  <a:cubicBezTo>
                    <a:pt x="452342" y="100108"/>
                    <a:pt x="456057" y="108776"/>
                    <a:pt x="458248" y="118777"/>
                  </a:cubicBezTo>
                  <a:cubicBezTo>
                    <a:pt x="460439" y="128778"/>
                    <a:pt x="461486" y="139542"/>
                    <a:pt x="461486" y="151162"/>
                  </a:cubicBezTo>
                  <a:lnTo>
                    <a:pt x="461486" y="160973"/>
                  </a:lnTo>
                  <a:lnTo>
                    <a:pt x="356902" y="160973"/>
                  </a:lnTo>
                  <a:lnTo>
                    <a:pt x="356902" y="161068"/>
                  </a:lnTo>
                  <a:cubicBezTo>
                    <a:pt x="356902" y="168688"/>
                    <a:pt x="357950" y="175832"/>
                    <a:pt x="360140" y="182499"/>
                  </a:cubicBezTo>
                  <a:cubicBezTo>
                    <a:pt x="362331" y="189167"/>
                    <a:pt x="365570" y="194977"/>
                    <a:pt x="369951" y="200025"/>
                  </a:cubicBezTo>
                  <a:cubicBezTo>
                    <a:pt x="374333" y="205074"/>
                    <a:pt x="379762" y="208979"/>
                    <a:pt x="386334" y="211932"/>
                  </a:cubicBezTo>
                  <a:cubicBezTo>
                    <a:pt x="392906" y="214884"/>
                    <a:pt x="400431" y="216313"/>
                    <a:pt x="409004" y="216313"/>
                  </a:cubicBezTo>
                  <a:cubicBezTo>
                    <a:pt x="416052" y="216313"/>
                    <a:pt x="423291" y="215456"/>
                    <a:pt x="430721" y="213837"/>
                  </a:cubicBezTo>
                  <a:cubicBezTo>
                    <a:pt x="438150" y="212217"/>
                    <a:pt x="444913" y="209645"/>
                    <a:pt x="451199" y="206121"/>
                  </a:cubicBezTo>
                  <a:lnTo>
                    <a:pt x="453104" y="230315"/>
                  </a:lnTo>
                  <a:cubicBezTo>
                    <a:pt x="445865" y="233363"/>
                    <a:pt x="438150" y="235554"/>
                    <a:pt x="430054" y="236982"/>
                  </a:cubicBezTo>
                  <a:cubicBezTo>
                    <a:pt x="421958" y="238411"/>
                    <a:pt x="413480" y="239078"/>
                    <a:pt x="404813" y="239078"/>
                  </a:cubicBezTo>
                  <a:cubicBezTo>
                    <a:pt x="391668" y="239078"/>
                    <a:pt x="380143" y="236982"/>
                    <a:pt x="370142" y="232887"/>
                  </a:cubicBezTo>
                  <a:cubicBezTo>
                    <a:pt x="360140" y="228791"/>
                    <a:pt x="351758" y="222885"/>
                    <a:pt x="344996" y="215266"/>
                  </a:cubicBezTo>
                  <a:cubicBezTo>
                    <a:pt x="338233" y="207645"/>
                    <a:pt x="333185" y="198597"/>
                    <a:pt x="329851" y="188119"/>
                  </a:cubicBezTo>
                  <a:cubicBezTo>
                    <a:pt x="326517" y="177642"/>
                    <a:pt x="324898" y="166021"/>
                    <a:pt x="324898" y="153162"/>
                  </a:cubicBezTo>
                  <a:cubicBezTo>
                    <a:pt x="324898" y="142018"/>
                    <a:pt x="326517" y="131350"/>
                    <a:pt x="329756" y="121158"/>
                  </a:cubicBezTo>
                  <a:cubicBezTo>
                    <a:pt x="332994" y="110967"/>
                    <a:pt x="337661" y="101918"/>
                    <a:pt x="343757" y="94203"/>
                  </a:cubicBezTo>
                  <a:cubicBezTo>
                    <a:pt x="349853" y="86487"/>
                    <a:pt x="357378" y="80296"/>
                    <a:pt x="366236" y="75724"/>
                  </a:cubicBezTo>
                  <a:cubicBezTo>
                    <a:pt x="375095" y="71152"/>
                    <a:pt x="385096" y="68866"/>
                    <a:pt x="396336" y="68866"/>
                  </a:cubicBezTo>
                  <a:close/>
                  <a:moveTo>
                    <a:pt x="230220" y="68866"/>
                  </a:moveTo>
                  <a:cubicBezTo>
                    <a:pt x="242507" y="68866"/>
                    <a:pt x="252794" y="70962"/>
                    <a:pt x="261081" y="75248"/>
                  </a:cubicBezTo>
                  <a:cubicBezTo>
                    <a:pt x="269367" y="79534"/>
                    <a:pt x="276130" y="85344"/>
                    <a:pt x="281178" y="92679"/>
                  </a:cubicBezTo>
                  <a:cubicBezTo>
                    <a:pt x="286226" y="100013"/>
                    <a:pt x="289941" y="108776"/>
                    <a:pt x="292132" y="118777"/>
                  </a:cubicBezTo>
                  <a:cubicBezTo>
                    <a:pt x="294323" y="128778"/>
                    <a:pt x="295371" y="139542"/>
                    <a:pt x="295371" y="151162"/>
                  </a:cubicBezTo>
                  <a:lnTo>
                    <a:pt x="295371" y="160973"/>
                  </a:lnTo>
                  <a:lnTo>
                    <a:pt x="190786" y="160973"/>
                  </a:lnTo>
                  <a:lnTo>
                    <a:pt x="190786" y="161068"/>
                  </a:lnTo>
                  <a:cubicBezTo>
                    <a:pt x="190786" y="168688"/>
                    <a:pt x="191929" y="175832"/>
                    <a:pt x="194025" y="182499"/>
                  </a:cubicBezTo>
                  <a:cubicBezTo>
                    <a:pt x="196215" y="189167"/>
                    <a:pt x="199454" y="194977"/>
                    <a:pt x="203835" y="200025"/>
                  </a:cubicBezTo>
                  <a:cubicBezTo>
                    <a:pt x="208217" y="205074"/>
                    <a:pt x="213646" y="208979"/>
                    <a:pt x="220218" y="211932"/>
                  </a:cubicBezTo>
                  <a:cubicBezTo>
                    <a:pt x="226790" y="214884"/>
                    <a:pt x="234315" y="216313"/>
                    <a:pt x="242888" y="216313"/>
                  </a:cubicBezTo>
                  <a:cubicBezTo>
                    <a:pt x="249936" y="216313"/>
                    <a:pt x="257175" y="215456"/>
                    <a:pt x="264605" y="213837"/>
                  </a:cubicBezTo>
                  <a:cubicBezTo>
                    <a:pt x="272034" y="212217"/>
                    <a:pt x="278797" y="209645"/>
                    <a:pt x="285084" y="206121"/>
                  </a:cubicBezTo>
                  <a:lnTo>
                    <a:pt x="286988" y="230315"/>
                  </a:lnTo>
                  <a:cubicBezTo>
                    <a:pt x="279749" y="233363"/>
                    <a:pt x="272034" y="235554"/>
                    <a:pt x="263938" y="236982"/>
                  </a:cubicBezTo>
                  <a:cubicBezTo>
                    <a:pt x="255842" y="238411"/>
                    <a:pt x="247364" y="239078"/>
                    <a:pt x="238697" y="239078"/>
                  </a:cubicBezTo>
                  <a:cubicBezTo>
                    <a:pt x="225552" y="239078"/>
                    <a:pt x="214027" y="236982"/>
                    <a:pt x="204026" y="232887"/>
                  </a:cubicBezTo>
                  <a:cubicBezTo>
                    <a:pt x="194025" y="228791"/>
                    <a:pt x="185642" y="222885"/>
                    <a:pt x="178880" y="215266"/>
                  </a:cubicBezTo>
                  <a:cubicBezTo>
                    <a:pt x="172117" y="207645"/>
                    <a:pt x="167069" y="198597"/>
                    <a:pt x="163735" y="188119"/>
                  </a:cubicBezTo>
                  <a:cubicBezTo>
                    <a:pt x="160401" y="177642"/>
                    <a:pt x="158782" y="166021"/>
                    <a:pt x="158782" y="153162"/>
                  </a:cubicBezTo>
                  <a:cubicBezTo>
                    <a:pt x="158782" y="142018"/>
                    <a:pt x="160401" y="131350"/>
                    <a:pt x="163640" y="121158"/>
                  </a:cubicBezTo>
                  <a:cubicBezTo>
                    <a:pt x="166878" y="110967"/>
                    <a:pt x="171546" y="101918"/>
                    <a:pt x="177641" y="94203"/>
                  </a:cubicBezTo>
                  <a:cubicBezTo>
                    <a:pt x="183737" y="86487"/>
                    <a:pt x="191262" y="80296"/>
                    <a:pt x="200121" y="75724"/>
                  </a:cubicBezTo>
                  <a:cubicBezTo>
                    <a:pt x="208979" y="71152"/>
                    <a:pt x="218980" y="68866"/>
                    <a:pt x="230220" y="68866"/>
                  </a:cubicBezTo>
                  <a:close/>
                  <a:moveTo>
                    <a:pt x="70866" y="14288"/>
                  </a:moveTo>
                  <a:cubicBezTo>
                    <a:pt x="87916" y="14288"/>
                    <a:pt x="103632" y="16574"/>
                    <a:pt x="118015" y="21146"/>
                  </a:cubicBezTo>
                  <a:lnTo>
                    <a:pt x="116110" y="49911"/>
                  </a:lnTo>
                  <a:cubicBezTo>
                    <a:pt x="109442" y="46863"/>
                    <a:pt x="102298" y="44673"/>
                    <a:pt x="94774" y="43244"/>
                  </a:cubicBezTo>
                  <a:cubicBezTo>
                    <a:pt x="87154" y="41815"/>
                    <a:pt x="79819" y="41149"/>
                    <a:pt x="72771" y="41149"/>
                  </a:cubicBezTo>
                  <a:cubicBezTo>
                    <a:pt x="68390" y="41149"/>
                    <a:pt x="64008" y="41720"/>
                    <a:pt x="59531" y="42768"/>
                  </a:cubicBezTo>
                  <a:cubicBezTo>
                    <a:pt x="55054" y="43911"/>
                    <a:pt x="51054" y="45625"/>
                    <a:pt x="47530" y="48197"/>
                  </a:cubicBezTo>
                  <a:cubicBezTo>
                    <a:pt x="44005" y="50674"/>
                    <a:pt x="41053" y="54007"/>
                    <a:pt x="38767" y="58008"/>
                  </a:cubicBezTo>
                  <a:cubicBezTo>
                    <a:pt x="36481" y="62008"/>
                    <a:pt x="35338" y="67152"/>
                    <a:pt x="35338" y="73152"/>
                  </a:cubicBezTo>
                  <a:cubicBezTo>
                    <a:pt x="35338" y="77725"/>
                    <a:pt x="36100" y="81630"/>
                    <a:pt x="37719" y="84868"/>
                  </a:cubicBezTo>
                  <a:cubicBezTo>
                    <a:pt x="39243" y="88107"/>
                    <a:pt x="41434" y="91059"/>
                    <a:pt x="44101" y="93726"/>
                  </a:cubicBezTo>
                  <a:cubicBezTo>
                    <a:pt x="46768" y="96393"/>
                    <a:pt x="49911" y="98679"/>
                    <a:pt x="53435" y="100775"/>
                  </a:cubicBezTo>
                  <a:cubicBezTo>
                    <a:pt x="56959" y="102870"/>
                    <a:pt x="60579" y="104871"/>
                    <a:pt x="64389" y="106776"/>
                  </a:cubicBezTo>
                  <a:lnTo>
                    <a:pt x="81534" y="114967"/>
                  </a:lnTo>
                  <a:cubicBezTo>
                    <a:pt x="87820" y="118015"/>
                    <a:pt x="93536" y="121254"/>
                    <a:pt x="98869" y="124587"/>
                  </a:cubicBezTo>
                  <a:cubicBezTo>
                    <a:pt x="104203" y="127921"/>
                    <a:pt x="108775" y="131922"/>
                    <a:pt x="112776" y="136494"/>
                  </a:cubicBezTo>
                  <a:cubicBezTo>
                    <a:pt x="116776" y="141066"/>
                    <a:pt x="119824" y="146400"/>
                    <a:pt x="122111" y="152496"/>
                  </a:cubicBezTo>
                  <a:cubicBezTo>
                    <a:pt x="124396" y="158592"/>
                    <a:pt x="125540" y="165926"/>
                    <a:pt x="125540" y="174403"/>
                  </a:cubicBezTo>
                  <a:cubicBezTo>
                    <a:pt x="125540" y="185547"/>
                    <a:pt x="123634" y="195168"/>
                    <a:pt x="119920" y="203359"/>
                  </a:cubicBezTo>
                  <a:cubicBezTo>
                    <a:pt x="116205" y="211551"/>
                    <a:pt x="111062" y="218218"/>
                    <a:pt x="104489" y="223457"/>
                  </a:cubicBezTo>
                  <a:cubicBezTo>
                    <a:pt x="97917" y="228696"/>
                    <a:pt x="90297" y="232601"/>
                    <a:pt x="81534" y="235268"/>
                  </a:cubicBezTo>
                  <a:cubicBezTo>
                    <a:pt x="72771" y="237840"/>
                    <a:pt x="63437" y="239173"/>
                    <a:pt x="53435" y="239173"/>
                  </a:cubicBezTo>
                  <a:cubicBezTo>
                    <a:pt x="45339" y="239173"/>
                    <a:pt x="36671" y="238507"/>
                    <a:pt x="27337" y="237078"/>
                  </a:cubicBezTo>
                  <a:cubicBezTo>
                    <a:pt x="18097" y="235649"/>
                    <a:pt x="8953" y="233458"/>
                    <a:pt x="0" y="230410"/>
                  </a:cubicBezTo>
                  <a:lnTo>
                    <a:pt x="1524" y="199930"/>
                  </a:lnTo>
                  <a:cubicBezTo>
                    <a:pt x="9620" y="204312"/>
                    <a:pt x="17716" y="207455"/>
                    <a:pt x="25717" y="209360"/>
                  </a:cubicBezTo>
                  <a:cubicBezTo>
                    <a:pt x="33718" y="211360"/>
                    <a:pt x="42386" y="212313"/>
                    <a:pt x="51816" y="212313"/>
                  </a:cubicBezTo>
                  <a:cubicBezTo>
                    <a:pt x="56769" y="212313"/>
                    <a:pt x="61722" y="211646"/>
                    <a:pt x="66484" y="210312"/>
                  </a:cubicBezTo>
                  <a:cubicBezTo>
                    <a:pt x="71247" y="208979"/>
                    <a:pt x="75533" y="206979"/>
                    <a:pt x="79248" y="204121"/>
                  </a:cubicBezTo>
                  <a:cubicBezTo>
                    <a:pt x="82963" y="201264"/>
                    <a:pt x="86011" y="197549"/>
                    <a:pt x="88297" y="192977"/>
                  </a:cubicBezTo>
                  <a:cubicBezTo>
                    <a:pt x="90583" y="188405"/>
                    <a:pt x="91726" y="182880"/>
                    <a:pt x="91726" y="176308"/>
                  </a:cubicBezTo>
                  <a:cubicBezTo>
                    <a:pt x="91726" y="171069"/>
                    <a:pt x="90773" y="166593"/>
                    <a:pt x="88773" y="162783"/>
                  </a:cubicBezTo>
                  <a:cubicBezTo>
                    <a:pt x="86773" y="158973"/>
                    <a:pt x="84201" y="155544"/>
                    <a:pt x="80963" y="152496"/>
                  </a:cubicBezTo>
                  <a:cubicBezTo>
                    <a:pt x="77724" y="149448"/>
                    <a:pt x="73914" y="146685"/>
                    <a:pt x="69532" y="144304"/>
                  </a:cubicBezTo>
                  <a:cubicBezTo>
                    <a:pt x="65151" y="141923"/>
                    <a:pt x="60579" y="139542"/>
                    <a:pt x="55816" y="137160"/>
                  </a:cubicBezTo>
                  <a:lnTo>
                    <a:pt x="39624" y="128969"/>
                  </a:lnTo>
                  <a:cubicBezTo>
                    <a:pt x="34671" y="126397"/>
                    <a:pt x="29813" y="123444"/>
                    <a:pt x="25241" y="120301"/>
                  </a:cubicBezTo>
                  <a:cubicBezTo>
                    <a:pt x="20669" y="117158"/>
                    <a:pt x="16669" y="113443"/>
                    <a:pt x="13335" y="109157"/>
                  </a:cubicBezTo>
                  <a:cubicBezTo>
                    <a:pt x="10001" y="104871"/>
                    <a:pt x="7334" y="100013"/>
                    <a:pt x="5429" y="94488"/>
                  </a:cubicBezTo>
                  <a:cubicBezTo>
                    <a:pt x="3429" y="88964"/>
                    <a:pt x="2476" y="82487"/>
                    <a:pt x="2476" y="75058"/>
                  </a:cubicBezTo>
                  <a:cubicBezTo>
                    <a:pt x="2476" y="64389"/>
                    <a:pt x="4477" y="55150"/>
                    <a:pt x="8572" y="47435"/>
                  </a:cubicBezTo>
                  <a:cubicBezTo>
                    <a:pt x="12668" y="39720"/>
                    <a:pt x="17907" y="33338"/>
                    <a:pt x="24479" y="28480"/>
                  </a:cubicBezTo>
                  <a:cubicBezTo>
                    <a:pt x="31051" y="23622"/>
                    <a:pt x="38386" y="20003"/>
                    <a:pt x="46482" y="17717"/>
                  </a:cubicBezTo>
                  <a:cubicBezTo>
                    <a:pt x="54578" y="15431"/>
                    <a:pt x="62674" y="14288"/>
                    <a:pt x="70866" y="14288"/>
                  </a:cubicBezTo>
                  <a:close/>
                  <a:moveTo>
                    <a:pt x="499872" y="6858"/>
                  </a:moveTo>
                  <a:lnTo>
                    <a:pt x="531114" y="6858"/>
                  </a:lnTo>
                  <a:lnTo>
                    <a:pt x="531114" y="38576"/>
                  </a:lnTo>
                  <a:lnTo>
                    <a:pt x="499872" y="38576"/>
                  </a:lnTo>
                  <a:close/>
                  <a:moveTo>
                    <a:pt x="1996155" y="0"/>
                  </a:moveTo>
                  <a:lnTo>
                    <a:pt x="2027397" y="0"/>
                  </a:lnTo>
                  <a:lnTo>
                    <a:pt x="2027397" y="186595"/>
                  </a:lnTo>
                  <a:cubicBezTo>
                    <a:pt x="2027397" y="195739"/>
                    <a:pt x="2027587" y="204311"/>
                    <a:pt x="2027873" y="212217"/>
                  </a:cubicBezTo>
                  <a:cubicBezTo>
                    <a:pt x="2028159" y="220123"/>
                    <a:pt x="2028540" y="227933"/>
                    <a:pt x="2028921" y="235553"/>
                  </a:cubicBezTo>
                  <a:lnTo>
                    <a:pt x="1999964" y="235553"/>
                  </a:lnTo>
                  <a:lnTo>
                    <a:pt x="1998060" y="208407"/>
                  </a:lnTo>
                  <a:cubicBezTo>
                    <a:pt x="1993297" y="218884"/>
                    <a:pt x="1986630" y="226600"/>
                    <a:pt x="1978057" y="231648"/>
                  </a:cubicBezTo>
                  <a:cubicBezTo>
                    <a:pt x="1969485" y="236696"/>
                    <a:pt x="1959864" y="239173"/>
                    <a:pt x="1949006" y="239173"/>
                  </a:cubicBezTo>
                  <a:cubicBezTo>
                    <a:pt x="1937100" y="239173"/>
                    <a:pt x="1927194" y="236696"/>
                    <a:pt x="1919002" y="231838"/>
                  </a:cubicBezTo>
                  <a:cubicBezTo>
                    <a:pt x="1910906" y="226981"/>
                    <a:pt x="1904238" y="220504"/>
                    <a:pt x="1899000" y="212407"/>
                  </a:cubicBezTo>
                  <a:cubicBezTo>
                    <a:pt x="1893761" y="204311"/>
                    <a:pt x="1890046" y="195167"/>
                    <a:pt x="1887760" y="184975"/>
                  </a:cubicBezTo>
                  <a:cubicBezTo>
                    <a:pt x="1885474" y="174784"/>
                    <a:pt x="1884331" y="164211"/>
                    <a:pt x="1884331" y="153257"/>
                  </a:cubicBezTo>
                  <a:cubicBezTo>
                    <a:pt x="1884331" y="142304"/>
                    <a:pt x="1885474" y="131826"/>
                    <a:pt x="1887760" y="121729"/>
                  </a:cubicBezTo>
                  <a:cubicBezTo>
                    <a:pt x="1890046" y="111633"/>
                    <a:pt x="1893761" y="102584"/>
                    <a:pt x="1899000" y="94774"/>
                  </a:cubicBezTo>
                  <a:cubicBezTo>
                    <a:pt x="1904238" y="86963"/>
                    <a:pt x="1910906" y="80677"/>
                    <a:pt x="1919002" y="76009"/>
                  </a:cubicBezTo>
                  <a:cubicBezTo>
                    <a:pt x="1927098" y="71342"/>
                    <a:pt x="1937100" y="68961"/>
                    <a:pt x="1949006" y="68961"/>
                  </a:cubicBezTo>
                  <a:cubicBezTo>
                    <a:pt x="1959007" y="68961"/>
                    <a:pt x="1968342" y="71533"/>
                    <a:pt x="1977105" y="76771"/>
                  </a:cubicBezTo>
                  <a:cubicBezTo>
                    <a:pt x="1985868" y="82010"/>
                    <a:pt x="1992154" y="89535"/>
                    <a:pt x="1996155" y="99346"/>
                  </a:cubicBezTo>
                  <a:close/>
                  <a:moveTo>
                    <a:pt x="1037368" y="0"/>
                  </a:moveTo>
                  <a:lnTo>
                    <a:pt x="1068610" y="0"/>
                  </a:lnTo>
                  <a:lnTo>
                    <a:pt x="1068610" y="99346"/>
                  </a:lnTo>
                  <a:cubicBezTo>
                    <a:pt x="1072515" y="89535"/>
                    <a:pt x="1078992" y="82010"/>
                    <a:pt x="1087946" y="76771"/>
                  </a:cubicBezTo>
                  <a:cubicBezTo>
                    <a:pt x="1096899" y="71533"/>
                    <a:pt x="1106329" y="68961"/>
                    <a:pt x="1116330" y="68961"/>
                  </a:cubicBezTo>
                  <a:cubicBezTo>
                    <a:pt x="1128237" y="68961"/>
                    <a:pt x="1138143" y="71342"/>
                    <a:pt x="1146334" y="76009"/>
                  </a:cubicBezTo>
                  <a:cubicBezTo>
                    <a:pt x="1154430" y="80677"/>
                    <a:pt x="1161002" y="86963"/>
                    <a:pt x="1166146" y="94774"/>
                  </a:cubicBezTo>
                  <a:cubicBezTo>
                    <a:pt x="1171289" y="102584"/>
                    <a:pt x="1174909" y="111633"/>
                    <a:pt x="1177100" y="121729"/>
                  </a:cubicBezTo>
                  <a:cubicBezTo>
                    <a:pt x="1179291" y="131826"/>
                    <a:pt x="1180338" y="142399"/>
                    <a:pt x="1180338" y="153257"/>
                  </a:cubicBezTo>
                  <a:cubicBezTo>
                    <a:pt x="1180338" y="164116"/>
                    <a:pt x="1179195" y="174688"/>
                    <a:pt x="1176909" y="184975"/>
                  </a:cubicBezTo>
                  <a:cubicBezTo>
                    <a:pt x="1174623" y="195263"/>
                    <a:pt x="1170909" y="204406"/>
                    <a:pt x="1165670" y="212407"/>
                  </a:cubicBezTo>
                  <a:cubicBezTo>
                    <a:pt x="1160431" y="220504"/>
                    <a:pt x="1153764" y="226981"/>
                    <a:pt x="1145667" y="231838"/>
                  </a:cubicBezTo>
                  <a:cubicBezTo>
                    <a:pt x="1137571" y="236696"/>
                    <a:pt x="1127570" y="239173"/>
                    <a:pt x="1115664" y="239173"/>
                  </a:cubicBezTo>
                  <a:cubicBezTo>
                    <a:pt x="1104805" y="239173"/>
                    <a:pt x="1095185" y="236696"/>
                    <a:pt x="1086803" y="231648"/>
                  </a:cubicBezTo>
                  <a:cubicBezTo>
                    <a:pt x="1078421" y="226600"/>
                    <a:pt x="1071658" y="218884"/>
                    <a:pt x="1066705" y="208407"/>
                  </a:cubicBezTo>
                  <a:lnTo>
                    <a:pt x="1066038" y="235553"/>
                  </a:lnTo>
                  <a:lnTo>
                    <a:pt x="1037368" y="235553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grpSp>
          <p:nvGrpSpPr>
            <p:cNvPr id="7" name="Gruppieren 6">
              <a:extLst>
                <a:ext uri="{FF2B5EF4-FFF2-40B4-BE49-F238E27FC236}">
                  <a16:creationId xmlns:a16="http://schemas.microsoft.com/office/drawing/2014/main" id="{863B5934-9DA1-CC98-91FB-140D8FE5F57C}"/>
                </a:ext>
              </a:extLst>
            </p:cNvPr>
            <p:cNvGrpSpPr/>
            <p:nvPr/>
          </p:nvGrpSpPr>
          <p:grpSpPr>
            <a:xfrm>
              <a:off x="5384017" y="2271830"/>
              <a:ext cx="1425574" cy="1425574"/>
              <a:chOff x="5423248" y="2756248"/>
              <a:chExt cx="1349978" cy="1349978"/>
            </a:xfrm>
          </p:grpSpPr>
          <p:sp>
            <p:nvSpPr>
              <p:cNvPr id="8" name="Freihandform: Form 7">
                <a:extLst>
                  <a:ext uri="{FF2B5EF4-FFF2-40B4-BE49-F238E27FC236}">
                    <a16:creationId xmlns:a16="http://schemas.microsoft.com/office/drawing/2014/main" id="{E42B5589-12BB-FCD9-9C6B-E4CF8D65697C}"/>
                  </a:ext>
                </a:extLst>
              </p:cNvPr>
              <p:cNvSpPr/>
              <p:nvPr/>
            </p:nvSpPr>
            <p:spPr>
              <a:xfrm>
                <a:off x="5423248" y="2756248"/>
                <a:ext cx="1349978" cy="1349978"/>
              </a:xfrm>
              <a:custGeom>
                <a:avLst/>
                <a:gdLst>
                  <a:gd name="connsiteX0" fmla="*/ 1349788 w 1349978"/>
                  <a:gd name="connsiteY0" fmla="*/ 1349978 h 1349978"/>
                  <a:gd name="connsiteX1" fmla="*/ 675037 w 1349978"/>
                  <a:gd name="connsiteY1" fmla="*/ 1205389 h 1349978"/>
                  <a:gd name="connsiteX2" fmla="*/ 0 w 1349978"/>
                  <a:gd name="connsiteY2" fmla="*/ 1349978 h 1349978"/>
                  <a:gd name="connsiteX3" fmla="*/ 0 w 1349978"/>
                  <a:gd name="connsiteY3" fmla="*/ 0 h 1349978"/>
                  <a:gd name="connsiteX4" fmla="*/ 1349978 w 1349978"/>
                  <a:gd name="connsiteY4" fmla="*/ 0 h 1349978"/>
                  <a:gd name="connsiteX5" fmla="*/ 1349788 w 1349978"/>
                  <a:gd name="connsiteY5" fmla="*/ 1349978 h 13499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49978" h="1349978">
                    <a:moveTo>
                      <a:pt x="1349788" y="1349978"/>
                    </a:moveTo>
                    <a:cubicBezTo>
                      <a:pt x="1143953" y="1257110"/>
                      <a:pt x="915543" y="1205389"/>
                      <a:pt x="675037" y="1205389"/>
                    </a:cubicBezTo>
                    <a:cubicBezTo>
                      <a:pt x="434530" y="1205389"/>
                      <a:pt x="205835" y="1257110"/>
                      <a:pt x="0" y="1349978"/>
                    </a:cubicBezTo>
                    <a:lnTo>
                      <a:pt x="0" y="0"/>
                    </a:lnTo>
                    <a:lnTo>
                      <a:pt x="1349978" y="0"/>
                    </a:lnTo>
                    <a:lnTo>
                      <a:pt x="1349788" y="1349978"/>
                    </a:lnTo>
                    <a:close/>
                  </a:path>
                </a:pathLst>
              </a:custGeom>
              <a:solidFill>
                <a:srgbClr val="0F2DB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grpSp>
            <p:nvGrpSpPr>
              <p:cNvPr id="9" name="Grafik 31">
                <a:extLst>
                  <a:ext uri="{FF2B5EF4-FFF2-40B4-BE49-F238E27FC236}">
                    <a16:creationId xmlns:a16="http://schemas.microsoft.com/office/drawing/2014/main" id="{C843A587-2B18-1090-ED2D-FCF324C8E1FB}"/>
                  </a:ext>
                </a:extLst>
              </p:cNvPr>
              <p:cNvGrpSpPr/>
              <p:nvPr/>
            </p:nvGrpSpPr>
            <p:grpSpPr>
              <a:xfrm>
                <a:off x="5474985" y="3134295"/>
                <a:ext cx="1244293" cy="294132"/>
                <a:chOff x="5474985" y="3134295"/>
                <a:chExt cx="1244293" cy="294132"/>
              </a:xfrm>
              <a:solidFill>
                <a:srgbClr val="FFFFFF"/>
              </a:solidFill>
            </p:grpSpPr>
            <p:sp>
              <p:nvSpPr>
                <p:cNvPr id="10" name="Freihandform: Form 9">
                  <a:extLst>
                    <a:ext uri="{FF2B5EF4-FFF2-40B4-BE49-F238E27FC236}">
                      <a16:creationId xmlns:a16="http://schemas.microsoft.com/office/drawing/2014/main" id="{B6AA41E6-1668-F3A3-6A78-9D4EEE3BC1D8}"/>
                    </a:ext>
                  </a:extLst>
                </p:cNvPr>
                <p:cNvSpPr/>
                <p:nvPr/>
              </p:nvSpPr>
              <p:spPr>
                <a:xfrm>
                  <a:off x="5474985" y="3134295"/>
                  <a:ext cx="247353" cy="293941"/>
                </a:xfrm>
                <a:custGeom>
                  <a:avLst/>
                  <a:gdLst>
                    <a:gd name="connsiteX0" fmla="*/ 109998 w 247353"/>
                    <a:gd name="connsiteY0" fmla="*/ 30956 h 293941"/>
                    <a:gd name="connsiteX1" fmla="*/ 41418 w 247353"/>
                    <a:gd name="connsiteY1" fmla="*/ 95250 h 293941"/>
                    <a:gd name="connsiteX2" fmla="*/ 11129 w 247353"/>
                    <a:gd name="connsiteY2" fmla="*/ 95250 h 293941"/>
                    <a:gd name="connsiteX3" fmla="*/ 11129 w 247353"/>
                    <a:gd name="connsiteY3" fmla="*/ 0 h 293941"/>
                    <a:gd name="connsiteX4" fmla="*/ 247349 w 247353"/>
                    <a:gd name="connsiteY4" fmla="*/ 0 h 293941"/>
                    <a:gd name="connsiteX5" fmla="*/ 179340 w 247353"/>
                    <a:gd name="connsiteY5" fmla="*/ 151733 h 293941"/>
                    <a:gd name="connsiteX6" fmla="*/ 111141 w 247353"/>
                    <a:gd name="connsiteY6" fmla="*/ 262795 h 293941"/>
                    <a:gd name="connsiteX7" fmla="*/ 149432 w 247353"/>
                    <a:gd name="connsiteY7" fmla="*/ 262795 h 293941"/>
                    <a:gd name="connsiteX8" fmla="*/ 210011 w 247353"/>
                    <a:gd name="connsiteY8" fmla="*/ 198501 h 293941"/>
                    <a:gd name="connsiteX9" fmla="*/ 241634 w 247353"/>
                    <a:gd name="connsiteY9" fmla="*/ 198501 h 293941"/>
                    <a:gd name="connsiteX10" fmla="*/ 241634 w 247353"/>
                    <a:gd name="connsiteY10" fmla="*/ 293942 h 293941"/>
                    <a:gd name="connsiteX11" fmla="*/ 270 w 247353"/>
                    <a:gd name="connsiteY11" fmla="*/ 293942 h 293941"/>
                    <a:gd name="connsiteX12" fmla="*/ 75137 w 247353"/>
                    <a:gd name="connsiteY12" fmla="*/ 133731 h 293941"/>
                    <a:gd name="connsiteX13" fmla="*/ 138573 w 247353"/>
                    <a:gd name="connsiteY13" fmla="*/ 30671 h 293941"/>
                    <a:gd name="connsiteX14" fmla="*/ 109998 w 247353"/>
                    <a:gd name="connsiteY14" fmla="*/ 30861 h 2939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247353" h="293941">
                      <a:moveTo>
                        <a:pt x="109998" y="30956"/>
                      </a:moveTo>
                      <a:cubicBezTo>
                        <a:pt x="46562" y="30956"/>
                        <a:pt x="41418" y="95250"/>
                        <a:pt x="41418" y="95250"/>
                      </a:cubicBezTo>
                      <a:lnTo>
                        <a:pt x="11129" y="95250"/>
                      </a:lnTo>
                      <a:lnTo>
                        <a:pt x="11129" y="0"/>
                      </a:lnTo>
                      <a:lnTo>
                        <a:pt x="247349" y="0"/>
                      </a:lnTo>
                      <a:cubicBezTo>
                        <a:pt x="247349" y="0"/>
                        <a:pt x="249254" y="73628"/>
                        <a:pt x="179340" y="151733"/>
                      </a:cubicBezTo>
                      <a:cubicBezTo>
                        <a:pt x="179340" y="151733"/>
                        <a:pt x="112856" y="228981"/>
                        <a:pt x="111141" y="262795"/>
                      </a:cubicBezTo>
                      <a:lnTo>
                        <a:pt x="149432" y="262795"/>
                      </a:lnTo>
                      <a:cubicBezTo>
                        <a:pt x="204391" y="262795"/>
                        <a:pt x="210011" y="198501"/>
                        <a:pt x="210011" y="198501"/>
                      </a:cubicBezTo>
                      <a:lnTo>
                        <a:pt x="241634" y="198501"/>
                      </a:lnTo>
                      <a:lnTo>
                        <a:pt x="241634" y="293942"/>
                      </a:lnTo>
                      <a:lnTo>
                        <a:pt x="270" y="293942"/>
                      </a:lnTo>
                      <a:cubicBezTo>
                        <a:pt x="270" y="293942"/>
                        <a:pt x="-8588" y="221647"/>
                        <a:pt x="75137" y="133731"/>
                      </a:cubicBezTo>
                      <a:cubicBezTo>
                        <a:pt x="75137" y="133731"/>
                        <a:pt x="126667" y="76200"/>
                        <a:pt x="138573" y="30671"/>
                      </a:cubicBezTo>
                      <a:lnTo>
                        <a:pt x="109998" y="3086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  <p:sp>
              <p:nvSpPr>
                <p:cNvPr id="11" name="Freihandform: Form 10">
                  <a:extLst>
                    <a:ext uri="{FF2B5EF4-FFF2-40B4-BE49-F238E27FC236}">
                      <a16:creationId xmlns:a16="http://schemas.microsoft.com/office/drawing/2014/main" id="{97F282B5-F481-6992-EAD2-6A45C254E44F}"/>
                    </a:ext>
                  </a:extLst>
                </p:cNvPr>
                <p:cNvSpPr/>
                <p:nvPr/>
              </p:nvSpPr>
              <p:spPr>
                <a:xfrm>
                  <a:off x="6030181" y="3134295"/>
                  <a:ext cx="156495" cy="293750"/>
                </a:xfrm>
                <a:custGeom>
                  <a:avLst/>
                  <a:gdLst>
                    <a:gd name="connsiteX0" fmla="*/ 156496 w 156495"/>
                    <a:gd name="connsiteY0" fmla="*/ 293751 h 293750"/>
                    <a:gd name="connsiteX1" fmla="*/ 156496 w 156495"/>
                    <a:gd name="connsiteY1" fmla="*/ 262604 h 293750"/>
                    <a:gd name="connsiteX2" fmla="*/ 149352 w 156495"/>
                    <a:gd name="connsiteY2" fmla="*/ 262604 h 293750"/>
                    <a:gd name="connsiteX3" fmla="*/ 125730 w 156495"/>
                    <a:gd name="connsiteY3" fmla="*/ 238982 h 293750"/>
                    <a:gd name="connsiteX4" fmla="*/ 125730 w 156495"/>
                    <a:gd name="connsiteY4" fmla="*/ 54769 h 293750"/>
                    <a:gd name="connsiteX5" fmla="*/ 149352 w 156495"/>
                    <a:gd name="connsiteY5" fmla="*/ 31147 h 293750"/>
                    <a:gd name="connsiteX6" fmla="*/ 156496 w 156495"/>
                    <a:gd name="connsiteY6" fmla="*/ 31147 h 293750"/>
                    <a:gd name="connsiteX7" fmla="*/ 156496 w 156495"/>
                    <a:gd name="connsiteY7" fmla="*/ 0 h 293750"/>
                    <a:gd name="connsiteX8" fmla="*/ 0 w 156495"/>
                    <a:gd name="connsiteY8" fmla="*/ 0 h 293750"/>
                    <a:gd name="connsiteX9" fmla="*/ 0 w 156495"/>
                    <a:gd name="connsiteY9" fmla="*/ 31147 h 293750"/>
                    <a:gd name="connsiteX10" fmla="*/ 7144 w 156495"/>
                    <a:gd name="connsiteY10" fmla="*/ 31147 h 293750"/>
                    <a:gd name="connsiteX11" fmla="*/ 30956 w 156495"/>
                    <a:gd name="connsiteY11" fmla="*/ 54769 h 293750"/>
                    <a:gd name="connsiteX12" fmla="*/ 30956 w 156495"/>
                    <a:gd name="connsiteY12" fmla="*/ 238982 h 293750"/>
                    <a:gd name="connsiteX13" fmla="*/ 7144 w 156495"/>
                    <a:gd name="connsiteY13" fmla="*/ 262604 h 293750"/>
                    <a:gd name="connsiteX14" fmla="*/ 0 w 156495"/>
                    <a:gd name="connsiteY14" fmla="*/ 262604 h 293750"/>
                    <a:gd name="connsiteX15" fmla="*/ 0 w 156495"/>
                    <a:gd name="connsiteY15" fmla="*/ 293751 h 293750"/>
                    <a:gd name="connsiteX16" fmla="*/ 156496 w 156495"/>
                    <a:gd name="connsiteY16" fmla="*/ 293751 h 2937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56495" h="293750">
                      <a:moveTo>
                        <a:pt x="156496" y="293751"/>
                      </a:moveTo>
                      <a:lnTo>
                        <a:pt x="156496" y="262604"/>
                      </a:lnTo>
                      <a:lnTo>
                        <a:pt x="149352" y="262604"/>
                      </a:lnTo>
                      <a:cubicBezTo>
                        <a:pt x="136398" y="262604"/>
                        <a:pt x="125730" y="251936"/>
                        <a:pt x="125730" y="238982"/>
                      </a:cubicBezTo>
                      <a:lnTo>
                        <a:pt x="125730" y="54769"/>
                      </a:lnTo>
                      <a:cubicBezTo>
                        <a:pt x="125730" y="41815"/>
                        <a:pt x="136303" y="31147"/>
                        <a:pt x="149352" y="31147"/>
                      </a:cubicBezTo>
                      <a:lnTo>
                        <a:pt x="156496" y="31147"/>
                      </a:lnTo>
                      <a:lnTo>
                        <a:pt x="156496" y="0"/>
                      </a:lnTo>
                      <a:lnTo>
                        <a:pt x="0" y="0"/>
                      </a:lnTo>
                      <a:lnTo>
                        <a:pt x="0" y="31147"/>
                      </a:lnTo>
                      <a:lnTo>
                        <a:pt x="7144" y="31147"/>
                      </a:lnTo>
                      <a:cubicBezTo>
                        <a:pt x="20383" y="31147"/>
                        <a:pt x="30956" y="41720"/>
                        <a:pt x="30956" y="54769"/>
                      </a:cubicBezTo>
                      <a:lnTo>
                        <a:pt x="30956" y="238982"/>
                      </a:lnTo>
                      <a:cubicBezTo>
                        <a:pt x="30956" y="251936"/>
                        <a:pt x="20383" y="262604"/>
                        <a:pt x="7144" y="262604"/>
                      </a:cubicBezTo>
                      <a:lnTo>
                        <a:pt x="0" y="262604"/>
                      </a:lnTo>
                      <a:lnTo>
                        <a:pt x="0" y="293751"/>
                      </a:lnTo>
                      <a:lnTo>
                        <a:pt x="156496" y="29375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  <p:sp>
              <p:nvSpPr>
                <p:cNvPr id="12" name="Freihandform: Form 11">
                  <a:extLst>
                    <a:ext uri="{FF2B5EF4-FFF2-40B4-BE49-F238E27FC236}">
                      <a16:creationId xmlns:a16="http://schemas.microsoft.com/office/drawing/2014/main" id="{BF12957F-B4EA-4B55-3259-2C65DDC6F5C2}"/>
                    </a:ext>
                  </a:extLst>
                </p:cNvPr>
                <p:cNvSpPr/>
                <p:nvPr/>
              </p:nvSpPr>
              <p:spPr>
                <a:xfrm>
                  <a:off x="5748718" y="3134295"/>
                  <a:ext cx="248983" cy="294132"/>
                </a:xfrm>
                <a:custGeom>
                  <a:avLst/>
                  <a:gdLst>
                    <a:gd name="connsiteX0" fmla="*/ 248983 w 248983"/>
                    <a:gd name="connsiteY0" fmla="*/ 294037 h 294132"/>
                    <a:gd name="connsiteX1" fmla="*/ 248983 w 248983"/>
                    <a:gd name="connsiteY1" fmla="*/ 198596 h 294132"/>
                    <a:gd name="connsiteX2" fmla="*/ 217361 w 248983"/>
                    <a:gd name="connsiteY2" fmla="*/ 198596 h 294132"/>
                    <a:gd name="connsiteX3" fmla="*/ 156496 w 248983"/>
                    <a:gd name="connsiteY3" fmla="*/ 262890 h 294132"/>
                    <a:gd name="connsiteX4" fmla="*/ 124873 w 248983"/>
                    <a:gd name="connsiteY4" fmla="*/ 262890 h 294132"/>
                    <a:gd name="connsiteX5" fmla="*/ 124873 w 248983"/>
                    <a:gd name="connsiteY5" fmla="*/ 162687 h 294132"/>
                    <a:gd name="connsiteX6" fmla="*/ 136112 w 248983"/>
                    <a:gd name="connsiteY6" fmla="*/ 162687 h 294132"/>
                    <a:gd name="connsiteX7" fmla="*/ 159925 w 248983"/>
                    <a:gd name="connsiteY7" fmla="*/ 186500 h 294132"/>
                    <a:gd name="connsiteX8" fmla="*/ 159925 w 248983"/>
                    <a:gd name="connsiteY8" fmla="*/ 198406 h 294132"/>
                    <a:gd name="connsiteX9" fmla="*/ 191071 w 248983"/>
                    <a:gd name="connsiteY9" fmla="*/ 198406 h 294132"/>
                    <a:gd name="connsiteX10" fmla="*/ 191071 w 248983"/>
                    <a:gd name="connsiteY10" fmla="*/ 95631 h 294132"/>
                    <a:gd name="connsiteX11" fmla="*/ 159925 w 248983"/>
                    <a:gd name="connsiteY11" fmla="*/ 95631 h 294132"/>
                    <a:gd name="connsiteX12" fmla="*/ 159925 w 248983"/>
                    <a:gd name="connsiteY12" fmla="*/ 107537 h 294132"/>
                    <a:gd name="connsiteX13" fmla="*/ 136112 w 248983"/>
                    <a:gd name="connsiteY13" fmla="*/ 131350 h 294132"/>
                    <a:gd name="connsiteX14" fmla="*/ 124873 w 248983"/>
                    <a:gd name="connsiteY14" fmla="*/ 131350 h 294132"/>
                    <a:gd name="connsiteX15" fmla="*/ 124873 w 248983"/>
                    <a:gd name="connsiteY15" fmla="*/ 31147 h 294132"/>
                    <a:gd name="connsiteX16" fmla="*/ 156496 w 248983"/>
                    <a:gd name="connsiteY16" fmla="*/ 31147 h 294132"/>
                    <a:gd name="connsiteX17" fmla="*/ 217361 w 248983"/>
                    <a:gd name="connsiteY17" fmla="*/ 95441 h 294132"/>
                    <a:gd name="connsiteX18" fmla="*/ 248983 w 248983"/>
                    <a:gd name="connsiteY18" fmla="*/ 95441 h 294132"/>
                    <a:gd name="connsiteX19" fmla="*/ 248983 w 248983"/>
                    <a:gd name="connsiteY19" fmla="*/ 0 h 294132"/>
                    <a:gd name="connsiteX20" fmla="*/ 0 w 248983"/>
                    <a:gd name="connsiteY20" fmla="*/ 0 h 294132"/>
                    <a:gd name="connsiteX21" fmla="*/ 0 w 248983"/>
                    <a:gd name="connsiteY21" fmla="*/ 31337 h 294132"/>
                    <a:gd name="connsiteX22" fmla="*/ 7144 w 248983"/>
                    <a:gd name="connsiteY22" fmla="*/ 31337 h 294132"/>
                    <a:gd name="connsiteX23" fmla="*/ 30766 w 248983"/>
                    <a:gd name="connsiteY23" fmla="*/ 54959 h 294132"/>
                    <a:gd name="connsiteX24" fmla="*/ 30766 w 248983"/>
                    <a:gd name="connsiteY24" fmla="*/ 239173 h 294132"/>
                    <a:gd name="connsiteX25" fmla="*/ 7144 w 248983"/>
                    <a:gd name="connsiteY25" fmla="*/ 262795 h 294132"/>
                    <a:gd name="connsiteX26" fmla="*/ 0 w 248983"/>
                    <a:gd name="connsiteY26" fmla="*/ 262795 h 294132"/>
                    <a:gd name="connsiteX27" fmla="*/ 0 w 248983"/>
                    <a:gd name="connsiteY27" fmla="*/ 293942 h 294132"/>
                    <a:gd name="connsiteX28" fmla="*/ 248983 w 248983"/>
                    <a:gd name="connsiteY28" fmla="*/ 294132 h 2941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48983" h="294132">
                      <a:moveTo>
                        <a:pt x="248983" y="294037"/>
                      </a:moveTo>
                      <a:lnTo>
                        <a:pt x="248983" y="198596"/>
                      </a:lnTo>
                      <a:lnTo>
                        <a:pt x="217361" y="198596"/>
                      </a:lnTo>
                      <a:cubicBezTo>
                        <a:pt x="217361" y="198596"/>
                        <a:pt x="211550" y="262890"/>
                        <a:pt x="156496" y="262890"/>
                      </a:cubicBezTo>
                      <a:lnTo>
                        <a:pt x="124873" y="262890"/>
                      </a:lnTo>
                      <a:lnTo>
                        <a:pt x="124873" y="162687"/>
                      </a:lnTo>
                      <a:lnTo>
                        <a:pt x="136112" y="162687"/>
                      </a:lnTo>
                      <a:cubicBezTo>
                        <a:pt x="149352" y="162687"/>
                        <a:pt x="159925" y="173355"/>
                        <a:pt x="159925" y="186500"/>
                      </a:cubicBezTo>
                      <a:lnTo>
                        <a:pt x="159925" y="198406"/>
                      </a:lnTo>
                      <a:lnTo>
                        <a:pt x="191071" y="198406"/>
                      </a:lnTo>
                      <a:lnTo>
                        <a:pt x="191071" y="95631"/>
                      </a:lnTo>
                      <a:lnTo>
                        <a:pt x="159925" y="95631"/>
                      </a:lnTo>
                      <a:lnTo>
                        <a:pt x="159925" y="107537"/>
                      </a:lnTo>
                      <a:cubicBezTo>
                        <a:pt x="159925" y="120777"/>
                        <a:pt x="149352" y="131350"/>
                        <a:pt x="136112" y="131350"/>
                      </a:cubicBezTo>
                      <a:lnTo>
                        <a:pt x="124873" y="131350"/>
                      </a:lnTo>
                      <a:lnTo>
                        <a:pt x="124873" y="31147"/>
                      </a:lnTo>
                      <a:lnTo>
                        <a:pt x="156496" y="31147"/>
                      </a:lnTo>
                      <a:cubicBezTo>
                        <a:pt x="211455" y="31147"/>
                        <a:pt x="217361" y="95441"/>
                        <a:pt x="217361" y="95441"/>
                      </a:cubicBezTo>
                      <a:lnTo>
                        <a:pt x="248983" y="95441"/>
                      </a:lnTo>
                      <a:lnTo>
                        <a:pt x="248983" y="0"/>
                      </a:lnTo>
                      <a:lnTo>
                        <a:pt x="0" y="0"/>
                      </a:lnTo>
                      <a:lnTo>
                        <a:pt x="0" y="31337"/>
                      </a:lnTo>
                      <a:lnTo>
                        <a:pt x="7144" y="31337"/>
                      </a:lnTo>
                      <a:cubicBezTo>
                        <a:pt x="20098" y="31337"/>
                        <a:pt x="30766" y="42005"/>
                        <a:pt x="30766" y="54959"/>
                      </a:cubicBezTo>
                      <a:lnTo>
                        <a:pt x="30766" y="239173"/>
                      </a:lnTo>
                      <a:cubicBezTo>
                        <a:pt x="30766" y="252127"/>
                        <a:pt x="20193" y="262795"/>
                        <a:pt x="7144" y="262795"/>
                      </a:cubicBezTo>
                      <a:lnTo>
                        <a:pt x="0" y="262795"/>
                      </a:lnTo>
                      <a:lnTo>
                        <a:pt x="0" y="293942"/>
                      </a:lnTo>
                      <a:lnTo>
                        <a:pt x="248983" y="294132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  <p:sp>
              <p:nvSpPr>
                <p:cNvPr id="13" name="Freihandform: Form 12">
                  <a:extLst>
                    <a:ext uri="{FF2B5EF4-FFF2-40B4-BE49-F238E27FC236}">
                      <a16:creationId xmlns:a16="http://schemas.microsoft.com/office/drawing/2014/main" id="{36032F4D-FA47-181A-12C2-E30D17435B8C}"/>
                    </a:ext>
                  </a:extLst>
                </p:cNvPr>
                <p:cNvSpPr/>
                <p:nvPr/>
              </p:nvSpPr>
              <p:spPr>
                <a:xfrm>
                  <a:off x="6217588" y="3134295"/>
                  <a:ext cx="237562" cy="293941"/>
                </a:xfrm>
                <a:custGeom>
                  <a:avLst/>
                  <a:gdLst>
                    <a:gd name="connsiteX0" fmla="*/ 133586 w 237562"/>
                    <a:gd name="connsiteY0" fmla="*/ 30956 h 293941"/>
                    <a:gd name="connsiteX1" fmla="*/ 201976 w 237562"/>
                    <a:gd name="connsiteY1" fmla="*/ 95250 h 293941"/>
                    <a:gd name="connsiteX2" fmla="*/ 232551 w 237562"/>
                    <a:gd name="connsiteY2" fmla="*/ 95250 h 293941"/>
                    <a:gd name="connsiteX3" fmla="*/ 232551 w 237562"/>
                    <a:gd name="connsiteY3" fmla="*/ 0 h 293941"/>
                    <a:gd name="connsiteX4" fmla="*/ 6713 w 237562"/>
                    <a:gd name="connsiteY4" fmla="*/ 0 h 293941"/>
                    <a:gd name="connsiteX5" fmla="*/ 64339 w 237562"/>
                    <a:gd name="connsiteY5" fmla="*/ 151733 h 293941"/>
                    <a:gd name="connsiteX6" fmla="*/ 132348 w 237562"/>
                    <a:gd name="connsiteY6" fmla="*/ 262795 h 293941"/>
                    <a:gd name="connsiteX7" fmla="*/ 94248 w 237562"/>
                    <a:gd name="connsiteY7" fmla="*/ 262795 h 293941"/>
                    <a:gd name="connsiteX8" fmla="*/ 33383 w 237562"/>
                    <a:gd name="connsiteY8" fmla="*/ 198501 h 293941"/>
                    <a:gd name="connsiteX9" fmla="*/ 1760 w 237562"/>
                    <a:gd name="connsiteY9" fmla="*/ 198501 h 293941"/>
                    <a:gd name="connsiteX10" fmla="*/ 1760 w 237562"/>
                    <a:gd name="connsiteY10" fmla="*/ 293942 h 293941"/>
                    <a:gd name="connsiteX11" fmla="*/ 229312 w 237562"/>
                    <a:gd name="connsiteY11" fmla="*/ 293942 h 293941"/>
                    <a:gd name="connsiteX12" fmla="*/ 168257 w 237562"/>
                    <a:gd name="connsiteY12" fmla="*/ 133731 h 293941"/>
                    <a:gd name="connsiteX13" fmla="*/ 104821 w 237562"/>
                    <a:gd name="connsiteY13" fmla="*/ 30671 h 293941"/>
                    <a:gd name="connsiteX14" fmla="*/ 133586 w 237562"/>
                    <a:gd name="connsiteY14" fmla="*/ 30861 h 2939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237562" h="293941">
                      <a:moveTo>
                        <a:pt x="133586" y="30956"/>
                      </a:moveTo>
                      <a:cubicBezTo>
                        <a:pt x="197023" y="30956"/>
                        <a:pt x="201976" y="95250"/>
                        <a:pt x="201976" y="95250"/>
                      </a:cubicBezTo>
                      <a:lnTo>
                        <a:pt x="232551" y="95250"/>
                      </a:lnTo>
                      <a:lnTo>
                        <a:pt x="232551" y="0"/>
                      </a:lnTo>
                      <a:lnTo>
                        <a:pt x="6713" y="0"/>
                      </a:lnTo>
                      <a:cubicBezTo>
                        <a:pt x="6713" y="0"/>
                        <a:pt x="-29006" y="46768"/>
                        <a:pt x="64339" y="151733"/>
                      </a:cubicBezTo>
                      <a:cubicBezTo>
                        <a:pt x="64339" y="151733"/>
                        <a:pt x="130538" y="228981"/>
                        <a:pt x="132348" y="262795"/>
                      </a:cubicBezTo>
                      <a:lnTo>
                        <a:pt x="94248" y="262795"/>
                      </a:lnTo>
                      <a:cubicBezTo>
                        <a:pt x="39289" y="262795"/>
                        <a:pt x="33383" y="198501"/>
                        <a:pt x="33383" y="198501"/>
                      </a:cubicBezTo>
                      <a:lnTo>
                        <a:pt x="1760" y="198501"/>
                      </a:lnTo>
                      <a:lnTo>
                        <a:pt x="1760" y="293942"/>
                      </a:lnTo>
                      <a:lnTo>
                        <a:pt x="229312" y="293942"/>
                      </a:lnTo>
                      <a:cubicBezTo>
                        <a:pt x="229312" y="293942"/>
                        <a:pt x="270651" y="249365"/>
                        <a:pt x="168257" y="133731"/>
                      </a:cubicBezTo>
                      <a:cubicBezTo>
                        <a:pt x="168257" y="133731"/>
                        <a:pt x="114536" y="78581"/>
                        <a:pt x="104821" y="30671"/>
                      </a:cubicBezTo>
                      <a:lnTo>
                        <a:pt x="133586" y="3086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  <p:sp>
              <p:nvSpPr>
                <p:cNvPr id="14" name="Freihandform: Form 13">
                  <a:extLst>
                    <a:ext uri="{FF2B5EF4-FFF2-40B4-BE49-F238E27FC236}">
                      <a16:creationId xmlns:a16="http://schemas.microsoft.com/office/drawing/2014/main" id="{1C736AA4-C56E-F35C-2BDC-944AA91655A2}"/>
                    </a:ext>
                  </a:extLst>
                </p:cNvPr>
                <p:cNvSpPr/>
                <p:nvPr/>
              </p:nvSpPr>
              <p:spPr>
                <a:xfrm>
                  <a:off x="6481716" y="3134295"/>
                  <a:ext cx="237562" cy="293941"/>
                </a:xfrm>
                <a:custGeom>
                  <a:avLst/>
                  <a:gdLst>
                    <a:gd name="connsiteX0" fmla="*/ 133586 w 237562"/>
                    <a:gd name="connsiteY0" fmla="*/ 30956 h 293941"/>
                    <a:gd name="connsiteX1" fmla="*/ 201976 w 237562"/>
                    <a:gd name="connsiteY1" fmla="*/ 95250 h 293941"/>
                    <a:gd name="connsiteX2" fmla="*/ 232265 w 237562"/>
                    <a:gd name="connsiteY2" fmla="*/ 95250 h 293941"/>
                    <a:gd name="connsiteX3" fmla="*/ 232265 w 237562"/>
                    <a:gd name="connsiteY3" fmla="*/ 0 h 293941"/>
                    <a:gd name="connsiteX4" fmla="*/ 6713 w 237562"/>
                    <a:gd name="connsiteY4" fmla="*/ 0 h 293941"/>
                    <a:gd name="connsiteX5" fmla="*/ 64339 w 237562"/>
                    <a:gd name="connsiteY5" fmla="*/ 151733 h 293941"/>
                    <a:gd name="connsiteX6" fmla="*/ 132348 w 237562"/>
                    <a:gd name="connsiteY6" fmla="*/ 262795 h 293941"/>
                    <a:gd name="connsiteX7" fmla="*/ 94248 w 237562"/>
                    <a:gd name="connsiteY7" fmla="*/ 262795 h 293941"/>
                    <a:gd name="connsiteX8" fmla="*/ 33383 w 237562"/>
                    <a:gd name="connsiteY8" fmla="*/ 198501 h 293941"/>
                    <a:gd name="connsiteX9" fmla="*/ 1760 w 237562"/>
                    <a:gd name="connsiteY9" fmla="*/ 198501 h 293941"/>
                    <a:gd name="connsiteX10" fmla="*/ 1760 w 237562"/>
                    <a:gd name="connsiteY10" fmla="*/ 293942 h 293941"/>
                    <a:gd name="connsiteX11" fmla="*/ 229313 w 237562"/>
                    <a:gd name="connsiteY11" fmla="*/ 293942 h 293941"/>
                    <a:gd name="connsiteX12" fmla="*/ 168257 w 237562"/>
                    <a:gd name="connsiteY12" fmla="*/ 133731 h 293941"/>
                    <a:gd name="connsiteX13" fmla="*/ 104821 w 237562"/>
                    <a:gd name="connsiteY13" fmla="*/ 30671 h 293941"/>
                    <a:gd name="connsiteX14" fmla="*/ 133586 w 237562"/>
                    <a:gd name="connsiteY14" fmla="*/ 30861 h 2939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237562" h="293941">
                      <a:moveTo>
                        <a:pt x="133586" y="30956"/>
                      </a:moveTo>
                      <a:cubicBezTo>
                        <a:pt x="196832" y="30956"/>
                        <a:pt x="201976" y="95250"/>
                        <a:pt x="201976" y="95250"/>
                      </a:cubicBezTo>
                      <a:lnTo>
                        <a:pt x="232265" y="95250"/>
                      </a:lnTo>
                      <a:lnTo>
                        <a:pt x="232265" y="0"/>
                      </a:lnTo>
                      <a:lnTo>
                        <a:pt x="6713" y="0"/>
                      </a:lnTo>
                      <a:cubicBezTo>
                        <a:pt x="6713" y="0"/>
                        <a:pt x="-29006" y="46768"/>
                        <a:pt x="64339" y="151733"/>
                      </a:cubicBezTo>
                      <a:cubicBezTo>
                        <a:pt x="64339" y="151733"/>
                        <a:pt x="130538" y="228981"/>
                        <a:pt x="132348" y="262795"/>
                      </a:cubicBezTo>
                      <a:lnTo>
                        <a:pt x="94248" y="262795"/>
                      </a:lnTo>
                      <a:cubicBezTo>
                        <a:pt x="39289" y="262795"/>
                        <a:pt x="33383" y="198501"/>
                        <a:pt x="33383" y="198501"/>
                      </a:cubicBezTo>
                      <a:lnTo>
                        <a:pt x="1760" y="198501"/>
                      </a:lnTo>
                      <a:lnTo>
                        <a:pt x="1760" y="293942"/>
                      </a:lnTo>
                      <a:lnTo>
                        <a:pt x="229313" y="293942"/>
                      </a:lnTo>
                      <a:cubicBezTo>
                        <a:pt x="229313" y="293942"/>
                        <a:pt x="270651" y="249365"/>
                        <a:pt x="168257" y="133731"/>
                      </a:cubicBezTo>
                      <a:cubicBezTo>
                        <a:pt x="168257" y="133731"/>
                        <a:pt x="114536" y="78581"/>
                        <a:pt x="104821" y="30671"/>
                      </a:cubicBezTo>
                      <a:lnTo>
                        <a:pt x="133586" y="3086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</p:grpSp>
        </p:grpSp>
      </p:grp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CF36A127-F52A-9669-A82D-32F6C1FF95AC}"/>
              </a:ext>
            </a:extLst>
          </p:cNvPr>
          <p:cNvGrpSpPr/>
          <p:nvPr userDrawn="1"/>
        </p:nvGrpSpPr>
        <p:grpSpPr>
          <a:xfrm>
            <a:off x="307324" y="-697715"/>
            <a:ext cx="11367557" cy="411958"/>
            <a:chOff x="307324" y="6944501"/>
            <a:chExt cx="11367557" cy="411958"/>
          </a:xfrm>
        </p:grpSpPr>
        <p:grpSp>
          <p:nvGrpSpPr>
            <p:cNvPr id="3" name="Gruppieren 2">
              <a:extLst>
                <a:ext uri="{FF2B5EF4-FFF2-40B4-BE49-F238E27FC236}">
                  <a16:creationId xmlns:a16="http://schemas.microsoft.com/office/drawing/2014/main" id="{0E7A3177-4137-461B-76E6-B4D218C847E2}"/>
                </a:ext>
              </a:extLst>
            </p:cNvPr>
            <p:cNvGrpSpPr/>
            <p:nvPr/>
          </p:nvGrpSpPr>
          <p:grpSpPr>
            <a:xfrm rot="16200000">
              <a:off x="205653" y="7046174"/>
              <a:ext cx="411956" cy="208614"/>
              <a:chOff x="-615197" y="4303061"/>
              <a:chExt cx="411956" cy="208614"/>
            </a:xfrm>
          </p:grpSpPr>
          <p:cxnSp>
            <p:nvCxnSpPr>
              <p:cNvPr id="24" name="Gerader Verbinder 23">
                <a:extLst>
                  <a:ext uri="{FF2B5EF4-FFF2-40B4-BE49-F238E27FC236}">
                    <a16:creationId xmlns:a16="http://schemas.microsoft.com/office/drawing/2014/main" id="{C27BCE4E-0EB4-7BCB-CCA4-FE2ACE4387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DA7E7A3A-CAC0-2646-43E9-3B1CD4DDA4CF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15.50</a:t>
                </a:r>
              </a:p>
            </p:txBody>
          </p:sp>
        </p:grpSp>
        <p:grpSp>
          <p:nvGrpSpPr>
            <p:cNvPr id="4" name="Gruppieren 3">
              <a:extLst>
                <a:ext uri="{FF2B5EF4-FFF2-40B4-BE49-F238E27FC236}">
                  <a16:creationId xmlns:a16="http://schemas.microsoft.com/office/drawing/2014/main" id="{B4A3517B-8675-1F4F-E9A0-6FD5F1515243}"/>
                </a:ext>
              </a:extLst>
            </p:cNvPr>
            <p:cNvGrpSpPr/>
            <p:nvPr/>
          </p:nvGrpSpPr>
          <p:grpSpPr>
            <a:xfrm rot="16200000">
              <a:off x="5641253" y="7046174"/>
              <a:ext cx="411956" cy="208614"/>
              <a:chOff x="-615197" y="4303061"/>
              <a:chExt cx="411956" cy="208614"/>
            </a:xfrm>
          </p:grpSpPr>
          <p:cxnSp>
            <p:nvCxnSpPr>
              <p:cNvPr id="22" name="Gerader Verbinder 21">
                <a:extLst>
                  <a:ext uri="{FF2B5EF4-FFF2-40B4-BE49-F238E27FC236}">
                    <a16:creationId xmlns:a16="http://schemas.microsoft.com/office/drawing/2014/main" id="{E7B0788F-8BFB-0B22-F578-4B0E997E52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99C1A79A-8A91-7D87-EE17-31F2727FF54D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00.40</a:t>
                </a:r>
              </a:p>
            </p:txBody>
          </p:sp>
        </p:grpSp>
        <p:grpSp>
          <p:nvGrpSpPr>
            <p:cNvPr id="15" name="Gruppieren 14">
              <a:extLst>
                <a:ext uri="{FF2B5EF4-FFF2-40B4-BE49-F238E27FC236}">
                  <a16:creationId xmlns:a16="http://schemas.microsoft.com/office/drawing/2014/main" id="{0649F536-E39D-57F9-2BD6-BC07EDBC9998}"/>
                </a:ext>
              </a:extLst>
            </p:cNvPr>
            <p:cNvGrpSpPr/>
            <p:nvPr/>
          </p:nvGrpSpPr>
          <p:grpSpPr>
            <a:xfrm rot="5400000">
              <a:off x="6093326" y="7050196"/>
              <a:ext cx="411957" cy="200568"/>
              <a:chOff x="-615198" y="4354167"/>
              <a:chExt cx="411957" cy="200568"/>
            </a:xfrm>
          </p:grpSpPr>
          <p:cxnSp>
            <p:nvCxnSpPr>
              <p:cNvPr id="20" name="Gerader Verbinder 19">
                <a:extLst>
                  <a:ext uri="{FF2B5EF4-FFF2-40B4-BE49-F238E27FC236}">
                    <a16:creationId xmlns:a16="http://schemas.microsoft.com/office/drawing/2014/main" id="{5989117D-F92D-1E8E-C2D5-87EA38164A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1443DCCF-FDF7-9F8F-DB42-51BA5AC1AC0B}"/>
                  </a:ext>
                </a:extLst>
              </p:cNvPr>
              <p:cNvSpPr txBox="1"/>
              <p:nvPr/>
            </p:nvSpPr>
            <p:spPr>
              <a:xfrm rot="10800000">
                <a:off x="-615198" y="4354167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00.40</a:t>
                </a:r>
              </a:p>
            </p:txBody>
          </p:sp>
        </p:grpSp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891BF904-0936-0F1A-B6E1-699D9F5A62E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890022" y="7150480"/>
              <a:ext cx="411956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Gruppieren 16">
              <a:extLst>
                <a:ext uri="{FF2B5EF4-FFF2-40B4-BE49-F238E27FC236}">
                  <a16:creationId xmlns:a16="http://schemas.microsoft.com/office/drawing/2014/main" id="{C275A77F-26D6-CA4D-8EA8-67BC9DB13DE0}"/>
                </a:ext>
              </a:extLst>
            </p:cNvPr>
            <p:cNvGrpSpPr/>
            <p:nvPr/>
          </p:nvGrpSpPr>
          <p:grpSpPr>
            <a:xfrm rot="16200000">
              <a:off x="11364596" y="7046174"/>
              <a:ext cx="411956" cy="208614"/>
              <a:chOff x="-615197" y="4303061"/>
              <a:chExt cx="411956" cy="208614"/>
            </a:xfrm>
          </p:grpSpPr>
          <p:cxnSp>
            <p:nvCxnSpPr>
              <p:cNvPr id="18" name="Gerader Verbinder 17">
                <a:extLst>
                  <a:ext uri="{FF2B5EF4-FFF2-40B4-BE49-F238E27FC236}">
                    <a16:creationId xmlns:a16="http://schemas.microsoft.com/office/drawing/2014/main" id="{D6ADDB0E-9DBD-96DC-0BAD-91D1E48FB87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A997BDCA-D2AD-A9C1-6433-3FBE82696256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15.50</a:t>
                </a:r>
              </a:p>
            </p:txBody>
          </p:sp>
        </p:grp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4773BFAE-29EC-E34A-EDC6-A9F59CA4517B}"/>
              </a:ext>
            </a:extLst>
          </p:cNvPr>
          <p:cNvGrpSpPr/>
          <p:nvPr userDrawn="1"/>
        </p:nvGrpSpPr>
        <p:grpSpPr>
          <a:xfrm>
            <a:off x="-697714" y="80201"/>
            <a:ext cx="411956" cy="6713707"/>
            <a:chOff x="-502267" y="80201"/>
            <a:chExt cx="411956" cy="6713707"/>
          </a:xfrm>
        </p:grpSpPr>
        <p:grpSp>
          <p:nvGrpSpPr>
            <p:cNvPr id="27" name="Gruppieren 26">
              <a:extLst>
                <a:ext uri="{FF2B5EF4-FFF2-40B4-BE49-F238E27FC236}">
                  <a16:creationId xmlns:a16="http://schemas.microsoft.com/office/drawing/2014/main" id="{2C6E8878-2B7F-367C-BEDA-262D72C750E4}"/>
                </a:ext>
              </a:extLst>
            </p:cNvPr>
            <p:cNvGrpSpPr/>
            <p:nvPr/>
          </p:nvGrpSpPr>
          <p:grpSpPr>
            <a:xfrm>
              <a:off x="-502267" y="6593340"/>
              <a:ext cx="411956" cy="200568"/>
              <a:chOff x="-615197" y="4452994"/>
              <a:chExt cx="411956" cy="200568"/>
            </a:xfrm>
          </p:grpSpPr>
          <p:sp>
            <p:nvSpPr>
              <p:cNvPr id="62" name="Textfeld 61">
                <a:extLst>
                  <a:ext uri="{FF2B5EF4-FFF2-40B4-BE49-F238E27FC236}">
                    <a16:creationId xmlns:a16="http://schemas.microsoft.com/office/drawing/2014/main" id="{B88F6540-EA0B-7C16-A200-DC179C58B322}"/>
                  </a:ext>
                </a:extLst>
              </p:cNvPr>
              <p:cNvSpPr txBox="1"/>
              <p:nvPr/>
            </p:nvSpPr>
            <p:spPr>
              <a:xfrm>
                <a:off x="-615197" y="4452994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08.92</a:t>
                </a:r>
              </a:p>
            </p:txBody>
          </p:sp>
          <p:cxnSp>
            <p:nvCxnSpPr>
              <p:cNvPr id="63" name="Gerader Verbinder 62">
                <a:extLst>
                  <a:ext uri="{FF2B5EF4-FFF2-40B4-BE49-F238E27FC236}">
                    <a16:creationId xmlns:a16="http://schemas.microsoft.com/office/drawing/2014/main" id="{69FF2771-38CB-E0EC-79A6-0A0D1E3420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497389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Gruppieren 27">
              <a:extLst>
                <a:ext uri="{FF2B5EF4-FFF2-40B4-BE49-F238E27FC236}">
                  <a16:creationId xmlns:a16="http://schemas.microsoft.com/office/drawing/2014/main" id="{5DA5BFE7-8B32-B70F-75B7-B463BC8CDC87}"/>
                </a:ext>
              </a:extLst>
            </p:cNvPr>
            <p:cNvGrpSpPr/>
            <p:nvPr/>
          </p:nvGrpSpPr>
          <p:grpSpPr>
            <a:xfrm>
              <a:off x="-502267" y="5876163"/>
              <a:ext cx="411956" cy="216662"/>
              <a:chOff x="-615197" y="4295013"/>
              <a:chExt cx="411956" cy="216662"/>
            </a:xfrm>
          </p:grpSpPr>
          <p:cxnSp>
            <p:nvCxnSpPr>
              <p:cNvPr id="60" name="Gerader Verbinder 59">
                <a:extLst>
                  <a:ext uri="{FF2B5EF4-FFF2-40B4-BE49-F238E27FC236}">
                    <a16:creationId xmlns:a16="http://schemas.microsoft.com/office/drawing/2014/main" id="{9B6AD65A-7D0B-30A1-CBD1-BBDC454CCA3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" name="Textfeld 60">
                <a:extLst>
                  <a:ext uri="{FF2B5EF4-FFF2-40B4-BE49-F238E27FC236}">
                    <a16:creationId xmlns:a16="http://schemas.microsoft.com/office/drawing/2014/main" id="{D4C81557-D488-3FDF-CF8F-5E786CC3010E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07.40</a:t>
                </a:r>
              </a:p>
            </p:txBody>
          </p:sp>
        </p:grpSp>
        <p:grpSp>
          <p:nvGrpSpPr>
            <p:cNvPr id="29" name="Gruppieren 28">
              <a:extLst>
                <a:ext uri="{FF2B5EF4-FFF2-40B4-BE49-F238E27FC236}">
                  <a16:creationId xmlns:a16="http://schemas.microsoft.com/office/drawing/2014/main" id="{AAD38B8D-C039-DE0A-6003-49FBDF9C29FA}"/>
                </a:ext>
              </a:extLst>
            </p:cNvPr>
            <p:cNvGrpSpPr/>
            <p:nvPr/>
          </p:nvGrpSpPr>
          <p:grpSpPr>
            <a:xfrm>
              <a:off x="-502267" y="3212338"/>
              <a:ext cx="411956" cy="216662"/>
              <a:chOff x="-615197" y="4295013"/>
              <a:chExt cx="411956" cy="216662"/>
            </a:xfrm>
          </p:grpSpPr>
          <p:cxnSp>
            <p:nvCxnSpPr>
              <p:cNvPr id="58" name="Gerader Verbinder 57">
                <a:extLst>
                  <a:ext uri="{FF2B5EF4-FFF2-40B4-BE49-F238E27FC236}">
                    <a16:creationId xmlns:a16="http://schemas.microsoft.com/office/drawing/2014/main" id="{91F137D8-77BA-0469-F6A3-5A1BA69390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Textfeld 58">
                <a:extLst>
                  <a:ext uri="{FF2B5EF4-FFF2-40B4-BE49-F238E27FC236}">
                    <a16:creationId xmlns:a16="http://schemas.microsoft.com/office/drawing/2014/main" id="{CAD9D55E-DEB8-BC5F-E4F7-30A660B95ED0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00.00</a:t>
                </a:r>
              </a:p>
            </p:txBody>
          </p:sp>
        </p:grpSp>
        <p:grpSp>
          <p:nvGrpSpPr>
            <p:cNvPr id="30" name="Gruppieren 29">
              <a:extLst>
                <a:ext uri="{FF2B5EF4-FFF2-40B4-BE49-F238E27FC236}">
                  <a16:creationId xmlns:a16="http://schemas.microsoft.com/office/drawing/2014/main" id="{BD4B73C3-EBAF-31CB-36E7-B4BA5AA57EDE}"/>
                </a:ext>
              </a:extLst>
            </p:cNvPr>
            <p:cNvGrpSpPr/>
            <p:nvPr/>
          </p:nvGrpSpPr>
          <p:grpSpPr>
            <a:xfrm>
              <a:off x="-502267" y="835851"/>
              <a:ext cx="411956" cy="216662"/>
              <a:chOff x="-615197" y="4295013"/>
              <a:chExt cx="411956" cy="216662"/>
            </a:xfrm>
          </p:grpSpPr>
          <p:cxnSp>
            <p:nvCxnSpPr>
              <p:cNvPr id="55" name="Gerader Verbinder 54">
                <a:extLst>
                  <a:ext uri="{FF2B5EF4-FFF2-40B4-BE49-F238E27FC236}">
                    <a16:creationId xmlns:a16="http://schemas.microsoft.com/office/drawing/2014/main" id="{93BAFE2B-64A8-AC25-E5F2-C23780527A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Textfeld 55">
                <a:extLst>
                  <a:ext uri="{FF2B5EF4-FFF2-40B4-BE49-F238E27FC236}">
                    <a16:creationId xmlns:a16="http://schemas.microsoft.com/office/drawing/2014/main" id="{748239C8-42C6-4D5E-8FFC-D79CB409DA6A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06.60</a:t>
                </a:r>
              </a:p>
            </p:txBody>
          </p:sp>
        </p:grpSp>
        <p:grpSp>
          <p:nvGrpSpPr>
            <p:cNvPr id="31" name="Gruppieren 30">
              <a:extLst>
                <a:ext uri="{FF2B5EF4-FFF2-40B4-BE49-F238E27FC236}">
                  <a16:creationId xmlns:a16="http://schemas.microsoft.com/office/drawing/2014/main" id="{2BFEE998-6D46-B5C0-E8FA-A4903B6D61A5}"/>
                </a:ext>
              </a:extLst>
            </p:cNvPr>
            <p:cNvGrpSpPr/>
            <p:nvPr/>
          </p:nvGrpSpPr>
          <p:grpSpPr>
            <a:xfrm>
              <a:off x="-502267" y="1412113"/>
              <a:ext cx="411956" cy="216662"/>
              <a:chOff x="-615197" y="4295013"/>
              <a:chExt cx="411956" cy="216662"/>
            </a:xfrm>
          </p:grpSpPr>
          <p:cxnSp>
            <p:nvCxnSpPr>
              <p:cNvPr id="35" name="Gerader Verbinder 34">
                <a:extLst>
                  <a:ext uri="{FF2B5EF4-FFF2-40B4-BE49-F238E27FC236}">
                    <a16:creationId xmlns:a16="http://schemas.microsoft.com/office/drawing/2014/main" id="{7625B978-E9CD-5075-DAD4-1A64FB2658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feld 35">
                <a:extLst>
                  <a:ext uri="{FF2B5EF4-FFF2-40B4-BE49-F238E27FC236}">
                    <a16:creationId xmlns:a16="http://schemas.microsoft.com/office/drawing/2014/main" id="{B7305642-2523-D003-3CD9-06CB11A195AA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05.00</a:t>
                </a:r>
              </a:p>
            </p:txBody>
          </p:sp>
        </p:grpSp>
        <p:grpSp>
          <p:nvGrpSpPr>
            <p:cNvPr id="32" name="Gruppieren 31">
              <a:extLst>
                <a:ext uri="{FF2B5EF4-FFF2-40B4-BE49-F238E27FC236}">
                  <a16:creationId xmlns:a16="http://schemas.microsoft.com/office/drawing/2014/main" id="{A2878070-F89B-F4DB-1099-02B006A36F1E}"/>
                </a:ext>
              </a:extLst>
            </p:cNvPr>
            <p:cNvGrpSpPr/>
            <p:nvPr/>
          </p:nvGrpSpPr>
          <p:grpSpPr>
            <a:xfrm>
              <a:off x="-502267" y="80201"/>
              <a:ext cx="411956" cy="216662"/>
              <a:chOff x="-615197" y="4258501"/>
              <a:chExt cx="411956" cy="216662"/>
            </a:xfrm>
          </p:grpSpPr>
          <p:cxnSp>
            <p:nvCxnSpPr>
              <p:cNvPr id="33" name="Gerader Verbinder 32">
                <a:extLst>
                  <a:ext uri="{FF2B5EF4-FFF2-40B4-BE49-F238E27FC236}">
                    <a16:creationId xmlns:a16="http://schemas.microsoft.com/office/drawing/2014/main" id="{DB0C857C-BFBF-D011-174D-DB21FBA5647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475163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Textfeld 33">
                <a:extLst>
                  <a:ext uri="{FF2B5EF4-FFF2-40B4-BE49-F238E27FC236}">
                    <a16:creationId xmlns:a16="http://schemas.microsoft.com/office/drawing/2014/main" id="{98D6552F-7319-00A6-BD8F-1ACD20518E6E}"/>
                  </a:ext>
                </a:extLst>
              </p:cNvPr>
              <p:cNvSpPr txBox="1"/>
              <p:nvPr/>
            </p:nvSpPr>
            <p:spPr>
              <a:xfrm>
                <a:off x="-615197" y="425850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08.70</a:t>
                </a:r>
              </a:p>
            </p:txBody>
          </p:sp>
        </p:grpSp>
      </p:grpSp>
      <p:grpSp>
        <p:nvGrpSpPr>
          <p:cNvPr id="64" name="Gruppieren 63">
            <a:extLst>
              <a:ext uri="{FF2B5EF4-FFF2-40B4-BE49-F238E27FC236}">
                <a16:creationId xmlns:a16="http://schemas.microsoft.com/office/drawing/2014/main" id="{6A71216E-D11F-6801-7E8B-88F77C194B23}"/>
              </a:ext>
            </a:extLst>
          </p:cNvPr>
          <p:cNvGrpSpPr/>
          <p:nvPr userDrawn="1"/>
        </p:nvGrpSpPr>
        <p:grpSpPr>
          <a:xfrm>
            <a:off x="5024731" y="2271830"/>
            <a:ext cx="2142538" cy="2169997"/>
            <a:chOff x="5024731" y="2271830"/>
            <a:chExt cx="2142538" cy="2169997"/>
          </a:xfrm>
        </p:grpSpPr>
        <p:sp>
          <p:nvSpPr>
            <p:cNvPr id="65" name="Freihandform: Form 64">
              <a:extLst>
                <a:ext uri="{FF2B5EF4-FFF2-40B4-BE49-F238E27FC236}">
                  <a16:creationId xmlns:a16="http://schemas.microsoft.com/office/drawing/2014/main" id="{EF3454DC-AE98-9DA1-D02A-F75564B51EAF}"/>
                </a:ext>
              </a:extLst>
            </p:cNvPr>
            <p:cNvSpPr/>
            <p:nvPr/>
          </p:nvSpPr>
          <p:spPr>
            <a:xfrm>
              <a:off x="5024731" y="4114829"/>
              <a:ext cx="2142538" cy="326998"/>
            </a:xfrm>
            <a:custGeom>
              <a:avLst/>
              <a:gdLst>
                <a:gd name="connsiteX0" fmla="*/ 1957197 w 2028921"/>
                <a:gd name="connsiteY0" fmla="*/ 94202 h 309658"/>
                <a:gd name="connsiteX1" fmla="*/ 1937576 w 2028921"/>
                <a:gd name="connsiteY1" fmla="*/ 99631 h 309658"/>
                <a:gd name="connsiteX2" fmla="*/ 1925670 w 2028921"/>
                <a:gd name="connsiteY2" fmla="*/ 113633 h 309658"/>
                <a:gd name="connsiteX3" fmla="*/ 1919764 w 2028921"/>
                <a:gd name="connsiteY3" fmla="*/ 132874 h 309658"/>
                <a:gd name="connsiteX4" fmla="*/ 1918240 w 2028921"/>
                <a:gd name="connsiteY4" fmla="*/ 153638 h 309658"/>
                <a:gd name="connsiteX5" fmla="*/ 1919955 w 2028921"/>
                <a:gd name="connsiteY5" fmla="*/ 174403 h 309658"/>
                <a:gd name="connsiteX6" fmla="*/ 1925955 w 2028921"/>
                <a:gd name="connsiteY6" fmla="*/ 193738 h 309658"/>
                <a:gd name="connsiteX7" fmla="*/ 1937957 w 2028921"/>
                <a:gd name="connsiteY7" fmla="*/ 208312 h 309658"/>
                <a:gd name="connsiteX8" fmla="*/ 1957483 w 2028921"/>
                <a:gd name="connsiteY8" fmla="*/ 214027 h 309658"/>
                <a:gd name="connsiteX9" fmla="*/ 1976343 w 2028921"/>
                <a:gd name="connsiteY9" fmla="*/ 208121 h 309658"/>
                <a:gd name="connsiteX10" fmla="*/ 1988630 w 2028921"/>
                <a:gd name="connsiteY10" fmla="*/ 193453 h 309658"/>
                <a:gd name="connsiteX11" fmla="*/ 1995202 w 2028921"/>
                <a:gd name="connsiteY11" fmla="*/ 174022 h 309658"/>
                <a:gd name="connsiteX12" fmla="*/ 1997107 w 2028921"/>
                <a:gd name="connsiteY12" fmla="*/ 153638 h 309658"/>
                <a:gd name="connsiteX13" fmla="*/ 1995107 w 2028921"/>
                <a:gd name="connsiteY13" fmla="*/ 133350 h 309658"/>
                <a:gd name="connsiteX14" fmla="*/ 1988344 w 2028921"/>
                <a:gd name="connsiteY14" fmla="*/ 114109 h 309658"/>
                <a:gd name="connsiteX15" fmla="*/ 1976057 w 2028921"/>
                <a:gd name="connsiteY15" fmla="*/ 99727 h 309658"/>
                <a:gd name="connsiteX16" fmla="*/ 1957197 w 2028921"/>
                <a:gd name="connsiteY16" fmla="*/ 94202 h 309658"/>
                <a:gd name="connsiteX17" fmla="*/ 821437 w 2028921"/>
                <a:gd name="connsiteY17" fmla="*/ 94107 h 309658"/>
                <a:gd name="connsiteX18" fmla="*/ 801625 w 2028921"/>
                <a:gd name="connsiteY18" fmla="*/ 99536 h 309658"/>
                <a:gd name="connsiteX19" fmla="*/ 789623 w 2028921"/>
                <a:gd name="connsiteY19" fmla="*/ 113538 h 309658"/>
                <a:gd name="connsiteX20" fmla="*/ 783718 w 2028921"/>
                <a:gd name="connsiteY20" fmla="*/ 132779 h 309658"/>
                <a:gd name="connsiteX21" fmla="*/ 782194 w 2028921"/>
                <a:gd name="connsiteY21" fmla="*/ 153543 h 309658"/>
                <a:gd name="connsiteX22" fmla="*/ 783908 w 2028921"/>
                <a:gd name="connsiteY22" fmla="*/ 173165 h 309658"/>
                <a:gd name="connsiteX23" fmla="*/ 789909 w 2028921"/>
                <a:gd name="connsiteY23" fmla="*/ 191738 h 309658"/>
                <a:gd name="connsiteX24" fmla="*/ 801815 w 2028921"/>
                <a:gd name="connsiteY24" fmla="*/ 205169 h 309658"/>
                <a:gd name="connsiteX25" fmla="*/ 821151 w 2028921"/>
                <a:gd name="connsiteY25" fmla="*/ 210407 h 309658"/>
                <a:gd name="connsiteX26" fmla="*/ 840010 w 2028921"/>
                <a:gd name="connsiteY26" fmla="*/ 204978 h 309658"/>
                <a:gd name="connsiteX27" fmla="*/ 852298 w 2028921"/>
                <a:gd name="connsiteY27" fmla="*/ 191262 h 309658"/>
                <a:gd name="connsiteX28" fmla="*/ 859060 w 2028921"/>
                <a:gd name="connsiteY28" fmla="*/ 172974 h 309658"/>
                <a:gd name="connsiteX29" fmla="*/ 861061 w 2028921"/>
                <a:gd name="connsiteY29" fmla="*/ 153543 h 309658"/>
                <a:gd name="connsiteX30" fmla="*/ 859156 w 2028921"/>
                <a:gd name="connsiteY30" fmla="*/ 133255 h 309658"/>
                <a:gd name="connsiteX31" fmla="*/ 852584 w 2028921"/>
                <a:gd name="connsiteY31" fmla="*/ 114014 h 309658"/>
                <a:gd name="connsiteX32" fmla="*/ 840296 w 2028921"/>
                <a:gd name="connsiteY32" fmla="*/ 99632 h 309658"/>
                <a:gd name="connsiteX33" fmla="*/ 821437 w 2028921"/>
                <a:gd name="connsiteY33" fmla="*/ 94107 h 309658"/>
                <a:gd name="connsiteX34" fmla="*/ 1107663 w 2028921"/>
                <a:gd name="connsiteY34" fmla="*/ 93916 h 309658"/>
                <a:gd name="connsiteX35" fmla="*/ 1088803 w 2028921"/>
                <a:gd name="connsiteY35" fmla="*/ 99441 h 309658"/>
                <a:gd name="connsiteX36" fmla="*/ 1076516 w 2028921"/>
                <a:gd name="connsiteY36" fmla="*/ 113633 h 309658"/>
                <a:gd name="connsiteX37" fmla="*/ 1069753 w 2028921"/>
                <a:gd name="connsiteY37" fmla="*/ 132779 h 309658"/>
                <a:gd name="connsiteX38" fmla="*/ 1067753 w 2028921"/>
                <a:gd name="connsiteY38" fmla="*/ 153067 h 309658"/>
                <a:gd name="connsiteX39" fmla="*/ 1069658 w 2028921"/>
                <a:gd name="connsiteY39" fmla="*/ 173450 h 309658"/>
                <a:gd name="connsiteX40" fmla="*/ 1076135 w 2028921"/>
                <a:gd name="connsiteY40" fmla="*/ 193357 h 309658"/>
                <a:gd name="connsiteX41" fmla="*/ 1088422 w 2028921"/>
                <a:gd name="connsiteY41" fmla="*/ 208026 h 309658"/>
                <a:gd name="connsiteX42" fmla="*/ 1107281 w 2028921"/>
                <a:gd name="connsiteY42" fmla="*/ 213931 h 309658"/>
                <a:gd name="connsiteX43" fmla="*/ 1126808 w 2028921"/>
                <a:gd name="connsiteY43" fmla="*/ 208216 h 309658"/>
                <a:gd name="connsiteX44" fmla="*/ 1138809 w 2028921"/>
                <a:gd name="connsiteY44" fmla="*/ 193643 h 309658"/>
                <a:gd name="connsiteX45" fmla="*/ 1144905 w 2028921"/>
                <a:gd name="connsiteY45" fmla="*/ 174022 h 309658"/>
                <a:gd name="connsiteX46" fmla="*/ 1146620 w 2028921"/>
                <a:gd name="connsiteY46" fmla="*/ 153067 h 309658"/>
                <a:gd name="connsiteX47" fmla="*/ 1145096 w 2028921"/>
                <a:gd name="connsiteY47" fmla="*/ 132493 h 309658"/>
                <a:gd name="connsiteX48" fmla="*/ 1139190 w 2028921"/>
                <a:gd name="connsiteY48" fmla="*/ 113347 h 309658"/>
                <a:gd name="connsiteX49" fmla="*/ 1127284 w 2028921"/>
                <a:gd name="connsiteY49" fmla="*/ 99346 h 309658"/>
                <a:gd name="connsiteX50" fmla="*/ 1107663 w 2028921"/>
                <a:gd name="connsiteY50" fmla="*/ 93916 h 309658"/>
                <a:gd name="connsiteX51" fmla="*/ 1598676 w 2028921"/>
                <a:gd name="connsiteY51" fmla="*/ 93536 h 309658"/>
                <a:gd name="connsiteX52" fmla="*/ 1578673 w 2028921"/>
                <a:gd name="connsiteY52" fmla="*/ 98774 h 309658"/>
                <a:gd name="connsiteX53" fmla="*/ 1565434 w 2028921"/>
                <a:gd name="connsiteY53" fmla="*/ 112681 h 309658"/>
                <a:gd name="connsiteX54" fmla="*/ 1557909 w 2028921"/>
                <a:gd name="connsiteY54" fmla="*/ 131921 h 309658"/>
                <a:gd name="connsiteX55" fmla="*/ 1555528 w 2028921"/>
                <a:gd name="connsiteY55" fmla="*/ 153353 h 309658"/>
                <a:gd name="connsiteX56" fmla="*/ 1557909 w 2028921"/>
                <a:gd name="connsiteY56" fmla="*/ 175450 h 309658"/>
                <a:gd name="connsiteX57" fmla="*/ 1565148 w 2028921"/>
                <a:gd name="connsiteY57" fmla="*/ 195072 h 309658"/>
                <a:gd name="connsiteX58" fmla="*/ 1578578 w 2028921"/>
                <a:gd name="connsiteY58" fmla="*/ 208979 h 309658"/>
                <a:gd name="connsiteX59" fmla="*/ 1598580 w 2028921"/>
                <a:gd name="connsiteY59" fmla="*/ 214408 h 309658"/>
                <a:gd name="connsiteX60" fmla="*/ 1618392 w 2028921"/>
                <a:gd name="connsiteY60" fmla="*/ 208979 h 309658"/>
                <a:gd name="connsiteX61" fmla="*/ 1631823 w 2028921"/>
                <a:gd name="connsiteY61" fmla="*/ 195072 h 309658"/>
                <a:gd name="connsiteX62" fmla="*/ 1639347 w 2028921"/>
                <a:gd name="connsiteY62" fmla="*/ 175641 h 309658"/>
                <a:gd name="connsiteX63" fmla="*/ 1641729 w 2028921"/>
                <a:gd name="connsiteY63" fmla="*/ 153257 h 309658"/>
                <a:gd name="connsiteX64" fmla="*/ 1639538 w 2028921"/>
                <a:gd name="connsiteY64" fmla="*/ 131731 h 309658"/>
                <a:gd name="connsiteX65" fmla="*/ 1632204 w 2028921"/>
                <a:gd name="connsiteY65" fmla="*/ 112490 h 309658"/>
                <a:gd name="connsiteX66" fmla="*/ 1618964 w 2028921"/>
                <a:gd name="connsiteY66" fmla="*/ 98774 h 309658"/>
                <a:gd name="connsiteX67" fmla="*/ 1598676 w 2028921"/>
                <a:gd name="connsiteY67" fmla="*/ 93536 h 309658"/>
                <a:gd name="connsiteX68" fmla="*/ 1282922 w 2028921"/>
                <a:gd name="connsiteY68" fmla="*/ 91440 h 309658"/>
                <a:gd name="connsiteX69" fmla="*/ 1265587 w 2028921"/>
                <a:gd name="connsiteY69" fmla="*/ 95822 h 309658"/>
                <a:gd name="connsiteX70" fmla="*/ 1253299 w 2028921"/>
                <a:gd name="connsiteY70" fmla="*/ 107252 h 309658"/>
                <a:gd name="connsiteX71" fmla="*/ 1245775 w 2028921"/>
                <a:gd name="connsiteY71" fmla="*/ 123063 h 309658"/>
                <a:gd name="connsiteX72" fmla="*/ 1243012 w 2028921"/>
                <a:gd name="connsiteY72" fmla="*/ 140685 h 309658"/>
                <a:gd name="connsiteX73" fmla="*/ 1317776 w 2028921"/>
                <a:gd name="connsiteY73" fmla="*/ 140685 h 309658"/>
                <a:gd name="connsiteX74" fmla="*/ 1317784 w 2028921"/>
                <a:gd name="connsiteY74" fmla="*/ 140780 h 309658"/>
                <a:gd name="connsiteX75" fmla="*/ 1317784 w 2028921"/>
                <a:gd name="connsiteY75" fmla="*/ 140685 h 309658"/>
                <a:gd name="connsiteX76" fmla="*/ 1317776 w 2028921"/>
                <a:gd name="connsiteY76" fmla="*/ 140685 h 309658"/>
                <a:gd name="connsiteX77" fmla="*/ 1316260 w 2028921"/>
                <a:gd name="connsiteY77" fmla="*/ 122682 h 309658"/>
                <a:gd name="connsiteX78" fmla="*/ 1310831 w 2028921"/>
                <a:gd name="connsiteY78" fmla="*/ 106871 h 309658"/>
                <a:gd name="connsiteX79" fmla="*/ 1300258 w 2028921"/>
                <a:gd name="connsiteY79" fmla="*/ 95727 h 309658"/>
                <a:gd name="connsiteX80" fmla="*/ 1282922 w 2028921"/>
                <a:gd name="connsiteY80" fmla="*/ 91440 h 309658"/>
                <a:gd name="connsiteX81" fmla="*/ 396621 w 2028921"/>
                <a:gd name="connsiteY81" fmla="*/ 91440 h 309658"/>
                <a:gd name="connsiteX82" fmla="*/ 379286 w 2028921"/>
                <a:gd name="connsiteY82" fmla="*/ 95822 h 309658"/>
                <a:gd name="connsiteX83" fmla="*/ 366998 w 2028921"/>
                <a:gd name="connsiteY83" fmla="*/ 107252 h 309658"/>
                <a:gd name="connsiteX84" fmla="*/ 359474 w 2028921"/>
                <a:gd name="connsiteY84" fmla="*/ 123063 h 309658"/>
                <a:gd name="connsiteX85" fmla="*/ 356711 w 2028921"/>
                <a:gd name="connsiteY85" fmla="*/ 140685 h 309658"/>
                <a:gd name="connsiteX86" fmla="*/ 431475 w 2028921"/>
                <a:gd name="connsiteY86" fmla="*/ 140685 h 309658"/>
                <a:gd name="connsiteX87" fmla="*/ 431483 w 2028921"/>
                <a:gd name="connsiteY87" fmla="*/ 140780 h 309658"/>
                <a:gd name="connsiteX88" fmla="*/ 431483 w 2028921"/>
                <a:gd name="connsiteY88" fmla="*/ 140685 h 309658"/>
                <a:gd name="connsiteX89" fmla="*/ 431475 w 2028921"/>
                <a:gd name="connsiteY89" fmla="*/ 140685 h 309658"/>
                <a:gd name="connsiteX90" fmla="*/ 429959 w 2028921"/>
                <a:gd name="connsiteY90" fmla="*/ 122682 h 309658"/>
                <a:gd name="connsiteX91" fmla="*/ 424529 w 2028921"/>
                <a:gd name="connsiteY91" fmla="*/ 106871 h 309658"/>
                <a:gd name="connsiteX92" fmla="*/ 413957 w 2028921"/>
                <a:gd name="connsiteY92" fmla="*/ 95727 h 309658"/>
                <a:gd name="connsiteX93" fmla="*/ 396621 w 2028921"/>
                <a:gd name="connsiteY93" fmla="*/ 91440 h 309658"/>
                <a:gd name="connsiteX94" fmla="*/ 230505 w 2028921"/>
                <a:gd name="connsiteY94" fmla="*/ 91440 h 309658"/>
                <a:gd name="connsiteX95" fmla="*/ 213170 w 2028921"/>
                <a:gd name="connsiteY95" fmla="*/ 95822 h 309658"/>
                <a:gd name="connsiteX96" fmla="*/ 200883 w 2028921"/>
                <a:gd name="connsiteY96" fmla="*/ 107252 h 309658"/>
                <a:gd name="connsiteX97" fmla="*/ 193358 w 2028921"/>
                <a:gd name="connsiteY97" fmla="*/ 123063 h 309658"/>
                <a:gd name="connsiteX98" fmla="*/ 190596 w 2028921"/>
                <a:gd name="connsiteY98" fmla="*/ 140685 h 309658"/>
                <a:gd name="connsiteX99" fmla="*/ 265359 w 2028921"/>
                <a:gd name="connsiteY99" fmla="*/ 140685 h 309658"/>
                <a:gd name="connsiteX100" fmla="*/ 265367 w 2028921"/>
                <a:gd name="connsiteY100" fmla="*/ 140780 h 309658"/>
                <a:gd name="connsiteX101" fmla="*/ 265367 w 2028921"/>
                <a:gd name="connsiteY101" fmla="*/ 140685 h 309658"/>
                <a:gd name="connsiteX102" fmla="*/ 265359 w 2028921"/>
                <a:gd name="connsiteY102" fmla="*/ 140685 h 309658"/>
                <a:gd name="connsiteX103" fmla="*/ 263843 w 2028921"/>
                <a:gd name="connsiteY103" fmla="*/ 122682 h 309658"/>
                <a:gd name="connsiteX104" fmla="*/ 258413 w 2028921"/>
                <a:gd name="connsiteY104" fmla="*/ 106871 h 309658"/>
                <a:gd name="connsiteX105" fmla="*/ 247841 w 2028921"/>
                <a:gd name="connsiteY105" fmla="*/ 95727 h 309658"/>
                <a:gd name="connsiteX106" fmla="*/ 230505 w 2028921"/>
                <a:gd name="connsiteY106" fmla="*/ 91440 h 309658"/>
                <a:gd name="connsiteX107" fmla="*/ 499872 w 2028921"/>
                <a:gd name="connsiteY107" fmla="*/ 72199 h 309658"/>
                <a:gd name="connsiteX108" fmla="*/ 531114 w 2028921"/>
                <a:gd name="connsiteY108" fmla="*/ 72199 h 309658"/>
                <a:gd name="connsiteX109" fmla="*/ 531114 w 2028921"/>
                <a:gd name="connsiteY109" fmla="*/ 235553 h 309658"/>
                <a:gd name="connsiteX110" fmla="*/ 499872 w 2028921"/>
                <a:gd name="connsiteY110" fmla="*/ 235553 h 309658"/>
                <a:gd name="connsiteX111" fmla="*/ 1364361 w 2028921"/>
                <a:gd name="connsiteY111" fmla="*/ 72104 h 309658"/>
                <a:gd name="connsiteX112" fmla="*/ 1398365 w 2028921"/>
                <a:gd name="connsiteY112" fmla="*/ 72104 h 309658"/>
                <a:gd name="connsiteX113" fmla="*/ 1436465 w 2028921"/>
                <a:gd name="connsiteY113" fmla="*/ 206406 h 309658"/>
                <a:gd name="connsiteX114" fmla="*/ 1473899 w 2028921"/>
                <a:gd name="connsiteY114" fmla="*/ 72104 h 309658"/>
                <a:gd name="connsiteX115" fmla="*/ 1505712 w 2028921"/>
                <a:gd name="connsiteY115" fmla="*/ 72104 h 309658"/>
                <a:gd name="connsiteX116" fmla="*/ 1446086 w 2028921"/>
                <a:gd name="connsiteY116" fmla="*/ 257365 h 309658"/>
                <a:gd name="connsiteX117" fmla="*/ 1438942 w 2028921"/>
                <a:gd name="connsiteY117" fmla="*/ 276129 h 309658"/>
                <a:gd name="connsiteX118" fmla="*/ 1428940 w 2028921"/>
                <a:gd name="connsiteY118" fmla="*/ 292988 h 309658"/>
                <a:gd name="connsiteX119" fmla="*/ 1414462 w 2028921"/>
                <a:gd name="connsiteY119" fmla="*/ 305085 h 309658"/>
                <a:gd name="connsiteX120" fmla="*/ 1393698 w 2028921"/>
                <a:gd name="connsiteY120" fmla="*/ 309657 h 309658"/>
                <a:gd name="connsiteX121" fmla="*/ 1370933 w 2028921"/>
                <a:gd name="connsiteY121" fmla="*/ 307371 h 309658"/>
                <a:gd name="connsiteX122" fmla="*/ 1372838 w 2028921"/>
                <a:gd name="connsiteY122" fmla="*/ 282225 h 309658"/>
                <a:gd name="connsiteX123" fmla="*/ 1388174 w 2028921"/>
                <a:gd name="connsiteY123" fmla="*/ 284511 h 309658"/>
                <a:gd name="connsiteX124" fmla="*/ 1406081 w 2028921"/>
                <a:gd name="connsiteY124" fmla="*/ 276320 h 309658"/>
                <a:gd name="connsiteX125" fmla="*/ 1417129 w 2028921"/>
                <a:gd name="connsiteY125" fmla="*/ 251460 h 309658"/>
                <a:gd name="connsiteX126" fmla="*/ 1420273 w 2028921"/>
                <a:gd name="connsiteY126" fmla="*/ 241363 h 309658"/>
                <a:gd name="connsiteX127" fmla="*/ 1793272 w 2028921"/>
                <a:gd name="connsiteY127" fmla="*/ 68961 h 309658"/>
                <a:gd name="connsiteX128" fmla="*/ 1817752 w 2028921"/>
                <a:gd name="connsiteY128" fmla="*/ 73533 h 309658"/>
                <a:gd name="connsiteX129" fmla="*/ 1833944 w 2028921"/>
                <a:gd name="connsiteY129" fmla="*/ 86392 h 309658"/>
                <a:gd name="connsiteX130" fmla="*/ 1842802 w 2028921"/>
                <a:gd name="connsiteY130" fmla="*/ 106490 h 309658"/>
                <a:gd name="connsiteX131" fmla="*/ 1845565 w 2028921"/>
                <a:gd name="connsiteY131" fmla="*/ 132302 h 309658"/>
                <a:gd name="connsiteX132" fmla="*/ 1845565 w 2028921"/>
                <a:gd name="connsiteY132" fmla="*/ 235553 h 309658"/>
                <a:gd name="connsiteX133" fmla="*/ 1814037 w 2028921"/>
                <a:gd name="connsiteY133" fmla="*/ 235553 h 309658"/>
                <a:gd name="connsiteX134" fmla="*/ 1814037 w 2028921"/>
                <a:gd name="connsiteY134" fmla="*/ 139160 h 309658"/>
                <a:gd name="connsiteX135" fmla="*/ 1812989 w 2028921"/>
                <a:gd name="connsiteY135" fmla="*/ 122491 h 309658"/>
                <a:gd name="connsiteX136" fmla="*/ 1808608 w 2028921"/>
                <a:gd name="connsiteY136" fmla="*/ 108109 h 309658"/>
                <a:gd name="connsiteX137" fmla="*/ 1799273 w 2028921"/>
                <a:gd name="connsiteY137" fmla="*/ 98107 h 309658"/>
                <a:gd name="connsiteX138" fmla="*/ 1783176 w 2028921"/>
                <a:gd name="connsiteY138" fmla="*/ 94393 h 309658"/>
                <a:gd name="connsiteX139" fmla="*/ 1764888 w 2028921"/>
                <a:gd name="connsiteY139" fmla="*/ 98965 h 309658"/>
                <a:gd name="connsiteX140" fmla="*/ 1753172 w 2028921"/>
                <a:gd name="connsiteY140" fmla="*/ 110871 h 309658"/>
                <a:gd name="connsiteX141" fmla="*/ 1746886 w 2028921"/>
                <a:gd name="connsiteY141" fmla="*/ 127540 h 309658"/>
                <a:gd name="connsiteX142" fmla="*/ 1744981 w 2028921"/>
                <a:gd name="connsiteY142" fmla="*/ 146685 h 309658"/>
                <a:gd name="connsiteX143" fmla="*/ 1744981 w 2028921"/>
                <a:gd name="connsiteY143" fmla="*/ 235553 h 309658"/>
                <a:gd name="connsiteX144" fmla="*/ 1713929 w 2028921"/>
                <a:gd name="connsiteY144" fmla="*/ 235553 h 309658"/>
                <a:gd name="connsiteX145" fmla="*/ 1713929 w 2028921"/>
                <a:gd name="connsiteY145" fmla="*/ 109728 h 309658"/>
                <a:gd name="connsiteX146" fmla="*/ 1713643 w 2028921"/>
                <a:gd name="connsiteY146" fmla="*/ 90964 h 309658"/>
                <a:gd name="connsiteX147" fmla="*/ 1712405 w 2028921"/>
                <a:gd name="connsiteY147" fmla="*/ 72199 h 309658"/>
                <a:gd name="connsiteX148" fmla="*/ 1741742 w 2028921"/>
                <a:gd name="connsiteY148" fmla="*/ 72199 h 309658"/>
                <a:gd name="connsiteX149" fmla="*/ 1742695 w 2028921"/>
                <a:gd name="connsiteY149" fmla="*/ 100298 h 309658"/>
                <a:gd name="connsiteX150" fmla="*/ 1793272 w 2028921"/>
                <a:gd name="connsiteY150" fmla="*/ 68961 h 309658"/>
                <a:gd name="connsiteX151" fmla="*/ 1598580 w 2028921"/>
                <a:gd name="connsiteY151" fmla="*/ 68961 h 309658"/>
                <a:gd name="connsiteX152" fmla="*/ 1631347 w 2028921"/>
                <a:gd name="connsiteY152" fmla="*/ 74962 h 309658"/>
                <a:gd name="connsiteX153" fmla="*/ 1655540 w 2028921"/>
                <a:gd name="connsiteY153" fmla="*/ 91916 h 309658"/>
                <a:gd name="connsiteX154" fmla="*/ 1670399 w 2028921"/>
                <a:gd name="connsiteY154" fmla="*/ 118586 h 309658"/>
                <a:gd name="connsiteX155" fmla="*/ 1675352 w 2028921"/>
                <a:gd name="connsiteY155" fmla="*/ 153257 h 309658"/>
                <a:gd name="connsiteX156" fmla="*/ 1670399 w 2028921"/>
                <a:gd name="connsiteY156" fmla="*/ 187547 h 309658"/>
                <a:gd name="connsiteX157" fmla="*/ 1655540 w 2028921"/>
                <a:gd name="connsiteY157" fmla="*/ 214789 h 309658"/>
                <a:gd name="connsiteX158" fmla="*/ 1631347 w 2028921"/>
                <a:gd name="connsiteY158" fmla="*/ 232791 h 309658"/>
                <a:gd name="connsiteX159" fmla="*/ 1598580 w 2028921"/>
                <a:gd name="connsiteY159" fmla="*/ 239173 h 309658"/>
                <a:gd name="connsiteX160" fmla="*/ 1565434 w 2028921"/>
                <a:gd name="connsiteY160" fmla="*/ 232886 h 309658"/>
                <a:gd name="connsiteX161" fmla="*/ 1532858 w 2028921"/>
                <a:gd name="connsiteY161" fmla="*/ 202216 h 309658"/>
                <a:gd name="connsiteX162" fmla="*/ 1521809 w 2028921"/>
                <a:gd name="connsiteY162" fmla="*/ 153257 h 309658"/>
                <a:gd name="connsiteX163" fmla="*/ 1527238 w 2028921"/>
                <a:gd name="connsiteY163" fmla="*/ 119158 h 309658"/>
                <a:gd name="connsiteX164" fmla="*/ 1542669 w 2028921"/>
                <a:gd name="connsiteY164" fmla="*/ 92488 h 309658"/>
                <a:gd name="connsiteX165" fmla="*/ 1566862 w 2028921"/>
                <a:gd name="connsiteY165" fmla="*/ 75152 h 309658"/>
                <a:gd name="connsiteX166" fmla="*/ 1598580 w 2028921"/>
                <a:gd name="connsiteY166" fmla="*/ 68961 h 309658"/>
                <a:gd name="connsiteX167" fmla="*/ 812388 w 2028921"/>
                <a:gd name="connsiteY167" fmla="*/ 68961 h 309658"/>
                <a:gd name="connsiteX168" fmla="*/ 841249 w 2028921"/>
                <a:gd name="connsiteY168" fmla="*/ 76295 h 309658"/>
                <a:gd name="connsiteX169" fmla="*/ 861347 w 2028921"/>
                <a:gd name="connsiteY169" fmla="*/ 99346 h 309658"/>
                <a:gd name="connsiteX170" fmla="*/ 861347 w 2028921"/>
                <a:gd name="connsiteY170" fmla="*/ 72199 h 309658"/>
                <a:gd name="connsiteX171" fmla="*/ 891350 w 2028921"/>
                <a:gd name="connsiteY171" fmla="*/ 72199 h 309658"/>
                <a:gd name="connsiteX172" fmla="*/ 891350 w 2028921"/>
                <a:gd name="connsiteY172" fmla="*/ 226409 h 309658"/>
                <a:gd name="connsiteX173" fmla="*/ 872300 w 2028921"/>
                <a:gd name="connsiteY173" fmla="*/ 288131 h 309658"/>
                <a:gd name="connsiteX174" fmla="*/ 813912 w 2028921"/>
                <a:gd name="connsiteY174" fmla="*/ 309658 h 309658"/>
                <a:gd name="connsiteX175" fmla="*/ 787242 w 2028921"/>
                <a:gd name="connsiteY175" fmla="*/ 307372 h 309658"/>
                <a:gd name="connsiteX176" fmla="*/ 760858 w 2028921"/>
                <a:gd name="connsiteY176" fmla="*/ 300799 h 309658"/>
                <a:gd name="connsiteX177" fmla="*/ 762763 w 2028921"/>
                <a:gd name="connsiteY177" fmla="*/ 273082 h 309658"/>
                <a:gd name="connsiteX178" fmla="*/ 785051 w 2028921"/>
                <a:gd name="connsiteY178" fmla="*/ 281749 h 309658"/>
                <a:gd name="connsiteX179" fmla="*/ 809245 w 2028921"/>
                <a:gd name="connsiteY179" fmla="*/ 284893 h 309658"/>
                <a:gd name="connsiteX180" fmla="*/ 832295 w 2028921"/>
                <a:gd name="connsiteY180" fmla="*/ 280607 h 309658"/>
                <a:gd name="connsiteX181" fmla="*/ 848202 w 2028921"/>
                <a:gd name="connsiteY181" fmla="*/ 268700 h 309658"/>
                <a:gd name="connsiteX182" fmla="*/ 857251 w 2028921"/>
                <a:gd name="connsiteY182" fmla="*/ 250222 h 309658"/>
                <a:gd name="connsiteX183" fmla="*/ 860013 w 2028921"/>
                <a:gd name="connsiteY183" fmla="*/ 226409 h 309658"/>
                <a:gd name="connsiteX184" fmla="*/ 860013 w 2028921"/>
                <a:gd name="connsiteY184" fmla="*/ 207169 h 309658"/>
                <a:gd name="connsiteX185" fmla="*/ 839534 w 2028921"/>
                <a:gd name="connsiteY185" fmla="*/ 228219 h 309658"/>
                <a:gd name="connsiteX186" fmla="*/ 811626 w 2028921"/>
                <a:gd name="connsiteY186" fmla="*/ 235553 h 309658"/>
                <a:gd name="connsiteX187" fmla="*/ 782480 w 2028921"/>
                <a:gd name="connsiteY187" fmla="*/ 228409 h 309658"/>
                <a:gd name="connsiteX188" fmla="*/ 762858 w 2028921"/>
                <a:gd name="connsiteY188" fmla="*/ 209645 h 309658"/>
                <a:gd name="connsiteX189" fmla="*/ 751809 w 2028921"/>
                <a:gd name="connsiteY189" fmla="*/ 183356 h 309658"/>
                <a:gd name="connsiteX190" fmla="*/ 748380 w 2028921"/>
                <a:gd name="connsiteY190" fmla="*/ 153257 h 309658"/>
                <a:gd name="connsiteX191" fmla="*/ 751809 w 2028921"/>
                <a:gd name="connsiteY191" fmla="*/ 121730 h 309658"/>
                <a:gd name="connsiteX192" fmla="*/ 763049 w 2028921"/>
                <a:gd name="connsiteY192" fmla="*/ 94774 h 309658"/>
                <a:gd name="connsiteX193" fmla="*/ 782860 w 2028921"/>
                <a:gd name="connsiteY193" fmla="*/ 76009 h 309658"/>
                <a:gd name="connsiteX194" fmla="*/ 812388 w 2028921"/>
                <a:gd name="connsiteY194" fmla="*/ 68961 h 309658"/>
                <a:gd name="connsiteX195" fmla="*/ 657701 w 2028921"/>
                <a:gd name="connsiteY195" fmla="*/ 68961 h 309658"/>
                <a:gd name="connsiteX196" fmla="*/ 682180 w 2028921"/>
                <a:gd name="connsiteY196" fmla="*/ 73533 h 309658"/>
                <a:gd name="connsiteX197" fmla="*/ 698373 w 2028921"/>
                <a:gd name="connsiteY197" fmla="*/ 86392 h 309658"/>
                <a:gd name="connsiteX198" fmla="*/ 707231 w 2028921"/>
                <a:gd name="connsiteY198" fmla="*/ 106490 h 309658"/>
                <a:gd name="connsiteX199" fmla="*/ 709994 w 2028921"/>
                <a:gd name="connsiteY199" fmla="*/ 132302 h 309658"/>
                <a:gd name="connsiteX200" fmla="*/ 709994 w 2028921"/>
                <a:gd name="connsiteY200" fmla="*/ 235553 h 309658"/>
                <a:gd name="connsiteX201" fmla="*/ 678466 w 2028921"/>
                <a:gd name="connsiteY201" fmla="*/ 235553 h 309658"/>
                <a:gd name="connsiteX202" fmla="*/ 678466 w 2028921"/>
                <a:gd name="connsiteY202" fmla="*/ 139160 h 309658"/>
                <a:gd name="connsiteX203" fmla="*/ 677323 w 2028921"/>
                <a:gd name="connsiteY203" fmla="*/ 122491 h 309658"/>
                <a:gd name="connsiteX204" fmla="*/ 672941 w 2028921"/>
                <a:gd name="connsiteY204" fmla="*/ 108109 h 309658"/>
                <a:gd name="connsiteX205" fmla="*/ 663607 w 2028921"/>
                <a:gd name="connsiteY205" fmla="*/ 98107 h 309658"/>
                <a:gd name="connsiteX206" fmla="*/ 647509 w 2028921"/>
                <a:gd name="connsiteY206" fmla="*/ 94393 h 309658"/>
                <a:gd name="connsiteX207" fmla="*/ 629222 w 2028921"/>
                <a:gd name="connsiteY207" fmla="*/ 98965 h 309658"/>
                <a:gd name="connsiteX208" fmla="*/ 617506 w 2028921"/>
                <a:gd name="connsiteY208" fmla="*/ 110871 h 309658"/>
                <a:gd name="connsiteX209" fmla="*/ 611219 w 2028921"/>
                <a:gd name="connsiteY209" fmla="*/ 127540 h 309658"/>
                <a:gd name="connsiteX210" fmla="*/ 609314 w 2028921"/>
                <a:gd name="connsiteY210" fmla="*/ 146685 h 309658"/>
                <a:gd name="connsiteX211" fmla="*/ 609314 w 2028921"/>
                <a:gd name="connsiteY211" fmla="*/ 235553 h 309658"/>
                <a:gd name="connsiteX212" fmla="*/ 578358 w 2028921"/>
                <a:gd name="connsiteY212" fmla="*/ 235553 h 309658"/>
                <a:gd name="connsiteX213" fmla="*/ 578358 w 2028921"/>
                <a:gd name="connsiteY213" fmla="*/ 109728 h 309658"/>
                <a:gd name="connsiteX214" fmla="*/ 578072 w 2028921"/>
                <a:gd name="connsiteY214" fmla="*/ 90964 h 309658"/>
                <a:gd name="connsiteX215" fmla="*/ 576834 w 2028921"/>
                <a:gd name="connsiteY215" fmla="*/ 72199 h 309658"/>
                <a:gd name="connsiteX216" fmla="*/ 606171 w 2028921"/>
                <a:gd name="connsiteY216" fmla="*/ 72199 h 309658"/>
                <a:gd name="connsiteX217" fmla="*/ 607124 w 2028921"/>
                <a:gd name="connsiteY217" fmla="*/ 100298 h 309658"/>
                <a:gd name="connsiteX218" fmla="*/ 657701 w 2028921"/>
                <a:gd name="connsiteY218" fmla="*/ 68961 h 309658"/>
                <a:gd name="connsiteX219" fmla="*/ 1282637 w 2028921"/>
                <a:gd name="connsiteY219" fmla="*/ 68866 h 309658"/>
                <a:gd name="connsiteX220" fmla="*/ 1313498 w 2028921"/>
                <a:gd name="connsiteY220" fmla="*/ 75248 h 309658"/>
                <a:gd name="connsiteX221" fmla="*/ 1333595 w 2028921"/>
                <a:gd name="connsiteY221" fmla="*/ 92679 h 309658"/>
                <a:gd name="connsiteX222" fmla="*/ 1344549 w 2028921"/>
                <a:gd name="connsiteY222" fmla="*/ 118777 h 309658"/>
                <a:gd name="connsiteX223" fmla="*/ 1347787 w 2028921"/>
                <a:gd name="connsiteY223" fmla="*/ 151162 h 309658"/>
                <a:gd name="connsiteX224" fmla="*/ 1347787 w 2028921"/>
                <a:gd name="connsiteY224" fmla="*/ 160973 h 309658"/>
                <a:gd name="connsiteX225" fmla="*/ 1243203 w 2028921"/>
                <a:gd name="connsiteY225" fmla="*/ 160973 h 309658"/>
                <a:gd name="connsiteX226" fmla="*/ 1243203 w 2028921"/>
                <a:gd name="connsiteY226" fmla="*/ 161068 h 309658"/>
                <a:gd name="connsiteX227" fmla="*/ 1246441 w 2028921"/>
                <a:gd name="connsiteY227" fmla="*/ 182499 h 309658"/>
                <a:gd name="connsiteX228" fmla="*/ 1256252 w 2028921"/>
                <a:gd name="connsiteY228" fmla="*/ 200025 h 309658"/>
                <a:gd name="connsiteX229" fmla="*/ 1272635 w 2028921"/>
                <a:gd name="connsiteY229" fmla="*/ 211932 h 309658"/>
                <a:gd name="connsiteX230" fmla="*/ 1295305 w 2028921"/>
                <a:gd name="connsiteY230" fmla="*/ 216313 h 309658"/>
                <a:gd name="connsiteX231" fmla="*/ 1317022 w 2028921"/>
                <a:gd name="connsiteY231" fmla="*/ 213837 h 309658"/>
                <a:gd name="connsiteX232" fmla="*/ 1337501 w 2028921"/>
                <a:gd name="connsiteY232" fmla="*/ 206121 h 309658"/>
                <a:gd name="connsiteX233" fmla="*/ 1339406 w 2028921"/>
                <a:gd name="connsiteY233" fmla="*/ 230315 h 309658"/>
                <a:gd name="connsiteX234" fmla="*/ 1316355 w 2028921"/>
                <a:gd name="connsiteY234" fmla="*/ 236982 h 309658"/>
                <a:gd name="connsiteX235" fmla="*/ 1291114 w 2028921"/>
                <a:gd name="connsiteY235" fmla="*/ 239078 h 309658"/>
                <a:gd name="connsiteX236" fmla="*/ 1256443 w 2028921"/>
                <a:gd name="connsiteY236" fmla="*/ 232887 h 309658"/>
                <a:gd name="connsiteX237" fmla="*/ 1231297 w 2028921"/>
                <a:gd name="connsiteY237" fmla="*/ 215266 h 309658"/>
                <a:gd name="connsiteX238" fmla="*/ 1216152 w 2028921"/>
                <a:gd name="connsiteY238" fmla="*/ 188119 h 309658"/>
                <a:gd name="connsiteX239" fmla="*/ 1211199 w 2028921"/>
                <a:gd name="connsiteY239" fmla="*/ 153162 h 309658"/>
                <a:gd name="connsiteX240" fmla="*/ 1216057 w 2028921"/>
                <a:gd name="connsiteY240" fmla="*/ 121158 h 309658"/>
                <a:gd name="connsiteX241" fmla="*/ 1230058 w 2028921"/>
                <a:gd name="connsiteY241" fmla="*/ 94203 h 309658"/>
                <a:gd name="connsiteX242" fmla="*/ 1252537 w 2028921"/>
                <a:gd name="connsiteY242" fmla="*/ 75724 h 309658"/>
                <a:gd name="connsiteX243" fmla="*/ 1282637 w 2028921"/>
                <a:gd name="connsiteY243" fmla="*/ 68866 h 309658"/>
                <a:gd name="connsiteX244" fmla="*/ 396336 w 2028921"/>
                <a:gd name="connsiteY244" fmla="*/ 68866 h 309658"/>
                <a:gd name="connsiteX245" fmla="*/ 427196 w 2028921"/>
                <a:gd name="connsiteY245" fmla="*/ 75248 h 309658"/>
                <a:gd name="connsiteX246" fmla="*/ 447294 w 2028921"/>
                <a:gd name="connsiteY246" fmla="*/ 92679 h 309658"/>
                <a:gd name="connsiteX247" fmla="*/ 458248 w 2028921"/>
                <a:gd name="connsiteY247" fmla="*/ 118777 h 309658"/>
                <a:gd name="connsiteX248" fmla="*/ 461486 w 2028921"/>
                <a:gd name="connsiteY248" fmla="*/ 151162 h 309658"/>
                <a:gd name="connsiteX249" fmla="*/ 461486 w 2028921"/>
                <a:gd name="connsiteY249" fmla="*/ 160973 h 309658"/>
                <a:gd name="connsiteX250" fmla="*/ 356902 w 2028921"/>
                <a:gd name="connsiteY250" fmla="*/ 160973 h 309658"/>
                <a:gd name="connsiteX251" fmla="*/ 356902 w 2028921"/>
                <a:gd name="connsiteY251" fmla="*/ 161068 h 309658"/>
                <a:gd name="connsiteX252" fmla="*/ 360140 w 2028921"/>
                <a:gd name="connsiteY252" fmla="*/ 182499 h 309658"/>
                <a:gd name="connsiteX253" fmla="*/ 369951 w 2028921"/>
                <a:gd name="connsiteY253" fmla="*/ 200025 h 309658"/>
                <a:gd name="connsiteX254" fmla="*/ 386334 w 2028921"/>
                <a:gd name="connsiteY254" fmla="*/ 211932 h 309658"/>
                <a:gd name="connsiteX255" fmla="*/ 409004 w 2028921"/>
                <a:gd name="connsiteY255" fmla="*/ 216313 h 309658"/>
                <a:gd name="connsiteX256" fmla="*/ 430721 w 2028921"/>
                <a:gd name="connsiteY256" fmla="*/ 213837 h 309658"/>
                <a:gd name="connsiteX257" fmla="*/ 451199 w 2028921"/>
                <a:gd name="connsiteY257" fmla="*/ 206121 h 309658"/>
                <a:gd name="connsiteX258" fmla="*/ 453104 w 2028921"/>
                <a:gd name="connsiteY258" fmla="*/ 230315 h 309658"/>
                <a:gd name="connsiteX259" fmla="*/ 430054 w 2028921"/>
                <a:gd name="connsiteY259" fmla="*/ 236982 h 309658"/>
                <a:gd name="connsiteX260" fmla="*/ 404813 w 2028921"/>
                <a:gd name="connsiteY260" fmla="*/ 239078 h 309658"/>
                <a:gd name="connsiteX261" fmla="*/ 370142 w 2028921"/>
                <a:gd name="connsiteY261" fmla="*/ 232887 h 309658"/>
                <a:gd name="connsiteX262" fmla="*/ 344996 w 2028921"/>
                <a:gd name="connsiteY262" fmla="*/ 215266 h 309658"/>
                <a:gd name="connsiteX263" fmla="*/ 329851 w 2028921"/>
                <a:gd name="connsiteY263" fmla="*/ 188119 h 309658"/>
                <a:gd name="connsiteX264" fmla="*/ 324898 w 2028921"/>
                <a:gd name="connsiteY264" fmla="*/ 153162 h 309658"/>
                <a:gd name="connsiteX265" fmla="*/ 329756 w 2028921"/>
                <a:gd name="connsiteY265" fmla="*/ 121158 h 309658"/>
                <a:gd name="connsiteX266" fmla="*/ 343757 w 2028921"/>
                <a:gd name="connsiteY266" fmla="*/ 94203 h 309658"/>
                <a:gd name="connsiteX267" fmla="*/ 366236 w 2028921"/>
                <a:gd name="connsiteY267" fmla="*/ 75724 h 309658"/>
                <a:gd name="connsiteX268" fmla="*/ 396336 w 2028921"/>
                <a:gd name="connsiteY268" fmla="*/ 68866 h 309658"/>
                <a:gd name="connsiteX269" fmla="*/ 230220 w 2028921"/>
                <a:gd name="connsiteY269" fmla="*/ 68866 h 309658"/>
                <a:gd name="connsiteX270" fmla="*/ 261081 w 2028921"/>
                <a:gd name="connsiteY270" fmla="*/ 75248 h 309658"/>
                <a:gd name="connsiteX271" fmla="*/ 281178 w 2028921"/>
                <a:gd name="connsiteY271" fmla="*/ 92679 h 309658"/>
                <a:gd name="connsiteX272" fmla="*/ 292132 w 2028921"/>
                <a:gd name="connsiteY272" fmla="*/ 118777 h 309658"/>
                <a:gd name="connsiteX273" fmla="*/ 295371 w 2028921"/>
                <a:gd name="connsiteY273" fmla="*/ 151162 h 309658"/>
                <a:gd name="connsiteX274" fmla="*/ 295371 w 2028921"/>
                <a:gd name="connsiteY274" fmla="*/ 160973 h 309658"/>
                <a:gd name="connsiteX275" fmla="*/ 190786 w 2028921"/>
                <a:gd name="connsiteY275" fmla="*/ 160973 h 309658"/>
                <a:gd name="connsiteX276" fmla="*/ 190786 w 2028921"/>
                <a:gd name="connsiteY276" fmla="*/ 161068 h 309658"/>
                <a:gd name="connsiteX277" fmla="*/ 194025 w 2028921"/>
                <a:gd name="connsiteY277" fmla="*/ 182499 h 309658"/>
                <a:gd name="connsiteX278" fmla="*/ 203835 w 2028921"/>
                <a:gd name="connsiteY278" fmla="*/ 200025 h 309658"/>
                <a:gd name="connsiteX279" fmla="*/ 220218 w 2028921"/>
                <a:gd name="connsiteY279" fmla="*/ 211932 h 309658"/>
                <a:gd name="connsiteX280" fmla="*/ 242888 w 2028921"/>
                <a:gd name="connsiteY280" fmla="*/ 216313 h 309658"/>
                <a:gd name="connsiteX281" fmla="*/ 264605 w 2028921"/>
                <a:gd name="connsiteY281" fmla="*/ 213837 h 309658"/>
                <a:gd name="connsiteX282" fmla="*/ 285084 w 2028921"/>
                <a:gd name="connsiteY282" fmla="*/ 206121 h 309658"/>
                <a:gd name="connsiteX283" fmla="*/ 286988 w 2028921"/>
                <a:gd name="connsiteY283" fmla="*/ 230315 h 309658"/>
                <a:gd name="connsiteX284" fmla="*/ 263938 w 2028921"/>
                <a:gd name="connsiteY284" fmla="*/ 236982 h 309658"/>
                <a:gd name="connsiteX285" fmla="*/ 238697 w 2028921"/>
                <a:gd name="connsiteY285" fmla="*/ 239078 h 309658"/>
                <a:gd name="connsiteX286" fmla="*/ 204026 w 2028921"/>
                <a:gd name="connsiteY286" fmla="*/ 232887 h 309658"/>
                <a:gd name="connsiteX287" fmla="*/ 178880 w 2028921"/>
                <a:gd name="connsiteY287" fmla="*/ 215266 h 309658"/>
                <a:gd name="connsiteX288" fmla="*/ 163735 w 2028921"/>
                <a:gd name="connsiteY288" fmla="*/ 188119 h 309658"/>
                <a:gd name="connsiteX289" fmla="*/ 158782 w 2028921"/>
                <a:gd name="connsiteY289" fmla="*/ 153162 h 309658"/>
                <a:gd name="connsiteX290" fmla="*/ 163640 w 2028921"/>
                <a:gd name="connsiteY290" fmla="*/ 121158 h 309658"/>
                <a:gd name="connsiteX291" fmla="*/ 177641 w 2028921"/>
                <a:gd name="connsiteY291" fmla="*/ 94203 h 309658"/>
                <a:gd name="connsiteX292" fmla="*/ 200121 w 2028921"/>
                <a:gd name="connsiteY292" fmla="*/ 75724 h 309658"/>
                <a:gd name="connsiteX293" fmla="*/ 230220 w 2028921"/>
                <a:gd name="connsiteY293" fmla="*/ 68866 h 309658"/>
                <a:gd name="connsiteX294" fmla="*/ 70866 w 2028921"/>
                <a:gd name="connsiteY294" fmla="*/ 14288 h 309658"/>
                <a:gd name="connsiteX295" fmla="*/ 118015 w 2028921"/>
                <a:gd name="connsiteY295" fmla="*/ 21146 h 309658"/>
                <a:gd name="connsiteX296" fmla="*/ 116110 w 2028921"/>
                <a:gd name="connsiteY296" fmla="*/ 49911 h 309658"/>
                <a:gd name="connsiteX297" fmla="*/ 94774 w 2028921"/>
                <a:gd name="connsiteY297" fmla="*/ 43244 h 309658"/>
                <a:gd name="connsiteX298" fmla="*/ 72771 w 2028921"/>
                <a:gd name="connsiteY298" fmla="*/ 41149 h 309658"/>
                <a:gd name="connsiteX299" fmla="*/ 59531 w 2028921"/>
                <a:gd name="connsiteY299" fmla="*/ 42768 h 309658"/>
                <a:gd name="connsiteX300" fmla="*/ 47530 w 2028921"/>
                <a:gd name="connsiteY300" fmla="*/ 48197 h 309658"/>
                <a:gd name="connsiteX301" fmla="*/ 38767 w 2028921"/>
                <a:gd name="connsiteY301" fmla="*/ 58008 h 309658"/>
                <a:gd name="connsiteX302" fmla="*/ 35338 w 2028921"/>
                <a:gd name="connsiteY302" fmla="*/ 73152 h 309658"/>
                <a:gd name="connsiteX303" fmla="*/ 37719 w 2028921"/>
                <a:gd name="connsiteY303" fmla="*/ 84868 h 309658"/>
                <a:gd name="connsiteX304" fmla="*/ 44101 w 2028921"/>
                <a:gd name="connsiteY304" fmla="*/ 93726 h 309658"/>
                <a:gd name="connsiteX305" fmla="*/ 53435 w 2028921"/>
                <a:gd name="connsiteY305" fmla="*/ 100775 h 309658"/>
                <a:gd name="connsiteX306" fmla="*/ 64389 w 2028921"/>
                <a:gd name="connsiteY306" fmla="*/ 106776 h 309658"/>
                <a:gd name="connsiteX307" fmla="*/ 81534 w 2028921"/>
                <a:gd name="connsiteY307" fmla="*/ 114967 h 309658"/>
                <a:gd name="connsiteX308" fmla="*/ 98869 w 2028921"/>
                <a:gd name="connsiteY308" fmla="*/ 124587 h 309658"/>
                <a:gd name="connsiteX309" fmla="*/ 112776 w 2028921"/>
                <a:gd name="connsiteY309" fmla="*/ 136494 h 309658"/>
                <a:gd name="connsiteX310" fmla="*/ 122111 w 2028921"/>
                <a:gd name="connsiteY310" fmla="*/ 152496 h 309658"/>
                <a:gd name="connsiteX311" fmla="*/ 125540 w 2028921"/>
                <a:gd name="connsiteY311" fmla="*/ 174403 h 309658"/>
                <a:gd name="connsiteX312" fmla="*/ 119920 w 2028921"/>
                <a:gd name="connsiteY312" fmla="*/ 203359 h 309658"/>
                <a:gd name="connsiteX313" fmla="*/ 104489 w 2028921"/>
                <a:gd name="connsiteY313" fmla="*/ 223457 h 309658"/>
                <a:gd name="connsiteX314" fmla="*/ 81534 w 2028921"/>
                <a:gd name="connsiteY314" fmla="*/ 235268 h 309658"/>
                <a:gd name="connsiteX315" fmla="*/ 53435 w 2028921"/>
                <a:gd name="connsiteY315" fmla="*/ 239173 h 309658"/>
                <a:gd name="connsiteX316" fmla="*/ 27337 w 2028921"/>
                <a:gd name="connsiteY316" fmla="*/ 237078 h 309658"/>
                <a:gd name="connsiteX317" fmla="*/ 0 w 2028921"/>
                <a:gd name="connsiteY317" fmla="*/ 230410 h 309658"/>
                <a:gd name="connsiteX318" fmla="*/ 1524 w 2028921"/>
                <a:gd name="connsiteY318" fmla="*/ 199930 h 309658"/>
                <a:gd name="connsiteX319" fmla="*/ 25717 w 2028921"/>
                <a:gd name="connsiteY319" fmla="*/ 209360 h 309658"/>
                <a:gd name="connsiteX320" fmla="*/ 51816 w 2028921"/>
                <a:gd name="connsiteY320" fmla="*/ 212313 h 309658"/>
                <a:gd name="connsiteX321" fmla="*/ 66484 w 2028921"/>
                <a:gd name="connsiteY321" fmla="*/ 210312 h 309658"/>
                <a:gd name="connsiteX322" fmla="*/ 79248 w 2028921"/>
                <a:gd name="connsiteY322" fmla="*/ 204121 h 309658"/>
                <a:gd name="connsiteX323" fmla="*/ 88297 w 2028921"/>
                <a:gd name="connsiteY323" fmla="*/ 192977 h 309658"/>
                <a:gd name="connsiteX324" fmla="*/ 91726 w 2028921"/>
                <a:gd name="connsiteY324" fmla="*/ 176308 h 309658"/>
                <a:gd name="connsiteX325" fmla="*/ 88773 w 2028921"/>
                <a:gd name="connsiteY325" fmla="*/ 162783 h 309658"/>
                <a:gd name="connsiteX326" fmla="*/ 80963 w 2028921"/>
                <a:gd name="connsiteY326" fmla="*/ 152496 h 309658"/>
                <a:gd name="connsiteX327" fmla="*/ 69532 w 2028921"/>
                <a:gd name="connsiteY327" fmla="*/ 144304 h 309658"/>
                <a:gd name="connsiteX328" fmla="*/ 55816 w 2028921"/>
                <a:gd name="connsiteY328" fmla="*/ 137160 h 309658"/>
                <a:gd name="connsiteX329" fmla="*/ 39624 w 2028921"/>
                <a:gd name="connsiteY329" fmla="*/ 128969 h 309658"/>
                <a:gd name="connsiteX330" fmla="*/ 25241 w 2028921"/>
                <a:gd name="connsiteY330" fmla="*/ 120301 h 309658"/>
                <a:gd name="connsiteX331" fmla="*/ 13335 w 2028921"/>
                <a:gd name="connsiteY331" fmla="*/ 109157 h 309658"/>
                <a:gd name="connsiteX332" fmla="*/ 5429 w 2028921"/>
                <a:gd name="connsiteY332" fmla="*/ 94488 h 309658"/>
                <a:gd name="connsiteX333" fmla="*/ 2476 w 2028921"/>
                <a:gd name="connsiteY333" fmla="*/ 75058 h 309658"/>
                <a:gd name="connsiteX334" fmla="*/ 8572 w 2028921"/>
                <a:gd name="connsiteY334" fmla="*/ 47435 h 309658"/>
                <a:gd name="connsiteX335" fmla="*/ 24479 w 2028921"/>
                <a:gd name="connsiteY335" fmla="*/ 28480 h 309658"/>
                <a:gd name="connsiteX336" fmla="*/ 46482 w 2028921"/>
                <a:gd name="connsiteY336" fmla="*/ 17717 h 309658"/>
                <a:gd name="connsiteX337" fmla="*/ 70866 w 2028921"/>
                <a:gd name="connsiteY337" fmla="*/ 14288 h 309658"/>
                <a:gd name="connsiteX338" fmla="*/ 499872 w 2028921"/>
                <a:gd name="connsiteY338" fmla="*/ 6858 h 309658"/>
                <a:gd name="connsiteX339" fmla="*/ 531114 w 2028921"/>
                <a:gd name="connsiteY339" fmla="*/ 6858 h 309658"/>
                <a:gd name="connsiteX340" fmla="*/ 531114 w 2028921"/>
                <a:gd name="connsiteY340" fmla="*/ 38576 h 309658"/>
                <a:gd name="connsiteX341" fmla="*/ 499872 w 2028921"/>
                <a:gd name="connsiteY341" fmla="*/ 38576 h 309658"/>
                <a:gd name="connsiteX342" fmla="*/ 1996155 w 2028921"/>
                <a:gd name="connsiteY342" fmla="*/ 0 h 309658"/>
                <a:gd name="connsiteX343" fmla="*/ 2027397 w 2028921"/>
                <a:gd name="connsiteY343" fmla="*/ 0 h 309658"/>
                <a:gd name="connsiteX344" fmla="*/ 2027397 w 2028921"/>
                <a:gd name="connsiteY344" fmla="*/ 186595 h 309658"/>
                <a:gd name="connsiteX345" fmla="*/ 2027873 w 2028921"/>
                <a:gd name="connsiteY345" fmla="*/ 212217 h 309658"/>
                <a:gd name="connsiteX346" fmla="*/ 2028921 w 2028921"/>
                <a:gd name="connsiteY346" fmla="*/ 235553 h 309658"/>
                <a:gd name="connsiteX347" fmla="*/ 1999964 w 2028921"/>
                <a:gd name="connsiteY347" fmla="*/ 235553 h 309658"/>
                <a:gd name="connsiteX348" fmla="*/ 1998060 w 2028921"/>
                <a:gd name="connsiteY348" fmla="*/ 208407 h 309658"/>
                <a:gd name="connsiteX349" fmla="*/ 1978057 w 2028921"/>
                <a:gd name="connsiteY349" fmla="*/ 231648 h 309658"/>
                <a:gd name="connsiteX350" fmla="*/ 1949006 w 2028921"/>
                <a:gd name="connsiteY350" fmla="*/ 239173 h 309658"/>
                <a:gd name="connsiteX351" fmla="*/ 1919002 w 2028921"/>
                <a:gd name="connsiteY351" fmla="*/ 231838 h 309658"/>
                <a:gd name="connsiteX352" fmla="*/ 1899000 w 2028921"/>
                <a:gd name="connsiteY352" fmla="*/ 212407 h 309658"/>
                <a:gd name="connsiteX353" fmla="*/ 1887760 w 2028921"/>
                <a:gd name="connsiteY353" fmla="*/ 184975 h 309658"/>
                <a:gd name="connsiteX354" fmla="*/ 1884331 w 2028921"/>
                <a:gd name="connsiteY354" fmla="*/ 153257 h 309658"/>
                <a:gd name="connsiteX355" fmla="*/ 1887760 w 2028921"/>
                <a:gd name="connsiteY355" fmla="*/ 121729 h 309658"/>
                <a:gd name="connsiteX356" fmla="*/ 1899000 w 2028921"/>
                <a:gd name="connsiteY356" fmla="*/ 94774 h 309658"/>
                <a:gd name="connsiteX357" fmla="*/ 1919002 w 2028921"/>
                <a:gd name="connsiteY357" fmla="*/ 76009 h 309658"/>
                <a:gd name="connsiteX358" fmla="*/ 1949006 w 2028921"/>
                <a:gd name="connsiteY358" fmla="*/ 68961 h 309658"/>
                <a:gd name="connsiteX359" fmla="*/ 1977105 w 2028921"/>
                <a:gd name="connsiteY359" fmla="*/ 76771 h 309658"/>
                <a:gd name="connsiteX360" fmla="*/ 1996155 w 2028921"/>
                <a:gd name="connsiteY360" fmla="*/ 99346 h 309658"/>
                <a:gd name="connsiteX361" fmla="*/ 1037368 w 2028921"/>
                <a:gd name="connsiteY361" fmla="*/ 0 h 309658"/>
                <a:gd name="connsiteX362" fmla="*/ 1068610 w 2028921"/>
                <a:gd name="connsiteY362" fmla="*/ 0 h 309658"/>
                <a:gd name="connsiteX363" fmla="*/ 1068610 w 2028921"/>
                <a:gd name="connsiteY363" fmla="*/ 99346 h 309658"/>
                <a:gd name="connsiteX364" fmla="*/ 1087946 w 2028921"/>
                <a:gd name="connsiteY364" fmla="*/ 76771 h 309658"/>
                <a:gd name="connsiteX365" fmla="*/ 1116330 w 2028921"/>
                <a:gd name="connsiteY365" fmla="*/ 68961 h 309658"/>
                <a:gd name="connsiteX366" fmla="*/ 1146334 w 2028921"/>
                <a:gd name="connsiteY366" fmla="*/ 76009 h 309658"/>
                <a:gd name="connsiteX367" fmla="*/ 1166146 w 2028921"/>
                <a:gd name="connsiteY367" fmla="*/ 94774 h 309658"/>
                <a:gd name="connsiteX368" fmla="*/ 1177100 w 2028921"/>
                <a:gd name="connsiteY368" fmla="*/ 121729 h 309658"/>
                <a:gd name="connsiteX369" fmla="*/ 1180338 w 2028921"/>
                <a:gd name="connsiteY369" fmla="*/ 153257 h 309658"/>
                <a:gd name="connsiteX370" fmla="*/ 1176909 w 2028921"/>
                <a:gd name="connsiteY370" fmla="*/ 184975 h 309658"/>
                <a:gd name="connsiteX371" fmla="*/ 1165670 w 2028921"/>
                <a:gd name="connsiteY371" fmla="*/ 212407 h 309658"/>
                <a:gd name="connsiteX372" fmla="*/ 1145667 w 2028921"/>
                <a:gd name="connsiteY372" fmla="*/ 231838 h 309658"/>
                <a:gd name="connsiteX373" fmla="*/ 1115664 w 2028921"/>
                <a:gd name="connsiteY373" fmla="*/ 239173 h 309658"/>
                <a:gd name="connsiteX374" fmla="*/ 1086803 w 2028921"/>
                <a:gd name="connsiteY374" fmla="*/ 231648 h 309658"/>
                <a:gd name="connsiteX375" fmla="*/ 1066705 w 2028921"/>
                <a:gd name="connsiteY375" fmla="*/ 208407 h 309658"/>
                <a:gd name="connsiteX376" fmla="*/ 1066038 w 2028921"/>
                <a:gd name="connsiteY376" fmla="*/ 235553 h 309658"/>
                <a:gd name="connsiteX377" fmla="*/ 1037368 w 2028921"/>
                <a:gd name="connsiteY377" fmla="*/ 235553 h 309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</a:cxnLst>
              <a:rect l="l" t="t" r="r" b="b"/>
              <a:pathLst>
                <a:path w="2028921" h="309658">
                  <a:moveTo>
                    <a:pt x="1957197" y="94202"/>
                  </a:moveTo>
                  <a:cubicBezTo>
                    <a:pt x="1949101" y="94202"/>
                    <a:pt x="1942529" y="96012"/>
                    <a:pt x="1937576" y="99631"/>
                  </a:cubicBezTo>
                  <a:cubicBezTo>
                    <a:pt x="1932623" y="103251"/>
                    <a:pt x="1928622" y="107918"/>
                    <a:pt x="1925670" y="113633"/>
                  </a:cubicBezTo>
                  <a:cubicBezTo>
                    <a:pt x="1922717" y="119444"/>
                    <a:pt x="1920812" y="125825"/>
                    <a:pt x="1919764" y="132874"/>
                  </a:cubicBezTo>
                  <a:cubicBezTo>
                    <a:pt x="1918716" y="139922"/>
                    <a:pt x="1918240" y="146875"/>
                    <a:pt x="1918240" y="153638"/>
                  </a:cubicBezTo>
                  <a:cubicBezTo>
                    <a:pt x="1918240" y="160401"/>
                    <a:pt x="1918812" y="167354"/>
                    <a:pt x="1919955" y="174403"/>
                  </a:cubicBezTo>
                  <a:cubicBezTo>
                    <a:pt x="1921098" y="181356"/>
                    <a:pt x="1923098" y="187833"/>
                    <a:pt x="1925955" y="193738"/>
                  </a:cubicBezTo>
                  <a:cubicBezTo>
                    <a:pt x="1928908" y="199644"/>
                    <a:pt x="1932909" y="204502"/>
                    <a:pt x="1937957" y="208312"/>
                  </a:cubicBezTo>
                  <a:cubicBezTo>
                    <a:pt x="1943100" y="212122"/>
                    <a:pt x="1949577" y="214027"/>
                    <a:pt x="1957483" y="214027"/>
                  </a:cubicBezTo>
                  <a:cubicBezTo>
                    <a:pt x="1965008" y="214027"/>
                    <a:pt x="1971294" y="212026"/>
                    <a:pt x="1976343" y="208121"/>
                  </a:cubicBezTo>
                  <a:cubicBezTo>
                    <a:pt x="1981486" y="204216"/>
                    <a:pt x="1985582" y="199263"/>
                    <a:pt x="1988630" y="193453"/>
                  </a:cubicBezTo>
                  <a:cubicBezTo>
                    <a:pt x="1991773" y="187547"/>
                    <a:pt x="1993964" y="181070"/>
                    <a:pt x="1995202" y="174022"/>
                  </a:cubicBezTo>
                  <a:cubicBezTo>
                    <a:pt x="1996440" y="166973"/>
                    <a:pt x="1997107" y="160115"/>
                    <a:pt x="1997107" y="153638"/>
                  </a:cubicBezTo>
                  <a:cubicBezTo>
                    <a:pt x="1997107" y="147066"/>
                    <a:pt x="1996440" y="140398"/>
                    <a:pt x="1995107" y="133350"/>
                  </a:cubicBezTo>
                  <a:cubicBezTo>
                    <a:pt x="1993773" y="126397"/>
                    <a:pt x="1991487" y="119920"/>
                    <a:pt x="1988344" y="114109"/>
                  </a:cubicBezTo>
                  <a:cubicBezTo>
                    <a:pt x="1985201" y="108204"/>
                    <a:pt x="1981105" y="103441"/>
                    <a:pt x="1976057" y="99727"/>
                  </a:cubicBezTo>
                  <a:cubicBezTo>
                    <a:pt x="1970913" y="96012"/>
                    <a:pt x="1964627" y="94202"/>
                    <a:pt x="1957197" y="94202"/>
                  </a:cubicBezTo>
                  <a:close/>
                  <a:moveTo>
                    <a:pt x="821437" y="94107"/>
                  </a:moveTo>
                  <a:cubicBezTo>
                    <a:pt x="813340" y="94107"/>
                    <a:pt x="806768" y="95917"/>
                    <a:pt x="801625" y="99536"/>
                  </a:cubicBezTo>
                  <a:cubicBezTo>
                    <a:pt x="796481" y="103156"/>
                    <a:pt x="792481" y="107823"/>
                    <a:pt x="789623" y="113538"/>
                  </a:cubicBezTo>
                  <a:cubicBezTo>
                    <a:pt x="786670" y="119348"/>
                    <a:pt x="784765" y="125730"/>
                    <a:pt x="783718" y="132779"/>
                  </a:cubicBezTo>
                  <a:cubicBezTo>
                    <a:pt x="782670" y="139827"/>
                    <a:pt x="782194" y="146780"/>
                    <a:pt x="782194" y="153543"/>
                  </a:cubicBezTo>
                  <a:cubicBezTo>
                    <a:pt x="782194" y="159830"/>
                    <a:pt x="782765" y="166402"/>
                    <a:pt x="783908" y="173165"/>
                  </a:cubicBezTo>
                  <a:cubicBezTo>
                    <a:pt x="784956" y="179927"/>
                    <a:pt x="786956" y="186119"/>
                    <a:pt x="789909" y="191738"/>
                  </a:cubicBezTo>
                  <a:cubicBezTo>
                    <a:pt x="792862" y="197167"/>
                    <a:pt x="796767" y="201644"/>
                    <a:pt x="801815" y="205169"/>
                  </a:cubicBezTo>
                  <a:cubicBezTo>
                    <a:pt x="806768" y="208693"/>
                    <a:pt x="813245" y="210407"/>
                    <a:pt x="821151" y="210407"/>
                  </a:cubicBezTo>
                  <a:cubicBezTo>
                    <a:pt x="828676" y="210407"/>
                    <a:pt x="834962" y="208598"/>
                    <a:pt x="840010" y="204978"/>
                  </a:cubicBezTo>
                  <a:cubicBezTo>
                    <a:pt x="845154" y="201358"/>
                    <a:pt x="849250" y="196787"/>
                    <a:pt x="852298" y="191262"/>
                  </a:cubicBezTo>
                  <a:cubicBezTo>
                    <a:pt x="855441" y="185738"/>
                    <a:pt x="857632" y="179641"/>
                    <a:pt x="859060" y="172974"/>
                  </a:cubicBezTo>
                  <a:cubicBezTo>
                    <a:pt x="860394" y="166307"/>
                    <a:pt x="861061" y="159830"/>
                    <a:pt x="861061" y="153543"/>
                  </a:cubicBezTo>
                  <a:cubicBezTo>
                    <a:pt x="861061" y="146971"/>
                    <a:pt x="860394" y="140303"/>
                    <a:pt x="859156" y="133255"/>
                  </a:cubicBezTo>
                  <a:cubicBezTo>
                    <a:pt x="857918" y="126301"/>
                    <a:pt x="855727" y="119824"/>
                    <a:pt x="852584" y="114014"/>
                  </a:cubicBezTo>
                  <a:cubicBezTo>
                    <a:pt x="849440" y="108109"/>
                    <a:pt x="845345" y="103346"/>
                    <a:pt x="840296" y="99632"/>
                  </a:cubicBezTo>
                  <a:cubicBezTo>
                    <a:pt x="835248" y="95917"/>
                    <a:pt x="828866" y="94107"/>
                    <a:pt x="821437" y="94107"/>
                  </a:cubicBezTo>
                  <a:close/>
                  <a:moveTo>
                    <a:pt x="1107663" y="93916"/>
                  </a:moveTo>
                  <a:cubicBezTo>
                    <a:pt x="1100138" y="93916"/>
                    <a:pt x="1093851" y="95726"/>
                    <a:pt x="1088803" y="99441"/>
                  </a:cubicBezTo>
                  <a:cubicBezTo>
                    <a:pt x="1083755" y="103156"/>
                    <a:pt x="1079564" y="107918"/>
                    <a:pt x="1076516" y="113633"/>
                  </a:cubicBezTo>
                  <a:cubicBezTo>
                    <a:pt x="1073372" y="119444"/>
                    <a:pt x="1071182" y="125730"/>
                    <a:pt x="1069753" y="132779"/>
                  </a:cubicBezTo>
                  <a:cubicBezTo>
                    <a:pt x="1068420" y="139732"/>
                    <a:pt x="1067753" y="146495"/>
                    <a:pt x="1067753" y="153067"/>
                  </a:cubicBezTo>
                  <a:cubicBezTo>
                    <a:pt x="1067753" y="159639"/>
                    <a:pt x="1068420" y="166402"/>
                    <a:pt x="1069658" y="173450"/>
                  </a:cubicBezTo>
                  <a:cubicBezTo>
                    <a:pt x="1070801" y="180689"/>
                    <a:pt x="1072992" y="187262"/>
                    <a:pt x="1076135" y="193357"/>
                  </a:cubicBezTo>
                  <a:cubicBezTo>
                    <a:pt x="1079278" y="199263"/>
                    <a:pt x="1083374" y="204121"/>
                    <a:pt x="1088422" y="208026"/>
                  </a:cubicBezTo>
                  <a:cubicBezTo>
                    <a:pt x="1093566" y="211931"/>
                    <a:pt x="1099852" y="213931"/>
                    <a:pt x="1107281" y="213931"/>
                  </a:cubicBezTo>
                  <a:cubicBezTo>
                    <a:pt x="1115187" y="213931"/>
                    <a:pt x="1121664" y="212026"/>
                    <a:pt x="1126808" y="208216"/>
                  </a:cubicBezTo>
                  <a:cubicBezTo>
                    <a:pt x="1131856" y="204406"/>
                    <a:pt x="1135952" y="199549"/>
                    <a:pt x="1138809" y="193643"/>
                  </a:cubicBezTo>
                  <a:cubicBezTo>
                    <a:pt x="1141667" y="187738"/>
                    <a:pt x="1143762" y="181261"/>
                    <a:pt x="1144905" y="174022"/>
                  </a:cubicBezTo>
                  <a:cubicBezTo>
                    <a:pt x="1146048" y="166878"/>
                    <a:pt x="1146620" y="159829"/>
                    <a:pt x="1146620" y="153067"/>
                  </a:cubicBezTo>
                  <a:cubicBezTo>
                    <a:pt x="1146620" y="146304"/>
                    <a:pt x="1146143" y="139446"/>
                    <a:pt x="1145096" y="132493"/>
                  </a:cubicBezTo>
                  <a:cubicBezTo>
                    <a:pt x="1144048" y="125539"/>
                    <a:pt x="1142048" y="119158"/>
                    <a:pt x="1139190" y="113347"/>
                  </a:cubicBezTo>
                  <a:cubicBezTo>
                    <a:pt x="1136238" y="107537"/>
                    <a:pt x="1132332" y="102870"/>
                    <a:pt x="1127284" y="99346"/>
                  </a:cubicBezTo>
                  <a:cubicBezTo>
                    <a:pt x="1122331" y="95726"/>
                    <a:pt x="1115759" y="93916"/>
                    <a:pt x="1107663" y="93916"/>
                  </a:cubicBezTo>
                  <a:close/>
                  <a:moveTo>
                    <a:pt x="1598676" y="93536"/>
                  </a:moveTo>
                  <a:cubicBezTo>
                    <a:pt x="1590770" y="93536"/>
                    <a:pt x="1584103" y="95250"/>
                    <a:pt x="1578673" y="98774"/>
                  </a:cubicBezTo>
                  <a:cubicBezTo>
                    <a:pt x="1573244" y="102299"/>
                    <a:pt x="1568863" y="106871"/>
                    <a:pt x="1565434" y="112681"/>
                  </a:cubicBezTo>
                  <a:cubicBezTo>
                    <a:pt x="1562005" y="118491"/>
                    <a:pt x="1559528" y="124873"/>
                    <a:pt x="1557909" y="131921"/>
                  </a:cubicBezTo>
                  <a:cubicBezTo>
                    <a:pt x="1556385" y="138970"/>
                    <a:pt x="1555528" y="146114"/>
                    <a:pt x="1555528" y="153353"/>
                  </a:cubicBezTo>
                  <a:cubicBezTo>
                    <a:pt x="1555528" y="160782"/>
                    <a:pt x="1556289" y="168116"/>
                    <a:pt x="1557909" y="175450"/>
                  </a:cubicBezTo>
                  <a:cubicBezTo>
                    <a:pt x="1559338" y="182594"/>
                    <a:pt x="1561814" y="189166"/>
                    <a:pt x="1565148" y="195072"/>
                  </a:cubicBezTo>
                  <a:cubicBezTo>
                    <a:pt x="1568672" y="200692"/>
                    <a:pt x="1573149" y="205359"/>
                    <a:pt x="1578578" y="208979"/>
                  </a:cubicBezTo>
                  <a:cubicBezTo>
                    <a:pt x="1584007" y="212598"/>
                    <a:pt x="1590675" y="214408"/>
                    <a:pt x="1598580" y="214408"/>
                  </a:cubicBezTo>
                  <a:cubicBezTo>
                    <a:pt x="1606296" y="214408"/>
                    <a:pt x="1612868" y="212598"/>
                    <a:pt x="1618392" y="208979"/>
                  </a:cubicBezTo>
                  <a:cubicBezTo>
                    <a:pt x="1623917" y="205359"/>
                    <a:pt x="1628394" y="200787"/>
                    <a:pt x="1631823" y="195072"/>
                  </a:cubicBezTo>
                  <a:cubicBezTo>
                    <a:pt x="1635252" y="189357"/>
                    <a:pt x="1637728" y="182975"/>
                    <a:pt x="1639347" y="175641"/>
                  </a:cubicBezTo>
                  <a:cubicBezTo>
                    <a:pt x="1640872" y="168307"/>
                    <a:pt x="1641729" y="160877"/>
                    <a:pt x="1641729" y="153257"/>
                  </a:cubicBezTo>
                  <a:cubicBezTo>
                    <a:pt x="1641729" y="146114"/>
                    <a:pt x="1640967" y="138874"/>
                    <a:pt x="1639538" y="131731"/>
                  </a:cubicBezTo>
                  <a:cubicBezTo>
                    <a:pt x="1638109" y="124587"/>
                    <a:pt x="1635633" y="118110"/>
                    <a:pt x="1632204" y="112490"/>
                  </a:cubicBezTo>
                  <a:cubicBezTo>
                    <a:pt x="1628775" y="106871"/>
                    <a:pt x="1624298" y="102203"/>
                    <a:pt x="1618964" y="98774"/>
                  </a:cubicBezTo>
                  <a:cubicBezTo>
                    <a:pt x="1613535" y="95250"/>
                    <a:pt x="1606772" y="93536"/>
                    <a:pt x="1598676" y="93536"/>
                  </a:cubicBezTo>
                  <a:close/>
                  <a:moveTo>
                    <a:pt x="1282922" y="91440"/>
                  </a:moveTo>
                  <a:cubicBezTo>
                    <a:pt x="1276255" y="91440"/>
                    <a:pt x="1270445" y="92869"/>
                    <a:pt x="1265587" y="95822"/>
                  </a:cubicBezTo>
                  <a:cubicBezTo>
                    <a:pt x="1260729" y="98775"/>
                    <a:pt x="1256538" y="102585"/>
                    <a:pt x="1253299" y="107252"/>
                  </a:cubicBezTo>
                  <a:cubicBezTo>
                    <a:pt x="1249966" y="111919"/>
                    <a:pt x="1247489" y="117253"/>
                    <a:pt x="1245775" y="123063"/>
                  </a:cubicBezTo>
                  <a:cubicBezTo>
                    <a:pt x="1244156" y="128969"/>
                    <a:pt x="1243203" y="134779"/>
                    <a:pt x="1243012" y="140685"/>
                  </a:cubicBezTo>
                  <a:lnTo>
                    <a:pt x="1317776" y="140685"/>
                  </a:lnTo>
                  <a:lnTo>
                    <a:pt x="1317784" y="140780"/>
                  </a:lnTo>
                  <a:lnTo>
                    <a:pt x="1317784" y="140685"/>
                  </a:lnTo>
                  <a:lnTo>
                    <a:pt x="1317776" y="140685"/>
                  </a:lnTo>
                  <a:lnTo>
                    <a:pt x="1316260" y="122682"/>
                  </a:lnTo>
                  <a:cubicBezTo>
                    <a:pt x="1315212" y="116682"/>
                    <a:pt x="1313402" y="111443"/>
                    <a:pt x="1310831" y="106871"/>
                  </a:cubicBezTo>
                  <a:cubicBezTo>
                    <a:pt x="1308259" y="102299"/>
                    <a:pt x="1304735" y="98584"/>
                    <a:pt x="1300258" y="95727"/>
                  </a:cubicBezTo>
                  <a:cubicBezTo>
                    <a:pt x="1295781" y="92869"/>
                    <a:pt x="1289971" y="91440"/>
                    <a:pt x="1282922" y="91440"/>
                  </a:cubicBezTo>
                  <a:close/>
                  <a:moveTo>
                    <a:pt x="396621" y="91440"/>
                  </a:moveTo>
                  <a:cubicBezTo>
                    <a:pt x="389954" y="91440"/>
                    <a:pt x="384144" y="92869"/>
                    <a:pt x="379286" y="95822"/>
                  </a:cubicBezTo>
                  <a:cubicBezTo>
                    <a:pt x="374428" y="98775"/>
                    <a:pt x="370237" y="102585"/>
                    <a:pt x="366998" y="107252"/>
                  </a:cubicBezTo>
                  <a:cubicBezTo>
                    <a:pt x="363665" y="111919"/>
                    <a:pt x="361188" y="117253"/>
                    <a:pt x="359474" y="123063"/>
                  </a:cubicBezTo>
                  <a:cubicBezTo>
                    <a:pt x="357854" y="128969"/>
                    <a:pt x="356902" y="134779"/>
                    <a:pt x="356711" y="140685"/>
                  </a:cubicBezTo>
                  <a:lnTo>
                    <a:pt x="431475" y="140685"/>
                  </a:lnTo>
                  <a:lnTo>
                    <a:pt x="431483" y="140780"/>
                  </a:lnTo>
                  <a:lnTo>
                    <a:pt x="431483" y="140685"/>
                  </a:lnTo>
                  <a:lnTo>
                    <a:pt x="431475" y="140685"/>
                  </a:lnTo>
                  <a:lnTo>
                    <a:pt x="429959" y="122682"/>
                  </a:lnTo>
                  <a:cubicBezTo>
                    <a:pt x="428911" y="116682"/>
                    <a:pt x="427101" y="111443"/>
                    <a:pt x="424529" y="106871"/>
                  </a:cubicBezTo>
                  <a:cubicBezTo>
                    <a:pt x="421958" y="102299"/>
                    <a:pt x="418434" y="98584"/>
                    <a:pt x="413957" y="95727"/>
                  </a:cubicBezTo>
                  <a:cubicBezTo>
                    <a:pt x="409480" y="92869"/>
                    <a:pt x="403670" y="91440"/>
                    <a:pt x="396621" y="91440"/>
                  </a:cubicBezTo>
                  <a:close/>
                  <a:moveTo>
                    <a:pt x="230505" y="91440"/>
                  </a:moveTo>
                  <a:cubicBezTo>
                    <a:pt x="223838" y="91440"/>
                    <a:pt x="218028" y="92869"/>
                    <a:pt x="213170" y="95822"/>
                  </a:cubicBezTo>
                  <a:cubicBezTo>
                    <a:pt x="208312" y="98775"/>
                    <a:pt x="204216" y="102585"/>
                    <a:pt x="200883" y="107252"/>
                  </a:cubicBezTo>
                  <a:cubicBezTo>
                    <a:pt x="197549" y="111919"/>
                    <a:pt x="195072" y="117253"/>
                    <a:pt x="193358" y="123063"/>
                  </a:cubicBezTo>
                  <a:cubicBezTo>
                    <a:pt x="191643" y="128969"/>
                    <a:pt x="190786" y="134779"/>
                    <a:pt x="190596" y="140685"/>
                  </a:cubicBezTo>
                  <a:lnTo>
                    <a:pt x="265359" y="140685"/>
                  </a:lnTo>
                  <a:lnTo>
                    <a:pt x="265367" y="140780"/>
                  </a:lnTo>
                  <a:lnTo>
                    <a:pt x="265367" y="140685"/>
                  </a:lnTo>
                  <a:lnTo>
                    <a:pt x="265359" y="140685"/>
                  </a:lnTo>
                  <a:lnTo>
                    <a:pt x="263843" y="122682"/>
                  </a:lnTo>
                  <a:cubicBezTo>
                    <a:pt x="262795" y="116682"/>
                    <a:pt x="260985" y="111443"/>
                    <a:pt x="258413" y="106871"/>
                  </a:cubicBezTo>
                  <a:cubicBezTo>
                    <a:pt x="255842" y="102299"/>
                    <a:pt x="252318" y="98584"/>
                    <a:pt x="247841" y="95727"/>
                  </a:cubicBezTo>
                  <a:cubicBezTo>
                    <a:pt x="243364" y="92869"/>
                    <a:pt x="237554" y="91440"/>
                    <a:pt x="230505" y="91440"/>
                  </a:cubicBezTo>
                  <a:close/>
                  <a:moveTo>
                    <a:pt x="499872" y="72199"/>
                  </a:moveTo>
                  <a:lnTo>
                    <a:pt x="531114" y="72199"/>
                  </a:lnTo>
                  <a:lnTo>
                    <a:pt x="531114" y="235553"/>
                  </a:lnTo>
                  <a:lnTo>
                    <a:pt x="499872" y="235553"/>
                  </a:lnTo>
                  <a:close/>
                  <a:moveTo>
                    <a:pt x="1364361" y="72104"/>
                  </a:moveTo>
                  <a:lnTo>
                    <a:pt x="1398365" y="72104"/>
                  </a:lnTo>
                  <a:lnTo>
                    <a:pt x="1436465" y="206406"/>
                  </a:lnTo>
                  <a:lnTo>
                    <a:pt x="1473899" y="72104"/>
                  </a:lnTo>
                  <a:lnTo>
                    <a:pt x="1505712" y="72104"/>
                  </a:lnTo>
                  <a:lnTo>
                    <a:pt x="1446086" y="257365"/>
                  </a:lnTo>
                  <a:cubicBezTo>
                    <a:pt x="1443990" y="263652"/>
                    <a:pt x="1441609" y="269938"/>
                    <a:pt x="1438942" y="276129"/>
                  </a:cubicBezTo>
                  <a:cubicBezTo>
                    <a:pt x="1436275" y="282321"/>
                    <a:pt x="1432941" y="287940"/>
                    <a:pt x="1428940" y="292988"/>
                  </a:cubicBezTo>
                  <a:cubicBezTo>
                    <a:pt x="1424940" y="298037"/>
                    <a:pt x="1420178" y="302037"/>
                    <a:pt x="1414462" y="305085"/>
                  </a:cubicBezTo>
                  <a:cubicBezTo>
                    <a:pt x="1408748" y="308133"/>
                    <a:pt x="1401794" y="309657"/>
                    <a:pt x="1393698" y="309657"/>
                  </a:cubicBezTo>
                  <a:cubicBezTo>
                    <a:pt x="1385126" y="309657"/>
                    <a:pt x="1377601" y="308895"/>
                    <a:pt x="1370933" y="307371"/>
                  </a:cubicBezTo>
                  <a:lnTo>
                    <a:pt x="1372838" y="282225"/>
                  </a:lnTo>
                  <a:cubicBezTo>
                    <a:pt x="1377791" y="283750"/>
                    <a:pt x="1382935" y="284511"/>
                    <a:pt x="1388174" y="284511"/>
                  </a:cubicBezTo>
                  <a:cubicBezTo>
                    <a:pt x="1396079" y="284511"/>
                    <a:pt x="1402080" y="281749"/>
                    <a:pt x="1406081" y="276320"/>
                  </a:cubicBezTo>
                  <a:cubicBezTo>
                    <a:pt x="1410176" y="270891"/>
                    <a:pt x="1413796" y="262604"/>
                    <a:pt x="1417129" y="251460"/>
                  </a:cubicBezTo>
                  <a:lnTo>
                    <a:pt x="1420273" y="241363"/>
                  </a:lnTo>
                  <a:close/>
                  <a:moveTo>
                    <a:pt x="1793272" y="68961"/>
                  </a:moveTo>
                  <a:cubicBezTo>
                    <a:pt x="1802797" y="68961"/>
                    <a:pt x="1810989" y="70485"/>
                    <a:pt x="1817752" y="73533"/>
                  </a:cubicBezTo>
                  <a:cubicBezTo>
                    <a:pt x="1824514" y="76581"/>
                    <a:pt x="1829944" y="80867"/>
                    <a:pt x="1833944" y="86392"/>
                  </a:cubicBezTo>
                  <a:cubicBezTo>
                    <a:pt x="1837945" y="91916"/>
                    <a:pt x="1840993" y="98679"/>
                    <a:pt x="1842802" y="106490"/>
                  </a:cubicBezTo>
                  <a:cubicBezTo>
                    <a:pt x="1844612" y="114300"/>
                    <a:pt x="1845565" y="122968"/>
                    <a:pt x="1845565" y="132302"/>
                  </a:cubicBezTo>
                  <a:lnTo>
                    <a:pt x="1845565" y="235553"/>
                  </a:lnTo>
                  <a:lnTo>
                    <a:pt x="1814037" y="235553"/>
                  </a:lnTo>
                  <a:lnTo>
                    <a:pt x="1814037" y="139160"/>
                  </a:lnTo>
                  <a:cubicBezTo>
                    <a:pt x="1814037" y="133540"/>
                    <a:pt x="1813656" y="127921"/>
                    <a:pt x="1812989" y="122491"/>
                  </a:cubicBezTo>
                  <a:cubicBezTo>
                    <a:pt x="1812227" y="117062"/>
                    <a:pt x="1810798" y="112300"/>
                    <a:pt x="1808608" y="108109"/>
                  </a:cubicBezTo>
                  <a:cubicBezTo>
                    <a:pt x="1806417" y="103918"/>
                    <a:pt x="1803274" y="100679"/>
                    <a:pt x="1799273" y="98107"/>
                  </a:cubicBezTo>
                  <a:cubicBezTo>
                    <a:pt x="1795177" y="95631"/>
                    <a:pt x="1789843" y="94393"/>
                    <a:pt x="1783176" y="94393"/>
                  </a:cubicBezTo>
                  <a:cubicBezTo>
                    <a:pt x="1775937" y="94393"/>
                    <a:pt x="1769841" y="95917"/>
                    <a:pt x="1764888" y="98965"/>
                  </a:cubicBezTo>
                  <a:cubicBezTo>
                    <a:pt x="1760030" y="102013"/>
                    <a:pt x="1756125" y="106013"/>
                    <a:pt x="1753172" y="110871"/>
                  </a:cubicBezTo>
                  <a:cubicBezTo>
                    <a:pt x="1750219" y="115729"/>
                    <a:pt x="1748219" y="121349"/>
                    <a:pt x="1746886" y="127540"/>
                  </a:cubicBezTo>
                  <a:cubicBezTo>
                    <a:pt x="1745647" y="133731"/>
                    <a:pt x="1744981" y="140113"/>
                    <a:pt x="1744981" y="146685"/>
                  </a:cubicBezTo>
                  <a:lnTo>
                    <a:pt x="1744981" y="235553"/>
                  </a:lnTo>
                  <a:lnTo>
                    <a:pt x="1713929" y="235553"/>
                  </a:lnTo>
                  <a:lnTo>
                    <a:pt x="1713929" y="109728"/>
                  </a:lnTo>
                  <a:cubicBezTo>
                    <a:pt x="1713929" y="103441"/>
                    <a:pt x="1713834" y="97155"/>
                    <a:pt x="1713643" y="90964"/>
                  </a:cubicBezTo>
                  <a:cubicBezTo>
                    <a:pt x="1713453" y="84773"/>
                    <a:pt x="1712977" y="78486"/>
                    <a:pt x="1712405" y="72199"/>
                  </a:cubicBezTo>
                  <a:lnTo>
                    <a:pt x="1741742" y="72199"/>
                  </a:lnTo>
                  <a:lnTo>
                    <a:pt x="1742695" y="100298"/>
                  </a:lnTo>
                  <a:cubicBezTo>
                    <a:pt x="1753553" y="79343"/>
                    <a:pt x="1770412" y="68961"/>
                    <a:pt x="1793272" y="68961"/>
                  </a:cubicBezTo>
                  <a:close/>
                  <a:moveTo>
                    <a:pt x="1598580" y="68961"/>
                  </a:moveTo>
                  <a:cubicBezTo>
                    <a:pt x="1610868" y="68961"/>
                    <a:pt x="1621726" y="70961"/>
                    <a:pt x="1631347" y="74962"/>
                  </a:cubicBezTo>
                  <a:cubicBezTo>
                    <a:pt x="1640872" y="78962"/>
                    <a:pt x="1648968" y="84677"/>
                    <a:pt x="1655540" y="91916"/>
                  </a:cubicBezTo>
                  <a:cubicBezTo>
                    <a:pt x="1662112" y="99250"/>
                    <a:pt x="1667065" y="108109"/>
                    <a:pt x="1670399" y="118586"/>
                  </a:cubicBezTo>
                  <a:cubicBezTo>
                    <a:pt x="1673733" y="129064"/>
                    <a:pt x="1675352" y="140589"/>
                    <a:pt x="1675352" y="153257"/>
                  </a:cubicBezTo>
                  <a:cubicBezTo>
                    <a:pt x="1675352" y="165640"/>
                    <a:pt x="1673638" y="177070"/>
                    <a:pt x="1670399" y="187547"/>
                  </a:cubicBezTo>
                  <a:cubicBezTo>
                    <a:pt x="1667065" y="198025"/>
                    <a:pt x="1662112" y="207074"/>
                    <a:pt x="1655540" y="214789"/>
                  </a:cubicBezTo>
                  <a:cubicBezTo>
                    <a:pt x="1648968" y="222504"/>
                    <a:pt x="1640872" y="228505"/>
                    <a:pt x="1631347" y="232791"/>
                  </a:cubicBezTo>
                  <a:cubicBezTo>
                    <a:pt x="1621726" y="237077"/>
                    <a:pt x="1610868" y="239173"/>
                    <a:pt x="1598580" y="239173"/>
                  </a:cubicBezTo>
                  <a:cubicBezTo>
                    <a:pt x="1585817" y="239173"/>
                    <a:pt x="1574768" y="237077"/>
                    <a:pt x="1565434" y="232886"/>
                  </a:cubicBezTo>
                  <a:cubicBezTo>
                    <a:pt x="1551051" y="226314"/>
                    <a:pt x="1540192" y="216122"/>
                    <a:pt x="1532858" y="202216"/>
                  </a:cubicBezTo>
                  <a:cubicBezTo>
                    <a:pt x="1525429" y="188309"/>
                    <a:pt x="1521809" y="171926"/>
                    <a:pt x="1521809" y="153257"/>
                  </a:cubicBezTo>
                  <a:cubicBezTo>
                    <a:pt x="1521809" y="140875"/>
                    <a:pt x="1523619" y="129445"/>
                    <a:pt x="1527238" y="119158"/>
                  </a:cubicBezTo>
                  <a:cubicBezTo>
                    <a:pt x="1530858" y="108775"/>
                    <a:pt x="1536001" y="99917"/>
                    <a:pt x="1542669" y="92488"/>
                  </a:cubicBezTo>
                  <a:cubicBezTo>
                    <a:pt x="1549336" y="85058"/>
                    <a:pt x="1557433" y="79343"/>
                    <a:pt x="1566862" y="75152"/>
                  </a:cubicBezTo>
                  <a:cubicBezTo>
                    <a:pt x="1576292" y="71057"/>
                    <a:pt x="1586865" y="68961"/>
                    <a:pt x="1598580" y="68961"/>
                  </a:cubicBezTo>
                  <a:close/>
                  <a:moveTo>
                    <a:pt x="812388" y="68961"/>
                  </a:moveTo>
                  <a:cubicBezTo>
                    <a:pt x="823247" y="68961"/>
                    <a:pt x="832867" y="71438"/>
                    <a:pt x="841249" y="76295"/>
                  </a:cubicBezTo>
                  <a:cubicBezTo>
                    <a:pt x="849631" y="81153"/>
                    <a:pt x="856393" y="88868"/>
                    <a:pt x="861347" y="99346"/>
                  </a:cubicBezTo>
                  <a:lnTo>
                    <a:pt x="861347" y="72199"/>
                  </a:lnTo>
                  <a:lnTo>
                    <a:pt x="891350" y="72199"/>
                  </a:lnTo>
                  <a:lnTo>
                    <a:pt x="891350" y="226409"/>
                  </a:lnTo>
                  <a:cubicBezTo>
                    <a:pt x="891350" y="253174"/>
                    <a:pt x="884968" y="273749"/>
                    <a:pt x="872300" y="288131"/>
                  </a:cubicBezTo>
                  <a:cubicBezTo>
                    <a:pt x="859632" y="302514"/>
                    <a:pt x="840106" y="309658"/>
                    <a:pt x="813912" y="309658"/>
                  </a:cubicBezTo>
                  <a:cubicBezTo>
                    <a:pt x="804959" y="309658"/>
                    <a:pt x="796100" y="308896"/>
                    <a:pt x="787242" y="307372"/>
                  </a:cubicBezTo>
                  <a:cubicBezTo>
                    <a:pt x="778384" y="305848"/>
                    <a:pt x="769621" y="303657"/>
                    <a:pt x="760858" y="300799"/>
                  </a:cubicBezTo>
                  <a:lnTo>
                    <a:pt x="762763" y="273082"/>
                  </a:lnTo>
                  <a:cubicBezTo>
                    <a:pt x="769621" y="276797"/>
                    <a:pt x="777050" y="279654"/>
                    <a:pt x="785051" y="281749"/>
                  </a:cubicBezTo>
                  <a:cubicBezTo>
                    <a:pt x="793052" y="283845"/>
                    <a:pt x="801149" y="284893"/>
                    <a:pt x="809245" y="284893"/>
                  </a:cubicBezTo>
                  <a:cubicBezTo>
                    <a:pt x="818198" y="284893"/>
                    <a:pt x="825913" y="283464"/>
                    <a:pt x="832295" y="280607"/>
                  </a:cubicBezTo>
                  <a:cubicBezTo>
                    <a:pt x="838772" y="277749"/>
                    <a:pt x="844011" y="273844"/>
                    <a:pt x="848202" y="268700"/>
                  </a:cubicBezTo>
                  <a:cubicBezTo>
                    <a:pt x="852393" y="263557"/>
                    <a:pt x="855346" y="257461"/>
                    <a:pt x="857251" y="250222"/>
                  </a:cubicBezTo>
                  <a:cubicBezTo>
                    <a:pt x="859156" y="243078"/>
                    <a:pt x="860013" y="235077"/>
                    <a:pt x="860013" y="226409"/>
                  </a:cubicBezTo>
                  <a:lnTo>
                    <a:pt x="860013" y="207169"/>
                  </a:lnTo>
                  <a:cubicBezTo>
                    <a:pt x="855060" y="216313"/>
                    <a:pt x="848202" y="223361"/>
                    <a:pt x="839534" y="228219"/>
                  </a:cubicBezTo>
                  <a:cubicBezTo>
                    <a:pt x="830866" y="233077"/>
                    <a:pt x="821627" y="235553"/>
                    <a:pt x="811626" y="235553"/>
                  </a:cubicBezTo>
                  <a:cubicBezTo>
                    <a:pt x="800196" y="235553"/>
                    <a:pt x="790480" y="233172"/>
                    <a:pt x="782480" y="228409"/>
                  </a:cubicBezTo>
                  <a:cubicBezTo>
                    <a:pt x="774478" y="223647"/>
                    <a:pt x="767906" y="217361"/>
                    <a:pt x="762858" y="209645"/>
                  </a:cubicBezTo>
                  <a:cubicBezTo>
                    <a:pt x="757810" y="201930"/>
                    <a:pt x="754095" y="193167"/>
                    <a:pt x="751809" y="183356"/>
                  </a:cubicBezTo>
                  <a:cubicBezTo>
                    <a:pt x="749523" y="173546"/>
                    <a:pt x="748380" y="163544"/>
                    <a:pt x="748380" y="153257"/>
                  </a:cubicBezTo>
                  <a:cubicBezTo>
                    <a:pt x="748380" y="142399"/>
                    <a:pt x="749523" y="131826"/>
                    <a:pt x="751809" y="121730"/>
                  </a:cubicBezTo>
                  <a:cubicBezTo>
                    <a:pt x="754095" y="111633"/>
                    <a:pt x="757810" y="102584"/>
                    <a:pt x="763049" y="94774"/>
                  </a:cubicBezTo>
                  <a:cubicBezTo>
                    <a:pt x="768287" y="86963"/>
                    <a:pt x="774859" y="80677"/>
                    <a:pt x="782860" y="76009"/>
                  </a:cubicBezTo>
                  <a:cubicBezTo>
                    <a:pt x="790861" y="71342"/>
                    <a:pt x="800672" y="68961"/>
                    <a:pt x="812388" y="68961"/>
                  </a:cubicBezTo>
                  <a:close/>
                  <a:moveTo>
                    <a:pt x="657701" y="68961"/>
                  </a:moveTo>
                  <a:cubicBezTo>
                    <a:pt x="667226" y="68961"/>
                    <a:pt x="675418" y="70485"/>
                    <a:pt x="682180" y="73533"/>
                  </a:cubicBezTo>
                  <a:cubicBezTo>
                    <a:pt x="688943" y="76581"/>
                    <a:pt x="694373" y="80867"/>
                    <a:pt x="698373" y="86392"/>
                  </a:cubicBezTo>
                  <a:cubicBezTo>
                    <a:pt x="702374" y="91916"/>
                    <a:pt x="705422" y="98679"/>
                    <a:pt x="707231" y="106490"/>
                  </a:cubicBezTo>
                  <a:cubicBezTo>
                    <a:pt x="709136" y="114300"/>
                    <a:pt x="709994" y="122968"/>
                    <a:pt x="709994" y="132302"/>
                  </a:cubicBezTo>
                  <a:lnTo>
                    <a:pt x="709994" y="235553"/>
                  </a:lnTo>
                  <a:lnTo>
                    <a:pt x="678466" y="235553"/>
                  </a:lnTo>
                  <a:lnTo>
                    <a:pt x="678466" y="139160"/>
                  </a:lnTo>
                  <a:cubicBezTo>
                    <a:pt x="678466" y="133540"/>
                    <a:pt x="678085" y="127921"/>
                    <a:pt x="677323" y="122491"/>
                  </a:cubicBezTo>
                  <a:cubicBezTo>
                    <a:pt x="676561" y="117062"/>
                    <a:pt x="675132" y="112300"/>
                    <a:pt x="672941" y="108109"/>
                  </a:cubicBezTo>
                  <a:cubicBezTo>
                    <a:pt x="670751" y="104013"/>
                    <a:pt x="667607" y="100679"/>
                    <a:pt x="663607" y="98107"/>
                  </a:cubicBezTo>
                  <a:cubicBezTo>
                    <a:pt x="659606" y="95536"/>
                    <a:pt x="654177" y="94393"/>
                    <a:pt x="647509" y="94393"/>
                  </a:cubicBezTo>
                  <a:cubicBezTo>
                    <a:pt x="640271" y="94393"/>
                    <a:pt x="634175" y="95917"/>
                    <a:pt x="629222" y="98965"/>
                  </a:cubicBezTo>
                  <a:cubicBezTo>
                    <a:pt x="624364" y="102013"/>
                    <a:pt x="620459" y="106013"/>
                    <a:pt x="617506" y="110871"/>
                  </a:cubicBezTo>
                  <a:cubicBezTo>
                    <a:pt x="614553" y="115729"/>
                    <a:pt x="612553" y="121349"/>
                    <a:pt x="611219" y="127540"/>
                  </a:cubicBezTo>
                  <a:cubicBezTo>
                    <a:pt x="609981" y="133731"/>
                    <a:pt x="609314" y="140113"/>
                    <a:pt x="609314" y="146685"/>
                  </a:cubicBezTo>
                  <a:lnTo>
                    <a:pt x="609314" y="235553"/>
                  </a:lnTo>
                  <a:lnTo>
                    <a:pt x="578358" y="235553"/>
                  </a:lnTo>
                  <a:lnTo>
                    <a:pt x="578358" y="109728"/>
                  </a:lnTo>
                  <a:cubicBezTo>
                    <a:pt x="578358" y="103441"/>
                    <a:pt x="578263" y="97155"/>
                    <a:pt x="578072" y="90964"/>
                  </a:cubicBezTo>
                  <a:cubicBezTo>
                    <a:pt x="577882" y="84773"/>
                    <a:pt x="577405" y="78486"/>
                    <a:pt x="576834" y="72199"/>
                  </a:cubicBezTo>
                  <a:lnTo>
                    <a:pt x="606171" y="72199"/>
                  </a:lnTo>
                  <a:lnTo>
                    <a:pt x="607124" y="100298"/>
                  </a:lnTo>
                  <a:cubicBezTo>
                    <a:pt x="617982" y="79343"/>
                    <a:pt x="634841" y="68961"/>
                    <a:pt x="657701" y="68961"/>
                  </a:cubicBezTo>
                  <a:close/>
                  <a:moveTo>
                    <a:pt x="1282637" y="68866"/>
                  </a:moveTo>
                  <a:cubicBezTo>
                    <a:pt x="1294924" y="68866"/>
                    <a:pt x="1305211" y="70962"/>
                    <a:pt x="1313498" y="75248"/>
                  </a:cubicBezTo>
                  <a:cubicBezTo>
                    <a:pt x="1321784" y="79534"/>
                    <a:pt x="1328547" y="85344"/>
                    <a:pt x="1333595" y="92679"/>
                  </a:cubicBezTo>
                  <a:cubicBezTo>
                    <a:pt x="1338644" y="100108"/>
                    <a:pt x="1342358" y="108776"/>
                    <a:pt x="1344549" y="118777"/>
                  </a:cubicBezTo>
                  <a:cubicBezTo>
                    <a:pt x="1346740" y="128778"/>
                    <a:pt x="1347787" y="139542"/>
                    <a:pt x="1347787" y="151162"/>
                  </a:cubicBezTo>
                  <a:lnTo>
                    <a:pt x="1347787" y="160973"/>
                  </a:lnTo>
                  <a:lnTo>
                    <a:pt x="1243203" y="160973"/>
                  </a:lnTo>
                  <a:lnTo>
                    <a:pt x="1243203" y="161068"/>
                  </a:lnTo>
                  <a:cubicBezTo>
                    <a:pt x="1243203" y="168688"/>
                    <a:pt x="1244251" y="175832"/>
                    <a:pt x="1246441" y="182499"/>
                  </a:cubicBezTo>
                  <a:cubicBezTo>
                    <a:pt x="1248632" y="189167"/>
                    <a:pt x="1251871" y="194977"/>
                    <a:pt x="1256252" y="200025"/>
                  </a:cubicBezTo>
                  <a:cubicBezTo>
                    <a:pt x="1260634" y="205074"/>
                    <a:pt x="1266063" y="208979"/>
                    <a:pt x="1272635" y="211932"/>
                  </a:cubicBezTo>
                  <a:cubicBezTo>
                    <a:pt x="1279207" y="214884"/>
                    <a:pt x="1286732" y="216313"/>
                    <a:pt x="1295305" y="216313"/>
                  </a:cubicBezTo>
                  <a:cubicBezTo>
                    <a:pt x="1302353" y="216313"/>
                    <a:pt x="1309592" y="215456"/>
                    <a:pt x="1317022" y="213837"/>
                  </a:cubicBezTo>
                  <a:cubicBezTo>
                    <a:pt x="1324451" y="212217"/>
                    <a:pt x="1331214" y="209645"/>
                    <a:pt x="1337501" y="206121"/>
                  </a:cubicBezTo>
                  <a:lnTo>
                    <a:pt x="1339406" y="230315"/>
                  </a:lnTo>
                  <a:cubicBezTo>
                    <a:pt x="1332166" y="233363"/>
                    <a:pt x="1324451" y="235554"/>
                    <a:pt x="1316355" y="236982"/>
                  </a:cubicBezTo>
                  <a:cubicBezTo>
                    <a:pt x="1308259" y="238411"/>
                    <a:pt x="1299782" y="239078"/>
                    <a:pt x="1291114" y="239078"/>
                  </a:cubicBezTo>
                  <a:cubicBezTo>
                    <a:pt x="1277969" y="239078"/>
                    <a:pt x="1266444" y="236982"/>
                    <a:pt x="1256443" y="232887"/>
                  </a:cubicBezTo>
                  <a:cubicBezTo>
                    <a:pt x="1246441" y="228791"/>
                    <a:pt x="1238060" y="222885"/>
                    <a:pt x="1231297" y="215266"/>
                  </a:cubicBezTo>
                  <a:cubicBezTo>
                    <a:pt x="1224534" y="207645"/>
                    <a:pt x="1219486" y="198597"/>
                    <a:pt x="1216152" y="188119"/>
                  </a:cubicBezTo>
                  <a:cubicBezTo>
                    <a:pt x="1212818" y="177642"/>
                    <a:pt x="1211199" y="166021"/>
                    <a:pt x="1211199" y="153162"/>
                  </a:cubicBezTo>
                  <a:cubicBezTo>
                    <a:pt x="1211199" y="142018"/>
                    <a:pt x="1212818" y="131350"/>
                    <a:pt x="1216057" y="121158"/>
                  </a:cubicBezTo>
                  <a:cubicBezTo>
                    <a:pt x="1219295" y="110967"/>
                    <a:pt x="1223962" y="101918"/>
                    <a:pt x="1230058" y="94203"/>
                  </a:cubicBezTo>
                  <a:cubicBezTo>
                    <a:pt x="1236154" y="86487"/>
                    <a:pt x="1243679" y="80296"/>
                    <a:pt x="1252537" y="75724"/>
                  </a:cubicBezTo>
                  <a:cubicBezTo>
                    <a:pt x="1261396" y="71152"/>
                    <a:pt x="1271397" y="68866"/>
                    <a:pt x="1282637" y="68866"/>
                  </a:cubicBezTo>
                  <a:close/>
                  <a:moveTo>
                    <a:pt x="396336" y="68866"/>
                  </a:moveTo>
                  <a:cubicBezTo>
                    <a:pt x="408623" y="68866"/>
                    <a:pt x="418910" y="70962"/>
                    <a:pt x="427196" y="75248"/>
                  </a:cubicBezTo>
                  <a:cubicBezTo>
                    <a:pt x="435483" y="79534"/>
                    <a:pt x="442246" y="85344"/>
                    <a:pt x="447294" y="92679"/>
                  </a:cubicBezTo>
                  <a:cubicBezTo>
                    <a:pt x="452342" y="100108"/>
                    <a:pt x="456057" y="108776"/>
                    <a:pt x="458248" y="118777"/>
                  </a:cubicBezTo>
                  <a:cubicBezTo>
                    <a:pt x="460439" y="128778"/>
                    <a:pt x="461486" y="139542"/>
                    <a:pt x="461486" y="151162"/>
                  </a:cubicBezTo>
                  <a:lnTo>
                    <a:pt x="461486" y="160973"/>
                  </a:lnTo>
                  <a:lnTo>
                    <a:pt x="356902" y="160973"/>
                  </a:lnTo>
                  <a:lnTo>
                    <a:pt x="356902" y="161068"/>
                  </a:lnTo>
                  <a:cubicBezTo>
                    <a:pt x="356902" y="168688"/>
                    <a:pt x="357950" y="175832"/>
                    <a:pt x="360140" y="182499"/>
                  </a:cubicBezTo>
                  <a:cubicBezTo>
                    <a:pt x="362331" y="189167"/>
                    <a:pt x="365570" y="194977"/>
                    <a:pt x="369951" y="200025"/>
                  </a:cubicBezTo>
                  <a:cubicBezTo>
                    <a:pt x="374333" y="205074"/>
                    <a:pt x="379762" y="208979"/>
                    <a:pt x="386334" y="211932"/>
                  </a:cubicBezTo>
                  <a:cubicBezTo>
                    <a:pt x="392906" y="214884"/>
                    <a:pt x="400431" y="216313"/>
                    <a:pt x="409004" y="216313"/>
                  </a:cubicBezTo>
                  <a:cubicBezTo>
                    <a:pt x="416052" y="216313"/>
                    <a:pt x="423291" y="215456"/>
                    <a:pt x="430721" y="213837"/>
                  </a:cubicBezTo>
                  <a:cubicBezTo>
                    <a:pt x="438150" y="212217"/>
                    <a:pt x="444913" y="209645"/>
                    <a:pt x="451199" y="206121"/>
                  </a:cubicBezTo>
                  <a:lnTo>
                    <a:pt x="453104" y="230315"/>
                  </a:lnTo>
                  <a:cubicBezTo>
                    <a:pt x="445865" y="233363"/>
                    <a:pt x="438150" y="235554"/>
                    <a:pt x="430054" y="236982"/>
                  </a:cubicBezTo>
                  <a:cubicBezTo>
                    <a:pt x="421958" y="238411"/>
                    <a:pt x="413480" y="239078"/>
                    <a:pt x="404813" y="239078"/>
                  </a:cubicBezTo>
                  <a:cubicBezTo>
                    <a:pt x="391668" y="239078"/>
                    <a:pt x="380143" y="236982"/>
                    <a:pt x="370142" y="232887"/>
                  </a:cubicBezTo>
                  <a:cubicBezTo>
                    <a:pt x="360140" y="228791"/>
                    <a:pt x="351758" y="222885"/>
                    <a:pt x="344996" y="215266"/>
                  </a:cubicBezTo>
                  <a:cubicBezTo>
                    <a:pt x="338233" y="207645"/>
                    <a:pt x="333185" y="198597"/>
                    <a:pt x="329851" y="188119"/>
                  </a:cubicBezTo>
                  <a:cubicBezTo>
                    <a:pt x="326517" y="177642"/>
                    <a:pt x="324898" y="166021"/>
                    <a:pt x="324898" y="153162"/>
                  </a:cubicBezTo>
                  <a:cubicBezTo>
                    <a:pt x="324898" y="142018"/>
                    <a:pt x="326517" y="131350"/>
                    <a:pt x="329756" y="121158"/>
                  </a:cubicBezTo>
                  <a:cubicBezTo>
                    <a:pt x="332994" y="110967"/>
                    <a:pt x="337661" y="101918"/>
                    <a:pt x="343757" y="94203"/>
                  </a:cubicBezTo>
                  <a:cubicBezTo>
                    <a:pt x="349853" y="86487"/>
                    <a:pt x="357378" y="80296"/>
                    <a:pt x="366236" y="75724"/>
                  </a:cubicBezTo>
                  <a:cubicBezTo>
                    <a:pt x="375095" y="71152"/>
                    <a:pt x="385096" y="68866"/>
                    <a:pt x="396336" y="68866"/>
                  </a:cubicBezTo>
                  <a:close/>
                  <a:moveTo>
                    <a:pt x="230220" y="68866"/>
                  </a:moveTo>
                  <a:cubicBezTo>
                    <a:pt x="242507" y="68866"/>
                    <a:pt x="252794" y="70962"/>
                    <a:pt x="261081" y="75248"/>
                  </a:cubicBezTo>
                  <a:cubicBezTo>
                    <a:pt x="269367" y="79534"/>
                    <a:pt x="276130" y="85344"/>
                    <a:pt x="281178" y="92679"/>
                  </a:cubicBezTo>
                  <a:cubicBezTo>
                    <a:pt x="286226" y="100013"/>
                    <a:pt x="289941" y="108776"/>
                    <a:pt x="292132" y="118777"/>
                  </a:cubicBezTo>
                  <a:cubicBezTo>
                    <a:pt x="294323" y="128778"/>
                    <a:pt x="295371" y="139542"/>
                    <a:pt x="295371" y="151162"/>
                  </a:cubicBezTo>
                  <a:lnTo>
                    <a:pt x="295371" y="160973"/>
                  </a:lnTo>
                  <a:lnTo>
                    <a:pt x="190786" y="160973"/>
                  </a:lnTo>
                  <a:lnTo>
                    <a:pt x="190786" y="161068"/>
                  </a:lnTo>
                  <a:cubicBezTo>
                    <a:pt x="190786" y="168688"/>
                    <a:pt x="191929" y="175832"/>
                    <a:pt x="194025" y="182499"/>
                  </a:cubicBezTo>
                  <a:cubicBezTo>
                    <a:pt x="196215" y="189167"/>
                    <a:pt x="199454" y="194977"/>
                    <a:pt x="203835" y="200025"/>
                  </a:cubicBezTo>
                  <a:cubicBezTo>
                    <a:pt x="208217" y="205074"/>
                    <a:pt x="213646" y="208979"/>
                    <a:pt x="220218" y="211932"/>
                  </a:cubicBezTo>
                  <a:cubicBezTo>
                    <a:pt x="226790" y="214884"/>
                    <a:pt x="234315" y="216313"/>
                    <a:pt x="242888" y="216313"/>
                  </a:cubicBezTo>
                  <a:cubicBezTo>
                    <a:pt x="249936" y="216313"/>
                    <a:pt x="257175" y="215456"/>
                    <a:pt x="264605" y="213837"/>
                  </a:cubicBezTo>
                  <a:cubicBezTo>
                    <a:pt x="272034" y="212217"/>
                    <a:pt x="278797" y="209645"/>
                    <a:pt x="285084" y="206121"/>
                  </a:cubicBezTo>
                  <a:lnTo>
                    <a:pt x="286988" y="230315"/>
                  </a:lnTo>
                  <a:cubicBezTo>
                    <a:pt x="279749" y="233363"/>
                    <a:pt x="272034" y="235554"/>
                    <a:pt x="263938" y="236982"/>
                  </a:cubicBezTo>
                  <a:cubicBezTo>
                    <a:pt x="255842" y="238411"/>
                    <a:pt x="247364" y="239078"/>
                    <a:pt x="238697" y="239078"/>
                  </a:cubicBezTo>
                  <a:cubicBezTo>
                    <a:pt x="225552" y="239078"/>
                    <a:pt x="214027" y="236982"/>
                    <a:pt x="204026" y="232887"/>
                  </a:cubicBezTo>
                  <a:cubicBezTo>
                    <a:pt x="194025" y="228791"/>
                    <a:pt x="185642" y="222885"/>
                    <a:pt x="178880" y="215266"/>
                  </a:cubicBezTo>
                  <a:cubicBezTo>
                    <a:pt x="172117" y="207645"/>
                    <a:pt x="167069" y="198597"/>
                    <a:pt x="163735" y="188119"/>
                  </a:cubicBezTo>
                  <a:cubicBezTo>
                    <a:pt x="160401" y="177642"/>
                    <a:pt x="158782" y="166021"/>
                    <a:pt x="158782" y="153162"/>
                  </a:cubicBezTo>
                  <a:cubicBezTo>
                    <a:pt x="158782" y="142018"/>
                    <a:pt x="160401" y="131350"/>
                    <a:pt x="163640" y="121158"/>
                  </a:cubicBezTo>
                  <a:cubicBezTo>
                    <a:pt x="166878" y="110967"/>
                    <a:pt x="171546" y="101918"/>
                    <a:pt x="177641" y="94203"/>
                  </a:cubicBezTo>
                  <a:cubicBezTo>
                    <a:pt x="183737" y="86487"/>
                    <a:pt x="191262" y="80296"/>
                    <a:pt x="200121" y="75724"/>
                  </a:cubicBezTo>
                  <a:cubicBezTo>
                    <a:pt x="208979" y="71152"/>
                    <a:pt x="218980" y="68866"/>
                    <a:pt x="230220" y="68866"/>
                  </a:cubicBezTo>
                  <a:close/>
                  <a:moveTo>
                    <a:pt x="70866" y="14288"/>
                  </a:moveTo>
                  <a:cubicBezTo>
                    <a:pt x="87916" y="14288"/>
                    <a:pt x="103632" y="16574"/>
                    <a:pt x="118015" y="21146"/>
                  </a:cubicBezTo>
                  <a:lnTo>
                    <a:pt x="116110" y="49911"/>
                  </a:lnTo>
                  <a:cubicBezTo>
                    <a:pt x="109442" y="46863"/>
                    <a:pt x="102298" y="44673"/>
                    <a:pt x="94774" y="43244"/>
                  </a:cubicBezTo>
                  <a:cubicBezTo>
                    <a:pt x="87154" y="41815"/>
                    <a:pt x="79819" y="41149"/>
                    <a:pt x="72771" y="41149"/>
                  </a:cubicBezTo>
                  <a:cubicBezTo>
                    <a:pt x="68390" y="41149"/>
                    <a:pt x="64008" y="41720"/>
                    <a:pt x="59531" y="42768"/>
                  </a:cubicBezTo>
                  <a:cubicBezTo>
                    <a:pt x="55054" y="43911"/>
                    <a:pt x="51054" y="45625"/>
                    <a:pt x="47530" y="48197"/>
                  </a:cubicBezTo>
                  <a:cubicBezTo>
                    <a:pt x="44005" y="50674"/>
                    <a:pt x="41053" y="54007"/>
                    <a:pt x="38767" y="58008"/>
                  </a:cubicBezTo>
                  <a:cubicBezTo>
                    <a:pt x="36481" y="62008"/>
                    <a:pt x="35338" y="67152"/>
                    <a:pt x="35338" y="73152"/>
                  </a:cubicBezTo>
                  <a:cubicBezTo>
                    <a:pt x="35338" y="77725"/>
                    <a:pt x="36100" y="81630"/>
                    <a:pt x="37719" y="84868"/>
                  </a:cubicBezTo>
                  <a:cubicBezTo>
                    <a:pt x="39243" y="88107"/>
                    <a:pt x="41434" y="91059"/>
                    <a:pt x="44101" y="93726"/>
                  </a:cubicBezTo>
                  <a:cubicBezTo>
                    <a:pt x="46768" y="96393"/>
                    <a:pt x="49911" y="98679"/>
                    <a:pt x="53435" y="100775"/>
                  </a:cubicBezTo>
                  <a:cubicBezTo>
                    <a:pt x="56959" y="102870"/>
                    <a:pt x="60579" y="104871"/>
                    <a:pt x="64389" y="106776"/>
                  </a:cubicBezTo>
                  <a:lnTo>
                    <a:pt x="81534" y="114967"/>
                  </a:lnTo>
                  <a:cubicBezTo>
                    <a:pt x="87820" y="118015"/>
                    <a:pt x="93536" y="121254"/>
                    <a:pt x="98869" y="124587"/>
                  </a:cubicBezTo>
                  <a:cubicBezTo>
                    <a:pt x="104203" y="127921"/>
                    <a:pt x="108775" y="131922"/>
                    <a:pt x="112776" y="136494"/>
                  </a:cubicBezTo>
                  <a:cubicBezTo>
                    <a:pt x="116776" y="141066"/>
                    <a:pt x="119824" y="146400"/>
                    <a:pt x="122111" y="152496"/>
                  </a:cubicBezTo>
                  <a:cubicBezTo>
                    <a:pt x="124396" y="158592"/>
                    <a:pt x="125540" y="165926"/>
                    <a:pt x="125540" y="174403"/>
                  </a:cubicBezTo>
                  <a:cubicBezTo>
                    <a:pt x="125540" y="185547"/>
                    <a:pt x="123634" y="195168"/>
                    <a:pt x="119920" y="203359"/>
                  </a:cubicBezTo>
                  <a:cubicBezTo>
                    <a:pt x="116205" y="211551"/>
                    <a:pt x="111062" y="218218"/>
                    <a:pt x="104489" y="223457"/>
                  </a:cubicBezTo>
                  <a:cubicBezTo>
                    <a:pt x="97917" y="228696"/>
                    <a:pt x="90297" y="232601"/>
                    <a:pt x="81534" y="235268"/>
                  </a:cubicBezTo>
                  <a:cubicBezTo>
                    <a:pt x="72771" y="237840"/>
                    <a:pt x="63437" y="239173"/>
                    <a:pt x="53435" y="239173"/>
                  </a:cubicBezTo>
                  <a:cubicBezTo>
                    <a:pt x="45339" y="239173"/>
                    <a:pt x="36671" y="238507"/>
                    <a:pt x="27337" y="237078"/>
                  </a:cubicBezTo>
                  <a:cubicBezTo>
                    <a:pt x="18097" y="235649"/>
                    <a:pt x="8953" y="233458"/>
                    <a:pt x="0" y="230410"/>
                  </a:cubicBezTo>
                  <a:lnTo>
                    <a:pt x="1524" y="199930"/>
                  </a:lnTo>
                  <a:cubicBezTo>
                    <a:pt x="9620" y="204312"/>
                    <a:pt x="17716" y="207455"/>
                    <a:pt x="25717" y="209360"/>
                  </a:cubicBezTo>
                  <a:cubicBezTo>
                    <a:pt x="33718" y="211360"/>
                    <a:pt x="42386" y="212313"/>
                    <a:pt x="51816" y="212313"/>
                  </a:cubicBezTo>
                  <a:cubicBezTo>
                    <a:pt x="56769" y="212313"/>
                    <a:pt x="61722" y="211646"/>
                    <a:pt x="66484" y="210312"/>
                  </a:cubicBezTo>
                  <a:cubicBezTo>
                    <a:pt x="71247" y="208979"/>
                    <a:pt x="75533" y="206979"/>
                    <a:pt x="79248" y="204121"/>
                  </a:cubicBezTo>
                  <a:cubicBezTo>
                    <a:pt x="82963" y="201264"/>
                    <a:pt x="86011" y="197549"/>
                    <a:pt x="88297" y="192977"/>
                  </a:cubicBezTo>
                  <a:cubicBezTo>
                    <a:pt x="90583" y="188405"/>
                    <a:pt x="91726" y="182880"/>
                    <a:pt x="91726" y="176308"/>
                  </a:cubicBezTo>
                  <a:cubicBezTo>
                    <a:pt x="91726" y="171069"/>
                    <a:pt x="90773" y="166593"/>
                    <a:pt x="88773" y="162783"/>
                  </a:cubicBezTo>
                  <a:cubicBezTo>
                    <a:pt x="86773" y="158973"/>
                    <a:pt x="84201" y="155544"/>
                    <a:pt x="80963" y="152496"/>
                  </a:cubicBezTo>
                  <a:cubicBezTo>
                    <a:pt x="77724" y="149448"/>
                    <a:pt x="73914" y="146685"/>
                    <a:pt x="69532" y="144304"/>
                  </a:cubicBezTo>
                  <a:cubicBezTo>
                    <a:pt x="65151" y="141923"/>
                    <a:pt x="60579" y="139542"/>
                    <a:pt x="55816" y="137160"/>
                  </a:cubicBezTo>
                  <a:lnTo>
                    <a:pt x="39624" y="128969"/>
                  </a:lnTo>
                  <a:cubicBezTo>
                    <a:pt x="34671" y="126397"/>
                    <a:pt x="29813" y="123444"/>
                    <a:pt x="25241" y="120301"/>
                  </a:cubicBezTo>
                  <a:cubicBezTo>
                    <a:pt x="20669" y="117158"/>
                    <a:pt x="16669" y="113443"/>
                    <a:pt x="13335" y="109157"/>
                  </a:cubicBezTo>
                  <a:cubicBezTo>
                    <a:pt x="10001" y="104871"/>
                    <a:pt x="7334" y="100013"/>
                    <a:pt x="5429" y="94488"/>
                  </a:cubicBezTo>
                  <a:cubicBezTo>
                    <a:pt x="3429" y="88964"/>
                    <a:pt x="2476" y="82487"/>
                    <a:pt x="2476" y="75058"/>
                  </a:cubicBezTo>
                  <a:cubicBezTo>
                    <a:pt x="2476" y="64389"/>
                    <a:pt x="4477" y="55150"/>
                    <a:pt x="8572" y="47435"/>
                  </a:cubicBezTo>
                  <a:cubicBezTo>
                    <a:pt x="12668" y="39720"/>
                    <a:pt x="17907" y="33338"/>
                    <a:pt x="24479" y="28480"/>
                  </a:cubicBezTo>
                  <a:cubicBezTo>
                    <a:pt x="31051" y="23622"/>
                    <a:pt x="38386" y="20003"/>
                    <a:pt x="46482" y="17717"/>
                  </a:cubicBezTo>
                  <a:cubicBezTo>
                    <a:pt x="54578" y="15431"/>
                    <a:pt x="62674" y="14288"/>
                    <a:pt x="70866" y="14288"/>
                  </a:cubicBezTo>
                  <a:close/>
                  <a:moveTo>
                    <a:pt x="499872" y="6858"/>
                  </a:moveTo>
                  <a:lnTo>
                    <a:pt x="531114" y="6858"/>
                  </a:lnTo>
                  <a:lnTo>
                    <a:pt x="531114" y="38576"/>
                  </a:lnTo>
                  <a:lnTo>
                    <a:pt x="499872" y="38576"/>
                  </a:lnTo>
                  <a:close/>
                  <a:moveTo>
                    <a:pt x="1996155" y="0"/>
                  </a:moveTo>
                  <a:lnTo>
                    <a:pt x="2027397" y="0"/>
                  </a:lnTo>
                  <a:lnTo>
                    <a:pt x="2027397" y="186595"/>
                  </a:lnTo>
                  <a:cubicBezTo>
                    <a:pt x="2027397" y="195739"/>
                    <a:pt x="2027587" y="204311"/>
                    <a:pt x="2027873" y="212217"/>
                  </a:cubicBezTo>
                  <a:cubicBezTo>
                    <a:pt x="2028159" y="220123"/>
                    <a:pt x="2028540" y="227933"/>
                    <a:pt x="2028921" y="235553"/>
                  </a:cubicBezTo>
                  <a:lnTo>
                    <a:pt x="1999964" y="235553"/>
                  </a:lnTo>
                  <a:lnTo>
                    <a:pt x="1998060" y="208407"/>
                  </a:lnTo>
                  <a:cubicBezTo>
                    <a:pt x="1993297" y="218884"/>
                    <a:pt x="1986630" y="226600"/>
                    <a:pt x="1978057" y="231648"/>
                  </a:cubicBezTo>
                  <a:cubicBezTo>
                    <a:pt x="1969485" y="236696"/>
                    <a:pt x="1959864" y="239173"/>
                    <a:pt x="1949006" y="239173"/>
                  </a:cubicBezTo>
                  <a:cubicBezTo>
                    <a:pt x="1937100" y="239173"/>
                    <a:pt x="1927194" y="236696"/>
                    <a:pt x="1919002" y="231838"/>
                  </a:cubicBezTo>
                  <a:cubicBezTo>
                    <a:pt x="1910906" y="226981"/>
                    <a:pt x="1904238" y="220504"/>
                    <a:pt x="1899000" y="212407"/>
                  </a:cubicBezTo>
                  <a:cubicBezTo>
                    <a:pt x="1893761" y="204311"/>
                    <a:pt x="1890046" y="195167"/>
                    <a:pt x="1887760" y="184975"/>
                  </a:cubicBezTo>
                  <a:cubicBezTo>
                    <a:pt x="1885474" y="174784"/>
                    <a:pt x="1884331" y="164211"/>
                    <a:pt x="1884331" y="153257"/>
                  </a:cubicBezTo>
                  <a:cubicBezTo>
                    <a:pt x="1884331" y="142304"/>
                    <a:pt x="1885474" y="131826"/>
                    <a:pt x="1887760" y="121729"/>
                  </a:cubicBezTo>
                  <a:cubicBezTo>
                    <a:pt x="1890046" y="111633"/>
                    <a:pt x="1893761" y="102584"/>
                    <a:pt x="1899000" y="94774"/>
                  </a:cubicBezTo>
                  <a:cubicBezTo>
                    <a:pt x="1904238" y="86963"/>
                    <a:pt x="1910906" y="80677"/>
                    <a:pt x="1919002" y="76009"/>
                  </a:cubicBezTo>
                  <a:cubicBezTo>
                    <a:pt x="1927098" y="71342"/>
                    <a:pt x="1937100" y="68961"/>
                    <a:pt x="1949006" y="68961"/>
                  </a:cubicBezTo>
                  <a:cubicBezTo>
                    <a:pt x="1959007" y="68961"/>
                    <a:pt x="1968342" y="71533"/>
                    <a:pt x="1977105" y="76771"/>
                  </a:cubicBezTo>
                  <a:cubicBezTo>
                    <a:pt x="1985868" y="82010"/>
                    <a:pt x="1992154" y="89535"/>
                    <a:pt x="1996155" y="99346"/>
                  </a:cubicBezTo>
                  <a:close/>
                  <a:moveTo>
                    <a:pt x="1037368" y="0"/>
                  </a:moveTo>
                  <a:lnTo>
                    <a:pt x="1068610" y="0"/>
                  </a:lnTo>
                  <a:lnTo>
                    <a:pt x="1068610" y="99346"/>
                  </a:lnTo>
                  <a:cubicBezTo>
                    <a:pt x="1072515" y="89535"/>
                    <a:pt x="1078992" y="82010"/>
                    <a:pt x="1087946" y="76771"/>
                  </a:cubicBezTo>
                  <a:cubicBezTo>
                    <a:pt x="1096899" y="71533"/>
                    <a:pt x="1106329" y="68961"/>
                    <a:pt x="1116330" y="68961"/>
                  </a:cubicBezTo>
                  <a:cubicBezTo>
                    <a:pt x="1128237" y="68961"/>
                    <a:pt x="1138143" y="71342"/>
                    <a:pt x="1146334" y="76009"/>
                  </a:cubicBezTo>
                  <a:cubicBezTo>
                    <a:pt x="1154430" y="80677"/>
                    <a:pt x="1161002" y="86963"/>
                    <a:pt x="1166146" y="94774"/>
                  </a:cubicBezTo>
                  <a:cubicBezTo>
                    <a:pt x="1171289" y="102584"/>
                    <a:pt x="1174909" y="111633"/>
                    <a:pt x="1177100" y="121729"/>
                  </a:cubicBezTo>
                  <a:cubicBezTo>
                    <a:pt x="1179291" y="131826"/>
                    <a:pt x="1180338" y="142399"/>
                    <a:pt x="1180338" y="153257"/>
                  </a:cubicBezTo>
                  <a:cubicBezTo>
                    <a:pt x="1180338" y="164116"/>
                    <a:pt x="1179195" y="174688"/>
                    <a:pt x="1176909" y="184975"/>
                  </a:cubicBezTo>
                  <a:cubicBezTo>
                    <a:pt x="1174623" y="195263"/>
                    <a:pt x="1170909" y="204406"/>
                    <a:pt x="1165670" y="212407"/>
                  </a:cubicBezTo>
                  <a:cubicBezTo>
                    <a:pt x="1160431" y="220504"/>
                    <a:pt x="1153764" y="226981"/>
                    <a:pt x="1145667" y="231838"/>
                  </a:cubicBezTo>
                  <a:cubicBezTo>
                    <a:pt x="1137571" y="236696"/>
                    <a:pt x="1127570" y="239173"/>
                    <a:pt x="1115664" y="239173"/>
                  </a:cubicBezTo>
                  <a:cubicBezTo>
                    <a:pt x="1104805" y="239173"/>
                    <a:pt x="1095185" y="236696"/>
                    <a:pt x="1086803" y="231648"/>
                  </a:cubicBezTo>
                  <a:cubicBezTo>
                    <a:pt x="1078421" y="226600"/>
                    <a:pt x="1071658" y="218884"/>
                    <a:pt x="1066705" y="208407"/>
                  </a:cubicBezTo>
                  <a:lnTo>
                    <a:pt x="1066038" y="235553"/>
                  </a:lnTo>
                  <a:lnTo>
                    <a:pt x="1037368" y="235553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grpSp>
          <p:nvGrpSpPr>
            <p:cNvPr id="66" name="Gruppieren 65">
              <a:extLst>
                <a:ext uri="{FF2B5EF4-FFF2-40B4-BE49-F238E27FC236}">
                  <a16:creationId xmlns:a16="http://schemas.microsoft.com/office/drawing/2014/main" id="{24D165F9-C6AC-C611-D7C3-BF74DFB474FF}"/>
                </a:ext>
              </a:extLst>
            </p:cNvPr>
            <p:cNvGrpSpPr/>
            <p:nvPr userDrawn="1"/>
          </p:nvGrpSpPr>
          <p:grpSpPr>
            <a:xfrm>
              <a:off x="5384017" y="2271830"/>
              <a:ext cx="1425574" cy="1425574"/>
              <a:chOff x="5423248" y="2756248"/>
              <a:chExt cx="1349978" cy="1349978"/>
            </a:xfrm>
          </p:grpSpPr>
          <p:sp>
            <p:nvSpPr>
              <p:cNvPr id="67" name="Freihandform: Form 66">
                <a:extLst>
                  <a:ext uri="{FF2B5EF4-FFF2-40B4-BE49-F238E27FC236}">
                    <a16:creationId xmlns:a16="http://schemas.microsoft.com/office/drawing/2014/main" id="{7985B3FE-47E0-F652-0AE5-C0C1AD064EA5}"/>
                  </a:ext>
                </a:extLst>
              </p:cNvPr>
              <p:cNvSpPr/>
              <p:nvPr/>
            </p:nvSpPr>
            <p:spPr>
              <a:xfrm>
                <a:off x="5423248" y="2756248"/>
                <a:ext cx="1349978" cy="1349978"/>
              </a:xfrm>
              <a:custGeom>
                <a:avLst/>
                <a:gdLst>
                  <a:gd name="connsiteX0" fmla="*/ 1349788 w 1349978"/>
                  <a:gd name="connsiteY0" fmla="*/ 1349978 h 1349978"/>
                  <a:gd name="connsiteX1" fmla="*/ 675037 w 1349978"/>
                  <a:gd name="connsiteY1" fmla="*/ 1205389 h 1349978"/>
                  <a:gd name="connsiteX2" fmla="*/ 0 w 1349978"/>
                  <a:gd name="connsiteY2" fmla="*/ 1349978 h 1349978"/>
                  <a:gd name="connsiteX3" fmla="*/ 0 w 1349978"/>
                  <a:gd name="connsiteY3" fmla="*/ 0 h 1349978"/>
                  <a:gd name="connsiteX4" fmla="*/ 1349978 w 1349978"/>
                  <a:gd name="connsiteY4" fmla="*/ 0 h 1349978"/>
                  <a:gd name="connsiteX5" fmla="*/ 1349788 w 1349978"/>
                  <a:gd name="connsiteY5" fmla="*/ 1349978 h 13499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49978" h="1349978">
                    <a:moveTo>
                      <a:pt x="1349788" y="1349978"/>
                    </a:moveTo>
                    <a:cubicBezTo>
                      <a:pt x="1143953" y="1257110"/>
                      <a:pt x="915543" y="1205389"/>
                      <a:pt x="675037" y="1205389"/>
                    </a:cubicBezTo>
                    <a:cubicBezTo>
                      <a:pt x="434530" y="1205389"/>
                      <a:pt x="205835" y="1257110"/>
                      <a:pt x="0" y="1349978"/>
                    </a:cubicBezTo>
                    <a:lnTo>
                      <a:pt x="0" y="0"/>
                    </a:lnTo>
                    <a:lnTo>
                      <a:pt x="1349978" y="0"/>
                    </a:lnTo>
                    <a:lnTo>
                      <a:pt x="1349788" y="1349978"/>
                    </a:lnTo>
                    <a:close/>
                  </a:path>
                </a:pathLst>
              </a:custGeom>
              <a:solidFill>
                <a:srgbClr val="0F2DB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grpSp>
            <p:nvGrpSpPr>
              <p:cNvPr id="68" name="Grafik 31">
                <a:extLst>
                  <a:ext uri="{FF2B5EF4-FFF2-40B4-BE49-F238E27FC236}">
                    <a16:creationId xmlns:a16="http://schemas.microsoft.com/office/drawing/2014/main" id="{984852C4-03DC-8389-76AC-2FDEB620991C}"/>
                  </a:ext>
                </a:extLst>
              </p:cNvPr>
              <p:cNvGrpSpPr/>
              <p:nvPr/>
            </p:nvGrpSpPr>
            <p:grpSpPr>
              <a:xfrm>
                <a:off x="5474985" y="3134295"/>
                <a:ext cx="1244293" cy="294132"/>
                <a:chOff x="5474985" y="3134295"/>
                <a:chExt cx="1244293" cy="294132"/>
              </a:xfrm>
              <a:solidFill>
                <a:srgbClr val="FFFFFF"/>
              </a:solidFill>
            </p:grpSpPr>
            <p:sp>
              <p:nvSpPr>
                <p:cNvPr id="69" name="Freihandform: Form 68">
                  <a:extLst>
                    <a:ext uri="{FF2B5EF4-FFF2-40B4-BE49-F238E27FC236}">
                      <a16:creationId xmlns:a16="http://schemas.microsoft.com/office/drawing/2014/main" id="{D5C3CCFD-2B2F-E68D-BE88-F91F49304C71}"/>
                    </a:ext>
                  </a:extLst>
                </p:cNvPr>
                <p:cNvSpPr/>
                <p:nvPr/>
              </p:nvSpPr>
              <p:spPr>
                <a:xfrm>
                  <a:off x="5474985" y="3134295"/>
                  <a:ext cx="247353" cy="293941"/>
                </a:xfrm>
                <a:custGeom>
                  <a:avLst/>
                  <a:gdLst>
                    <a:gd name="connsiteX0" fmla="*/ 109998 w 247353"/>
                    <a:gd name="connsiteY0" fmla="*/ 30956 h 293941"/>
                    <a:gd name="connsiteX1" fmla="*/ 41418 w 247353"/>
                    <a:gd name="connsiteY1" fmla="*/ 95250 h 293941"/>
                    <a:gd name="connsiteX2" fmla="*/ 11129 w 247353"/>
                    <a:gd name="connsiteY2" fmla="*/ 95250 h 293941"/>
                    <a:gd name="connsiteX3" fmla="*/ 11129 w 247353"/>
                    <a:gd name="connsiteY3" fmla="*/ 0 h 293941"/>
                    <a:gd name="connsiteX4" fmla="*/ 247349 w 247353"/>
                    <a:gd name="connsiteY4" fmla="*/ 0 h 293941"/>
                    <a:gd name="connsiteX5" fmla="*/ 179340 w 247353"/>
                    <a:gd name="connsiteY5" fmla="*/ 151733 h 293941"/>
                    <a:gd name="connsiteX6" fmla="*/ 111141 w 247353"/>
                    <a:gd name="connsiteY6" fmla="*/ 262795 h 293941"/>
                    <a:gd name="connsiteX7" fmla="*/ 149432 w 247353"/>
                    <a:gd name="connsiteY7" fmla="*/ 262795 h 293941"/>
                    <a:gd name="connsiteX8" fmla="*/ 210011 w 247353"/>
                    <a:gd name="connsiteY8" fmla="*/ 198501 h 293941"/>
                    <a:gd name="connsiteX9" fmla="*/ 241634 w 247353"/>
                    <a:gd name="connsiteY9" fmla="*/ 198501 h 293941"/>
                    <a:gd name="connsiteX10" fmla="*/ 241634 w 247353"/>
                    <a:gd name="connsiteY10" fmla="*/ 293942 h 293941"/>
                    <a:gd name="connsiteX11" fmla="*/ 270 w 247353"/>
                    <a:gd name="connsiteY11" fmla="*/ 293942 h 293941"/>
                    <a:gd name="connsiteX12" fmla="*/ 75137 w 247353"/>
                    <a:gd name="connsiteY12" fmla="*/ 133731 h 293941"/>
                    <a:gd name="connsiteX13" fmla="*/ 138573 w 247353"/>
                    <a:gd name="connsiteY13" fmla="*/ 30671 h 293941"/>
                    <a:gd name="connsiteX14" fmla="*/ 109998 w 247353"/>
                    <a:gd name="connsiteY14" fmla="*/ 30861 h 2939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247353" h="293941">
                      <a:moveTo>
                        <a:pt x="109998" y="30956"/>
                      </a:moveTo>
                      <a:cubicBezTo>
                        <a:pt x="46562" y="30956"/>
                        <a:pt x="41418" y="95250"/>
                        <a:pt x="41418" y="95250"/>
                      </a:cubicBezTo>
                      <a:lnTo>
                        <a:pt x="11129" y="95250"/>
                      </a:lnTo>
                      <a:lnTo>
                        <a:pt x="11129" y="0"/>
                      </a:lnTo>
                      <a:lnTo>
                        <a:pt x="247349" y="0"/>
                      </a:lnTo>
                      <a:cubicBezTo>
                        <a:pt x="247349" y="0"/>
                        <a:pt x="249254" y="73628"/>
                        <a:pt x="179340" y="151733"/>
                      </a:cubicBezTo>
                      <a:cubicBezTo>
                        <a:pt x="179340" y="151733"/>
                        <a:pt x="112856" y="228981"/>
                        <a:pt x="111141" y="262795"/>
                      </a:cubicBezTo>
                      <a:lnTo>
                        <a:pt x="149432" y="262795"/>
                      </a:lnTo>
                      <a:cubicBezTo>
                        <a:pt x="204391" y="262795"/>
                        <a:pt x="210011" y="198501"/>
                        <a:pt x="210011" y="198501"/>
                      </a:cubicBezTo>
                      <a:lnTo>
                        <a:pt x="241634" y="198501"/>
                      </a:lnTo>
                      <a:lnTo>
                        <a:pt x="241634" y="293942"/>
                      </a:lnTo>
                      <a:lnTo>
                        <a:pt x="270" y="293942"/>
                      </a:lnTo>
                      <a:cubicBezTo>
                        <a:pt x="270" y="293942"/>
                        <a:pt x="-8588" y="221647"/>
                        <a:pt x="75137" y="133731"/>
                      </a:cubicBezTo>
                      <a:cubicBezTo>
                        <a:pt x="75137" y="133731"/>
                        <a:pt x="126667" y="76200"/>
                        <a:pt x="138573" y="30671"/>
                      </a:cubicBezTo>
                      <a:lnTo>
                        <a:pt x="109998" y="3086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  <p:sp>
              <p:nvSpPr>
                <p:cNvPr id="70" name="Freihandform: Form 69">
                  <a:extLst>
                    <a:ext uri="{FF2B5EF4-FFF2-40B4-BE49-F238E27FC236}">
                      <a16:creationId xmlns:a16="http://schemas.microsoft.com/office/drawing/2014/main" id="{DE48824B-A73D-C341-F5FB-EC13D938A81B}"/>
                    </a:ext>
                  </a:extLst>
                </p:cNvPr>
                <p:cNvSpPr/>
                <p:nvPr/>
              </p:nvSpPr>
              <p:spPr>
                <a:xfrm>
                  <a:off x="6030181" y="3134295"/>
                  <a:ext cx="156495" cy="293750"/>
                </a:xfrm>
                <a:custGeom>
                  <a:avLst/>
                  <a:gdLst>
                    <a:gd name="connsiteX0" fmla="*/ 156496 w 156495"/>
                    <a:gd name="connsiteY0" fmla="*/ 293751 h 293750"/>
                    <a:gd name="connsiteX1" fmla="*/ 156496 w 156495"/>
                    <a:gd name="connsiteY1" fmla="*/ 262604 h 293750"/>
                    <a:gd name="connsiteX2" fmla="*/ 149352 w 156495"/>
                    <a:gd name="connsiteY2" fmla="*/ 262604 h 293750"/>
                    <a:gd name="connsiteX3" fmla="*/ 125730 w 156495"/>
                    <a:gd name="connsiteY3" fmla="*/ 238982 h 293750"/>
                    <a:gd name="connsiteX4" fmla="*/ 125730 w 156495"/>
                    <a:gd name="connsiteY4" fmla="*/ 54769 h 293750"/>
                    <a:gd name="connsiteX5" fmla="*/ 149352 w 156495"/>
                    <a:gd name="connsiteY5" fmla="*/ 31147 h 293750"/>
                    <a:gd name="connsiteX6" fmla="*/ 156496 w 156495"/>
                    <a:gd name="connsiteY6" fmla="*/ 31147 h 293750"/>
                    <a:gd name="connsiteX7" fmla="*/ 156496 w 156495"/>
                    <a:gd name="connsiteY7" fmla="*/ 0 h 293750"/>
                    <a:gd name="connsiteX8" fmla="*/ 0 w 156495"/>
                    <a:gd name="connsiteY8" fmla="*/ 0 h 293750"/>
                    <a:gd name="connsiteX9" fmla="*/ 0 w 156495"/>
                    <a:gd name="connsiteY9" fmla="*/ 31147 h 293750"/>
                    <a:gd name="connsiteX10" fmla="*/ 7144 w 156495"/>
                    <a:gd name="connsiteY10" fmla="*/ 31147 h 293750"/>
                    <a:gd name="connsiteX11" fmla="*/ 30956 w 156495"/>
                    <a:gd name="connsiteY11" fmla="*/ 54769 h 293750"/>
                    <a:gd name="connsiteX12" fmla="*/ 30956 w 156495"/>
                    <a:gd name="connsiteY12" fmla="*/ 238982 h 293750"/>
                    <a:gd name="connsiteX13" fmla="*/ 7144 w 156495"/>
                    <a:gd name="connsiteY13" fmla="*/ 262604 h 293750"/>
                    <a:gd name="connsiteX14" fmla="*/ 0 w 156495"/>
                    <a:gd name="connsiteY14" fmla="*/ 262604 h 293750"/>
                    <a:gd name="connsiteX15" fmla="*/ 0 w 156495"/>
                    <a:gd name="connsiteY15" fmla="*/ 293751 h 293750"/>
                    <a:gd name="connsiteX16" fmla="*/ 156496 w 156495"/>
                    <a:gd name="connsiteY16" fmla="*/ 293751 h 2937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56495" h="293750">
                      <a:moveTo>
                        <a:pt x="156496" y="293751"/>
                      </a:moveTo>
                      <a:lnTo>
                        <a:pt x="156496" y="262604"/>
                      </a:lnTo>
                      <a:lnTo>
                        <a:pt x="149352" y="262604"/>
                      </a:lnTo>
                      <a:cubicBezTo>
                        <a:pt x="136398" y="262604"/>
                        <a:pt x="125730" y="251936"/>
                        <a:pt x="125730" y="238982"/>
                      </a:cubicBezTo>
                      <a:lnTo>
                        <a:pt x="125730" y="54769"/>
                      </a:lnTo>
                      <a:cubicBezTo>
                        <a:pt x="125730" y="41815"/>
                        <a:pt x="136303" y="31147"/>
                        <a:pt x="149352" y="31147"/>
                      </a:cubicBezTo>
                      <a:lnTo>
                        <a:pt x="156496" y="31147"/>
                      </a:lnTo>
                      <a:lnTo>
                        <a:pt x="156496" y="0"/>
                      </a:lnTo>
                      <a:lnTo>
                        <a:pt x="0" y="0"/>
                      </a:lnTo>
                      <a:lnTo>
                        <a:pt x="0" y="31147"/>
                      </a:lnTo>
                      <a:lnTo>
                        <a:pt x="7144" y="31147"/>
                      </a:lnTo>
                      <a:cubicBezTo>
                        <a:pt x="20383" y="31147"/>
                        <a:pt x="30956" y="41720"/>
                        <a:pt x="30956" y="54769"/>
                      </a:cubicBezTo>
                      <a:lnTo>
                        <a:pt x="30956" y="238982"/>
                      </a:lnTo>
                      <a:cubicBezTo>
                        <a:pt x="30956" y="251936"/>
                        <a:pt x="20383" y="262604"/>
                        <a:pt x="7144" y="262604"/>
                      </a:cubicBezTo>
                      <a:lnTo>
                        <a:pt x="0" y="262604"/>
                      </a:lnTo>
                      <a:lnTo>
                        <a:pt x="0" y="293751"/>
                      </a:lnTo>
                      <a:lnTo>
                        <a:pt x="156496" y="29375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  <p:sp>
              <p:nvSpPr>
                <p:cNvPr id="71" name="Freihandform: Form 70">
                  <a:extLst>
                    <a:ext uri="{FF2B5EF4-FFF2-40B4-BE49-F238E27FC236}">
                      <a16:creationId xmlns:a16="http://schemas.microsoft.com/office/drawing/2014/main" id="{678843F8-CF37-08E0-69F9-1096E430F3A8}"/>
                    </a:ext>
                  </a:extLst>
                </p:cNvPr>
                <p:cNvSpPr/>
                <p:nvPr/>
              </p:nvSpPr>
              <p:spPr>
                <a:xfrm>
                  <a:off x="5748718" y="3134295"/>
                  <a:ext cx="248983" cy="294132"/>
                </a:xfrm>
                <a:custGeom>
                  <a:avLst/>
                  <a:gdLst>
                    <a:gd name="connsiteX0" fmla="*/ 248983 w 248983"/>
                    <a:gd name="connsiteY0" fmla="*/ 294037 h 294132"/>
                    <a:gd name="connsiteX1" fmla="*/ 248983 w 248983"/>
                    <a:gd name="connsiteY1" fmla="*/ 198596 h 294132"/>
                    <a:gd name="connsiteX2" fmla="*/ 217361 w 248983"/>
                    <a:gd name="connsiteY2" fmla="*/ 198596 h 294132"/>
                    <a:gd name="connsiteX3" fmla="*/ 156496 w 248983"/>
                    <a:gd name="connsiteY3" fmla="*/ 262890 h 294132"/>
                    <a:gd name="connsiteX4" fmla="*/ 124873 w 248983"/>
                    <a:gd name="connsiteY4" fmla="*/ 262890 h 294132"/>
                    <a:gd name="connsiteX5" fmla="*/ 124873 w 248983"/>
                    <a:gd name="connsiteY5" fmla="*/ 162687 h 294132"/>
                    <a:gd name="connsiteX6" fmla="*/ 136112 w 248983"/>
                    <a:gd name="connsiteY6" fmla="*/ 162687 h 294132"/>
                    <a:gd name="connsiteX7" fmla="*/ 159925 w 248983"/>
                    <a:gd name="connsiteY7" fmla="*/ 186500 h 294132"/>
                    <a:gd name="connsiteX8" fmla="*/ 159925 w 248983"/>
                    <a:gd name="connsiteY8" fmla="*/ 198406 h 294132"/>
                    <a:gd name="connsiteX9" fmla="*/ 191071 w 248983"/>
                    <a:gd name="connsiteY9" fmla="*/ 198406 h 294132"/>
                    <a:gd name="connsiteX10" fmla="*/ 191071 w 248983"/>
                    <a:gd name="connsiteY10" fmla="*/ 95631 h 294132"/>
                    <a:gd name="connsiteX11" fmla="*/ 159925 w 248983"/>
                    <a:gd name="connsiteY11" fmla="*/ 95631 h 294132"/>
                    <a:gd name="connsiteX12" fmla="*/ 159925 w 248983"/>
                    <a:gd name="connsiteY12" fmla="*/ 107537 h 294132"/>
                    <a:gd name="connsiteX13" fmla="*/ 136112 w 248983"/>
                    <a:gd name="connsiteY13" fmla="*/ 131350 h 294132"/>
                    <a:gd name="connsiteX14" fmla="*/ 124873 w 248983"/>
                    <a:gd name="connsiteY14" fmla="*/ 131350 h 294132"/>
                    <a:gd name="connsiteX15" fmla="*/ 124873 w 248983"/>
                    <a:gd name="connsiteY15" fmla="*/ 31147 h 294132"/>
                    <a:gd name="connsiteX16" fmla="*/ 156496 w 248983"/>
                    <a:gd name="connsiteY16" fmla="*/ 31147 h 294132"/>
                    <a:gd name="connsiteX17" fmla="*/ 217361 w 248983"/>
                    <a:gd name="connsiteY17" fmla="*/ 95441 h 294132"/>
                    <a:gd name="connsiteX18" fmla="*/ 248983 w 248983"/>
                    <a:gd name="connsiteY18" fmla="*/ 95441 h 294132"/>
                    <a:gd name="connsiteX19" fmla="*/ 248983 w 248983"/>
                    <a:gd name="connsiteY19" fmla="*/ 0 h 294132"/>
                    <a:gd name="connsiteX20" fmla="*/ 0 w 248983"/>
                    <a:gd name="connsiteY20" fmla="*/ 0 h 294132"/>
                    <a:gd name="connsiteX21" fmla="*/ 0 w 248983"/>
                    <a:gd name="connsiteY21" fmla="*/ 31337 h 294132"/>
                    <a:gd name="connsiteX22" fmla="*/ 7144 w 248983"/>
                    <a:gd name="connsiteY22" fmla="*/ 31337 h 294132"/>
                    <a:gd name="connsiteX23" fmla="*/ 30766 w 248983"/>
                    <a:gd name="connsiteY23" fmla="*/ 54959 h 294132"/>
                    <a:gd name="connsiteX24" fmla="*/ 30766 w 248983"/>
                    <a:gd name="connsiteY24" fmla="*/ 239173 h 294132"/>
                    <a:gd name="connsiteX25" fmla="*/ 7144 w 248983"/>
                    <a:gd name="connsiteY25" fmla="*/ 262795 h 294132"/>
                    <a:gd name="connsiteX26" fmla="*/ 0 w 248983"/>
                    <a:gd name="connsiteY26" fmla="*/ 262795 h 294132"/>
                    <a:gd name="connsiteX27" fmla="*/ 0 w 248983"/>
                    <a:gd name="connsiteY27" fmla="*/ 293942 h 294132"/>
                    <a:gd name="connsiteX28" fmla="*/ 248983 w 248983"/>
                    <a:gd name="connsiteY28" fmla="*/ 294132 h 2941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48983" h="294132">
                      <a:moveTo>
                        <a:pt x="248983" y="294037"/>
                      </a:moveTo>
                      <a:lnTo>
                        <a:pt x="248983" y="198596"/>
                      </a:lnTo>
                      <a:lnTo>
                        <a:pt x="217361" y="198596"/>
                      </a:lnTo>
                      <a:cubicBezTo>
                        <a:pt x="217361" y="198596"/>
                        <a:pt x="211550" y="262890"/>
                        <a:pt x="156496" y="262890"/>
                      </a:cubicBezTo>
                      <a:lnTo>
                        <a:pt x="124873" y="262890"/>
                      </a:lnTo>
                      <a:lnTo>
                        <a:pt x="124873" y="162687"/>
                      </a:lnTo>
                      <a:lnTo>
                        <a:pt x="136112" y="162687"/>
                      </a:lnTo>
                      <a:cubicBezTo>
                        <a:pt x="149352" y="162687"/>
                        <a:pt x="159925" y="173355"/>
                        <a:pt x="159925" y="186500"/>
                      </a:cubicBezTo>
                      <a:lnTo>
                        <a:pt x="159925" y="198406"/>
                      </a:lnTo>
                      <a:lnTo>
                        <a:pt x="191071" y="198406"/>
                      </a:lnTo>
                      <a:lnTo>
                        <a:pt x="191071" y="95631"/>
                      </a:lnTo>
                      <a:lnTo>
                        <a:pt x="159925" y="95631"/>
                      </a:lnTo>
                      <a:lnTo>
                        <a:pt x="159925" y="107537"/>
                      </a:lnTo>
                      <a:cubicBezTo>
                        <a:pt x="159925" y="120777"/>
                        <a:pt x="149352" y="131350"/>
                        <a:pt x="136112" y="131350"/>
                      </a:cubicBezTo>
                      <a:lnTo>
                        <a:pt x="124873" y="131350"/>
                      </a:lnTo>
                      <a:lnTo>
                        <a:pt x="124873" y="31147"/>
                      </a:lnTo>
                      <a:lnTo>
                        <a:pt x="156496" y="31147"/>
                      </a:lnTo>
                      <a:cubicBezTo>
                        <a:pt x="211455" y="31147"/>
                        <a:pt x="217361" y="95441"/>
                        <a:pt x="217361" y="95441"/>
                      </a:cubicBezTo>
                      <a:lnTo>
                        <a:pt x="248983" y="95441"/>
                      </a:lnTo>
                      <a:lnTo>
                        <a:pt x="248983" y="0"/>
                      </a:lnTo>
                      <a:lnTo>
                        <a:pt x="0" y="0"/>
                      </a:lnTo>
                      <a:lnTo>
                        <a:pt x="0" y="31337"/>
                      </a:lnTo>
                      <a:lnTo>
                        <a:pt x="7144" y="31337"/>
                      </a:lnTo>
                      <a:cubicBezTo>
                        <a:pt x="20098" y="31337"/>
                        <a:pt x="30766" y="42005"/>
                        <a:pt x="30766" y="54959"/>
                      </a:cubicBezTo>
                      <a:lnTo>
                        <a:pt x="30766" y="239173"/>
                      </a:lnTo>
                      <a:cubicBezTo>
                        <a:pt x="30766" y="252127"/>
                        <a:pt x="20193" y="262795"/>
                        <a:pt x="7144" y="262795"/>
                      </a:cubicBezTo>
                      <a:lnTo>
                        <a:pt x="0" y="262795"/>
                      </a:lnTo>
                      <a:lnTo>
                        <a:pt x="0" y="293942"/>
                      </a:lnTo>
                      <a:lnTo>
                        <a:pt x="248983" y="294132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  <p:sp>
              <p:nvSpPr>
                <p:cNvPr id="72" name="Freihandform: Form 71">
                  <a:extLst>
                    <a:ext uri="{FF2B5EF4-FFF2-40B4-BE49-F238E27FC236}">
                      <a16:creationId xmlns:a16="http://schemas.microsoft.com/office/drawing/2014/main" id="{A76120C1-CAC0-A90B-68E7-490F1D0E2F34}"/>
                    </a:ext>
                  </a:extLst>
                </p:cNvPr>
                <p:cNvSpPr/>
                <p:nvPr/>
              </p:nvSpPr>
              <p:spPr>
                <a:xfrm>
                  <a:off x="6217588" y="3134295"/>
                  <a:ext cx="237562" cy="293941"/>
                </a:xfrm>
                <a:custGeom>
                  <a:avLst/>
                  <a:gdLst>
                    <a:gd name="connsiteX0" fmla="*/ 133586 w 237562"/>
                    <a:gd name="connsiteY0" fmla="*/ 30956 h 293941"/>
                    <a:gd name="connsiteX1" fmla="*/ 201976 w 237562"/>
                    <a:gd name="connsiteY1" fmla="*/ 95250 h 293941"/>
                    <a:gd name="connsiteX2" fmla="*/ 232551 w 237562"/>
                    <a:gd name="connsiteY2" fmla="*/ 95250 h 293941"/>
                    <a:gd name="connsiteX3" fmla="*/ 232551 w 237562"/>
                    <a:gd name="connsiteY3" fmla="*/ 0 h 293941"/>
                    <a:gd name="connsiteX4" fmla="*/ 6713 w 237562"/>
                    <a:gd name="connsiteY4" fmla="*/ 0 h 293941"/>
                    <a:gd name="connsiteX5" fmla="*/ 64339 w 237562"/>
                    <a:gd name="connsiteY5" fmla="*/ 151733 h 293941"/>
                    <a:gd name="connsiteX6" fmla="*/ 132348 w 237562"/>
                    <a:gd name="connsiteY6" fmla="*/ 262795 h 293941"/>
                    <a:gd name="connsiteX7" fmla="*/ 94248 w 237562"/>
                    <a:gd name="connsiteY7" fmla="*/ 262795 h 293941"/>
                    <a:gd name="connsiteX8" fmla="*/ 33383 w 237562"/>
                    <a:gd name="connsiteY8" fmla="*/ 198501 h 293941"/>
                    <a:gd name="connsiteX9" fmla="*/ 1760 w 237562"/>
                    <a:gd name="connsiteY9" fmla="*/ 198501 h 293941"/>
                    <a:gd name="connsiteX10" fmla="*/ 1760 w 237562"/>
                    <a:gd name="connsiteY10" fmla="*/ 293942 h 293941"/>
                    <a:gd name="connsiteX11" fmla="*/ 229312 w 237562"/>
                    <a:gd name="connsiteY11" fmla="*/ 293942 h 293941"/>
                    <a:gd name="connsiteX12" fmla="*/ 168257 w 237562"/>
                    <a:gd name="connsiteY12" fmla="*/ 133731 h 293941"/>
                    <a:gd name="connsiteX13" fmla="*/ 104821 w 237562"/>
                    <a:gd name="connsiteY13" fmla="*/ 30671 h 293941"/>
                    <a:gd name="connsiteX14" fmla="*/ 133586 w 237562"/>
                    <a:gd name="connsiteY14" fmla="*/ 30861 h 2939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237562" h="293941">
                      <a:moveTo>
                        <a:pt x="133586" y="30956"/>
                      </a:moveTo>
                      <a:cubicBezTo>
                        <a:pt x="197023" y="30956"/>
                        <a:pt x="201976" y="95250"/>
                        <a:pt x="201976" y="95250"/>
                      </a:cubicBezTo>
                      <a:lnTo>
                        <a:pt x="232551" y="95250"/>
                      </a:lnTo>
                      <a:lnTo>
                        <a:pt x="232551" y="0"/>
                      </a:lnTo>
                      <a:lnTo>
                        <a:pt x="6713" y="0"/>
                      </a:lnTo>
                      <a:cubicBezTo>
                        <a:pt x="6713" y="0"/>
                        <a:pt x="-29006" y="46768"/>
                        <a:pt x="64339" y="151733"/>
                      </a:cubicBezTo>
                      <a:cubicBezTo>
                        <a:pt x="64339" y="151733"/>
                        <a:pt x="130538" y="228981"/>
                        <a:pt x="132348" y="262795"/>
                      </a:cubicBezTo>
                      <a:lnTo>
                        <a:pt x="94248" y="262795"/>
                      </a:lnTo>
                      <a:cubicBezTo>
                        <a:pt x="39289" y="262795"/>
                        <a:pt x="33383" y="198501"/>
                        <a:pt x="33383" y="198501"/>
                      </a:cubicBezTo>
                      <a:lnTo>
                        <a:pt x="1760" y="198501"/>
                      </a:lnTo>
                      <a:lnTo>
                        <a:pt x="1760" y="293942"/>
                      </a:lnTo>
                      <a:lnTo>
                        <a:pt x="229312" y="293942"/>
                      </a:lnTo>
                      <a:cubicBezTo>
                        <a:pt x="229312" y="293942"/>
                        <a:pt x="270651" y="249365"/>
                        <a:pt x="168257" y="133731"/>
                      </a:cubicBezTo>
                      <a:cubicBezTo>
                        <a:pt x="168257" y="133731"/>
                        <a:pt x="114536" y="78581"/>
                        <a:pt x="104821" y="30671"/>
                      </a:cubicBezTo>
                      <a:lnTo>
                        <a:pt x="133586" y="3086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  <p:sp>
              <p:nvSpPr>
                <p:cNvPr id="73" name="Freihandform: Form 72">
                  <a:extLst>
                    <a:ext uri="{FF2B5EF4-FFF2-40B4-BE49-F238E27FC236}">
                      <a16:creationId xmlns:a16="http://schemas.microsoft.com/office/drawing/2014/main" id="{C2502D08-FF46-084A-2F59-006BCF5D54BC}"/>
                    </a:ext>
                  </a:extLst>
                </p:cNvPr>
                <p:cNvSpPr/>
                <p:nvPr/>
              </p:nvSpPr>
              <p:spPr>
                <a:xfrm>
                  <a:off x="6481716" y="3134295"/>
                  <a:ext cx="237562" cy="293941"/>
                </a:xfrm>
                <a:custGeom>
                  <a:avLst/>
                  <a:gdLst>
                    <a:gd name="connsiteX0" fmla="*/ 133586 w 237562"/>
                    <a:gd name="connsiteY0" fmla="*/ 30956 h 293941"/>
                    <a:gd name="connsiteX1" fmla="*/ 201976 w 237562"/>
                    <a:gd name="connsiteY1" fmla="*/ 95250 h 293941"/>
                    <a:gd name="connsiteX2" fmla="*/ 232265 w 237562"/>
                    <a:gd name="connsiteY2" fmla="*/ 95250 h 293941"/>
                    <a:gd name="connsiteX3" fmla="*/ 232265 w 237562"/>
                    <a:gd name="connsiteY3" fmla="*/ 0 h 293941"/>
                    <a:gd name="connsiteX4" fmla="*/ 6713 w 237562"/>
                    <a:gd name="connsiteY4" fmla="*/ 0 h 293941"/>
                    <a:gd name="connsiteX5" fmla="*/ 64339 w 237562"/>
                    <a:gd name="connsiteY5" fmla="*/ 151733 h 293941"/>
                    <a:gd name="connsiteX6" fmla="*/ 132348 w 237562"/>
                    <a:gd name="connsiteY6" fmla="*/ 262795 h 293941"/>
                    <a:gd name="connsiteX7" fmla="*/ 94248 w 237562"/>
                    <a:gd name="connsiteY7" fmla="*/ 262795 h 293941"/>
                    <a:gd name="connsiteX8" fmla="*/ 33383 w 237562"/>
                    <a:gd name="connsiteY8" fmla="*/ 198501 h 293941"/>
                    <a:gd name="connsiteX9" fmla="*/ 1760 w 237562"/>
                    <a:gd name="connsiteY9" fmla="*/ 198501 h 293941"/>
                    <a:gd name="connsiteX10" fmla="*/ 1760 w 237562"/>
                    <a:gd name="connsiteY10" fmla="*/ 293942 h 293941"/>
                    <a:gd name="connsiteX11" fmla="*/ 229313 w 237562"/>
                    <a:gd name="connsiteY11" fmla="*/ 293942 h 293941"/>
                    <a:gd name="connsiteX12" fmla="*/ 168257 w 237562"/>
                    <a:gd name="connsiteY12" fmla="*/ 133731 h 293941"/>
                    <a:gd name="connsiteX13" fmla="*/ 104821 w 237562"/>
                    <a:gd name="connsiteY13" fmla="*/ 30671 h 293941"/>
                    <a:gd name="connsiteX14" fmla="*/ 133586 w 237562"/>
                    <a:gd name="connsiteY14" fmla="*/ 30861 h 2939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237562" h="293941">
                      <a:moveTo>
                        <a:pt x="133586" y="30956"/>
                      </a:moveTo>
                      <a:cubicBezTo>
                        <a:pt x="196832" y="30956"/>
                        <a:pt x="201976" y="95250"/>
                        <a:pt x="201976" y="95250"/>
                      </a:cubicBezTo>
                      <a:lnTo>
                        <a:pt x="232265" y="95250"/>
                      </a:lnTo>
                      <a:lnTo>
                        <a:pt x="232265" y="0"/>
                      </a:lnTo>
                      <a:lnTo>
                        <a:pt x="6713" y="0"/>
                      </a:lnTo>
                      <a:cubicBezTo>
                        <a:pt x="6713" y="0"/>
                        <a:pt x="-29006" y="46768"/>
                        <a:pt x="64339" y="151733"/>
                      </a:cubicBezTo>
                      <a:cubicBezTo>
                        <a:pt x="64339" y="151733"/>
                        <a:pt x="130538" y="228981"/>
                        <a:pt x="132348" y="262795"/>
                      </a:cubicBezTo>
                      <a:lnTo>
                        <a:pt x="94248" y="262795"/>
                      </a:lnTo>
                      <a:cubicBezTo>
                        <a:pt x="39289" y="262795"/>
                        <a:pt x="33383" y="198501"/>
                        <a:pt x="33383" y="198501"/>
                      </a:cubicBezTo>
                      <a:lnTo>
                        <a:pt x="1760" y="198501"/>
                      </a:lnTo>
                      <a:lnTo>
                        <a:pt x="1760" y="293942"/>
                      </a:lnTo>
                      <a:lnTo>
                        <a:pt x="229313" y="293942"/>
                      </a:lnTo>
                      <a:cubicBezTo>
                        <a:pt x="229313" y="293942"/>
                        <a:pt x="270651" y="249365"/>
                        <a:pt x="168257" y="133731"/>
                      </a:cubicBezTo>
                      <a:cubicBezTo>
                        <a:pt x="168257" y="133731"/>
                        <a:pt x="114536" y="78581"/>
                        <a:pt x="104821" y="30671"/>
                      </a:cubicBezTo>
                      <a:lnTo>
                        <a:pt x="133586" y="3086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2559822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演示文稿封面 | 对外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8">
            <a:extLst>
              <a:ext uri="{FF2B5EF4-FFF2-40B4-BE49-F238E27FC236}">
                <a16:creationId xmlns:a16="http://schemas.microsoft.com/office/drawing/2014/main" id="{7292093E-44AE-4A88-A4CB-D23B1DD324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319" y="642855"/>
            <a:ext cx="7228674" cy="369332"/>
          </a:xfrm>
        </p:spPr>
        <p:txBody>
          <a:bodyPr wrap="square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400">
                <a:latin typeface="Microsoft YaHei" panose="020B0503020204020204" pitchFamily="34" charset="-122"/>
                <a:cs typeface="ZEISS Frutiger Next W1G Lt"/>
              </a:defRPr>
            </a:lvl1pPr>
          </a:lstStyle>
          <a:p>
            <a:pPr lvl="0"/>
            <a:r>
              <a:rPr lang="zh-CN" altLang="en-US" dirty="0"/>
              <a:t>编辑主文本格式</a:t>
            </a:r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D2196AA1-313D-4990-8CC0-383A233A263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2351880"/>
            <a:ext cx="12192000" cy="4506119"/>
          </a:xfrm>
          <a:solidFill>
            <a:schemeClr val="bg2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cxnSp>
        <p:nvCxnSpPr>
          <p:cNvPr id="13" name="Gerade Verbindung 22">
            <a:extLst>
              <a:ext uri="{FF2B5EF4-FFF2-40B4-BE49-F238E27FC236}">
                <a16:creationId xmlns:a16="http://schemas.microsoft.com/office/drawing/2014/main" id="{1E2BE177-B8AE-4CA3-8B0C-241AD815C55F}"/>
              </a:ext>
            </a:extLst>
          </p:cNvPr>
          <p:cNvCxnSpPr>
            <a:cxnSpLocks/>
          </p:cNvCxnSpPr>
          <p:nvPr/>
        </p:nvCxnSpPr>
        <p:spPr>
          <a:xfrm>
            <a:off x="8512714" y="0"/>
            <a:ext cx="0" cy="1308100"/>
          </a:xfrm>
          <a:prstGeom prst="line">
            <a:avLst/>
          </a:prstGeom>
          <a:ln w="6350">
            <a:solidFill>
              <a:srgbClr val="DCE3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35">
            <a:extLst>
              <a:ext uri="{FF2B5EF4-FFF2-40B4-BE49-F238E27FC236}">
                <a16:creationId xmlns:a16="http://schemas.microsoft.com/office/drawing/2014/main" id="{9A76B5C1-E9F7-44AB-B776-CC664C7A0794}"/>
              </a:ext>
            </a:extLst>
          </p:cNvPr>
          <p:cNvCxnSpPr>
            <a:cxnSpLocks/>
          </p:cNvCxnSpPr>
          <p:nvPr/>
        </p:nvCxnSpPr>
        <p:spPr>
          <a:xfrm>
            <a:off x="8512714" y="1632585"/>
            <a:ext cx="0" cy="432088"/>
          </a:xfrm>
          <a:prstGeom prst="line">
            <a:avLst/>
          </a:prstGeom>
          <a:ln w="6350">
            <a:solidFill>
              <a:srgbClr val="DCE3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57DAACFA-7C59-48D1-9F81-779220D25C6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11763" y="642855"/>
            <a:ext cx="1524435" cy="553998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de-DE" sz="1200" dirty="0">
                <a:solidFill>
                  <a:srgbClr val="778592"/>
                </a:solidFill>
              </a:defRPr>
            </a:lvl1pPr>
          </a:lstStyle>
          <a:p>
            <a:pPr lvl="0">
              <a:spcAft>
                <a:spcPts val="0"/>
              </a:spcAft>
            </a:pPr>
            <a:r>
              <a:rPr lang="ja-JP" altLang="en-US" dirty="0"/>
              <a:t>作者</a:t>
            </a:r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88152D2B-35E5-4A91-AE38-A35FB08EB1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319" y="299633"/>
            <a:ext cx="7228672" cy="369332"/>
          </a:xfrm>
        </p:spPr>
        <p:txBody>
          <a:bodyPr/>
          <a:lstStyle/>
          <a:p>
            <a:r>
              <a:rPr lang="zh-CN" altLang="en-US" dirty="0"/>
              <a:t>编辑主封面格式</a:t>
            </a:r>
          </a:p>
        </p:txBody>
      </p:sp>
      <p:sp>
        <p:nvSpPr>
          <p:cNvPr id="17" name="Datumsplatzhalter 5">
            <a:extLst>
              <a:ext uri="{FF2B5EF4-FFF2-40B4-BE49-F238E27FC236}">
                <a16:creationId xmlns:a16="http://schemas.microsoft.com/office/drawing/2014/main" id="{6D6CFA25-81B0-4B58-93D4-51D5C0FD3384}"/>
              </a:ext>
            </a:extLst>
          </p:cNvPr>
          <p:cNvSpPr>
            <a:spLocks noGrp="1"/>
          </p:cNvSpPr>
          <p:nvPr>
            <p:ph type="dt" sz="half" idx="23"/>
          </p:nvPr>
        </p:nvSpPr>
        <p:spPr>
          <a:xfrm>
            <a:off x="8711763" y="1756296"/>
            <a:ext cx="65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>
              <a:defRPr sz="1200" b="0">
                <a:solidFill>
                  <a:srgbClr val="778592"/>
                </a:solidFill>
              </a:defRPr>
            </a:lvl1pPr>
          </a:lstStyle>
          <a:p>
            <a:fld id="{0810BF37-7916-438F-B46B-3F215CFB75A5}" type="datetime4">
              <a:rPr lang="de-DE" smtClean="0"/>
              <a:t>19. November 2025</a:t>
            </a:fld>
            <a:endParaRPr lang="de-DE" dirty="0"/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7497F824-268F-91D2-BDA4-44027150418B}"/>
              </a:ext>
            </a:extLst>
          </p:cNvPr>
          <p:cNvGrpSpPr/>
          <p:nvPr/>
        </p:nvGrpSpPr>
        <p:grpSpPr>
          <a:xfrm>
            <a:off x="307324" y="-697715"/>
            <a:ext cx="11367557" cy="411958"/>
            <a:chOff x="307324" y="6944501"/>
            <a:chExt cx="11367557" cy="411958"/>
          </a:xfrm>
        </p:grpSpPr>
        <p:grpSp>
          <p:nvGrpSpPr>
            <p:cNvPr id="4" name="Gruppieren 3">
              <a:extLst>
                <a:ext uri="{FF2B5EF4-FFF2-40B4-BE49-F238E27FC236}">
                  <a16:creationId xmlns:a16="http://schemas.microsoft.com/office/drawing/2014/main" id="{2C6E6A85-2B03-EA9D-4515-6B0AFDAEA3EF}"/>
                </a:ext>
              </a:extLst>
            </p:cNvPr>
            <p:cNvGrpSpPr/>
            <p:nvPr/>
          </p:nvGrpSpPr>
          <p:grpSpPr>
            <a:xfrm rot="16200000">
              <a:off x="205653" y="7046174"/>
              <a:ext cx="411956" cy="208614"/>
              <a:chOff x="-615197" y="4303061"/>
              <a:chExt cx="411956" cy="208614"/>
            </a:xfrm>
          </p:grpSpPr>
          <p:cxnSp>
            <p:nvCxnSpPr>
              <p:cNvPr id="21" name="Gerader Verbinder 20">
                <a:extLst>
                  <a:ext uri="{FF2B5EF4-FFF2-40B4-BE49-F238E27FC236}">
                    <a16:creationId xmlns:a16="http://schemas.microsoft.com/office/drawing/2014/main" id="{025A3086-D6C1-E2BE-B1F7-DC63C59415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39CF13CA-5C8C-099F-0B17-D41628FCBCE0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15.50</a:t>
                </a:r>
              </a:p>
            </p:txBody>
          </p:sp>
        </p:grpSp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06FDDF2C-3851-C947-8B3D-884628B67F13}"/>
                </a:ext>
              </a:extLst>
            </p:cNvPr>
            <p:cNvGrpSpPr/>
            <p:nvPr/>
          </p:nvGrpSpPr>
          <p:grpSpPr>
            <a:xfrm rot="16200000">
              <a:off x="5641253" y="7046174"/>
              <a:ext cx="411956" cy="208614"/>
              <a:chOff x="-615197" y="4303061"/>
              <a:chExt cx="411956" cy="208614"/>
            </a:xfrm>
          </p:grpSpPr>
          <p:cxnSp>
            <p:nvCxnSpPr>
              <p:cNvPr id="19" name="Gerader Verbinder 18">
                <a:extLst>
                  <a:ext uri="{FF2B5EF4-FFF2-40B4-BE49-F238E27FC236}">
                    <a16:creationId xmlns:a16="http://schemas.microsoft.com/office/drawing/2014/main" id="{66A17F32-7CE5-7CA8-B1F1-E64C2A526B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7D532C9C-FDFD-300E-E26F-79BFAB485C4E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00.40</a:t>
                </a:r>
              </a:p>
            </p:txBody>
          </p:sp>
        </p:grpSp>
        <p:grpSp>
          <p:nvGrpSpPr>
            <p:cNvPr id="6" name="Gruppieren 5">
              <a:extLst>
                <a:ext uri="{FF2B5EF4-FFF2-40B4-BE49-F238E27FC236}">
                  <a16:creationId xmlns:a16="http://schemas.microsoft.com/office/drawing/2014/main" id="{47E49BF9-9455-F30A-581E-4CFF8FE6E50C}"/>
                </a:ext>
              </a:extLst>
            </p:cNvPr>
            <p:cNvGrpSpPr/>
            <p:nvPr/>
          </p:nvGrpSpPr>
          <p:grpSpPr>
            <a:xfrm rot="5400000">
              <a:off x="6093326" y="7050196"/>
              <a:ext cx="411957" cy="200568"/>
              <a:chOff x="-615198" y="4354167"/>
              <a:chExt cx="411957" cy="200568"/>
            </a:xfrm>
          </p:grpSpPr>
          <p:cxnSp>
            <p:nvCxnSpPr>
              <p:cNvPr id="15" name="Gerader Verbinder 14">
                <a:extLst>
                  <a:ext uri="{FF2B5EF4-FFF2-40B4-BE49-F238E27FC236}">
                    <a16:creationId xmlns:a16="http://schemas.microsoft.com/office/drawing/2014/main" id="{97532FB6-84A7-B487-70A9-F9C0D81CB3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958B3092-051B-F3BF-6458-ED31D1CC20F9}"/>
                  </a:ext>
                </a:extLst>
              </p:cNvPr>
              <p:cNvSpPr txBox="1"/>
              <p:nvPr/>
            </p:nvSpPr>
            <p:spPr>
              <a:xfrm rot="10800000">
                <a:off x="-615198" y="4354167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00.40</a:t>
                </a:r>
              </a:p>
            </p:txBody>
          </p:sp>
        </p:grpSp>
        <p:cxnSp>
          <p:nvCxnSpPr>
            <p:cNvPr id="7" name="Gerader Verbinder 6">
              <a:extLst>
                <a:ext uri="{FF2B5EF4-FFF2-40B4-BE49-F238E27FC236}">
                  <a16:creationId xmlns:a16="http://schemas.microsoft.com/office/drawing/2014/main" id="{2353D863-48EB-DAA4-DB2E-6CC7BEB5E58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890022" y="7150480"/>
              <a:ext cx="411956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Gruppieren 7">
              <a:extLst>
                <a:ext uri="{FF2B5EF4-FFF2-40B4-BE49-F238E27FC236}">
                  <a16:creationId xmlns:a16="http://schemas.microsoft.com/office/drawing/2014/main" id="{EF4798A6-A49B-CE38-8DA7-526AE022D0A3}"/>
                </a:ext>
              </a:extLst>
            </p:cNvPr>
            <p:cNvGrpSpPr/>
            <p:nvPr/>
          </p:nvGrpSpPr>
          <p:grpSpPr>
            <a:xfrm rot="16200000">
              <a:off x="11364596" y="7046174"/>
              <a:ext cx="411956" cy="208614"/>
              <a:chOff x="-615197" y="4303061"/>
              <a:chExt cx="411956" cy="208614"/>
            </a:xfrm>
          </p:grpSpPr>
          <p:cxnSp>
            <p:nvCxnSpPr>
              <p:cNvPr id="10" name="Gerader Verbinder 9">
                <a:extLst>
                  <a:ext uri="{FF2B5EF4-FFF2-40B4-BE49-F238E27FC236}">
                    <a16:creationId xmlns:a16="http://schemas.microsoft.com/office/drawing/2014/main" id="{60037F93-98A6-20CA-C51A-0777ED75E6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8B6F652C-5BB4-A4FF-03E8-21B084709875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15.50</a:t>
                </a:r>
              </a:p>
            </p:txBody>
          </p:sp>
        </p:grpSp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B9F02A89-B0BB-13A5-A505-F04CE2AC0F81}"/>
              </a:ext>
            </a:extLst>
          </p:cNvPr>
          <p:cNvGrpSpPr/>
          <p:nvPr/>
        </p:nvGrpSpPr>
        <p:grpSpPr>
          <a:xfrm>
            <a:off x="-697714" y="80201"/>
            <a:ext cx="411956" cy="6713707"/>
            <a:chOff x="-502267" y="80201"/>
            <a:chExt cx="411956" cy="6713707"/>
          </a:xfrm>
        </p:grpSpPr>
        <p:grpSp>
          <p:nvGrpSpPr>
            <p:cNvPr id="24" name="Gruppieren 23">
              <a:extLst>
                <a:ext uri="{FF2B5EF4-FFF2-40B4-BE49-F238E27FC236}">
                  <a16:creationId xmlns:a16="http://schemas.microsoft.com/office/drawing/2014/main" id="{302A21FC-569C-4FA9-406F-0CC8DD9924EA}"/>
                </a:ext>
              </a:extLst>
            </p:cNvPr>
            <p:cNvGrpSpPr/>
            <p:nvPr/>
          </p:nvGrpSpPr>
          <p:grpSpPr>
            <a:xfrm>
              <a:off x="-502267" y="6593340"/>
              <a:ext cx="411956" cy="200568"/>
              <a:chOff x="-615197" y="4452994"/>
              <a:chExt cx="411956" cy="200568"/>
            </a:xfrm>
          </p:grpSpPr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AE667106-3C6D-9118-A71D-7E26E59D3474}"/>
                  </a:ext>
                </a:extLst>
              </p:cNvPr>
              <p:cNvSpPr txBox="1"/>
              <p:nvPr/>
            </p:nvSpPr>
            <p:spPr>
              <a:xfrm>
                <a:off x="-615197" y="4452994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08.92</a:t>
                </a:r>
              </a:p>
            </p:txBody>
          </p:sp>
          <p:cxnSp>
            <p:nvCxnSpPr>
              <p:cNvPr id="41" name="Gerader Verbinder 40">
                <a:extLst>
                  <a:ext uri="{FF2B5EF4-FFF2-40B4-BE49-F238E27FC236}">
                    <a16:creationId xmlns:a16="http://schemas.microsoft.com/office/drawing/2014/main" id="{F8E2AF63-D39E-79E7-2131-949AD18300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497389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uppieren 24">
              <a:extLst>
                <a:ext uri="{FF2B5EF4-FFF2-40B4-BE49-F238E27FC236}">
                  <a16:creationId xmlns:a16="http://schemas.microsoft.com/office/drawing/2014/main" id="{110FFA22-7974-B799-F40F-45BA7FDC4ED4}"/>
                </a:ext>
              </a:extLst>
            </p:cNvPr>
            <p:cNvGrpSpPr/>
            <p:nvPr/>
          </p:nvGrpSpPr>
          <p:grpSpPr>
            <a:xfrm>
              <a:off x="-502267" y="5876163"/>
              <a:ext cx="411956" cy="216662"/>
              <a:chOff x="-615197" y="4295013"/>
              <a:chExt cx="411956" cy="216662"/>
            </a:xfrm>
          </p:grpSpPr>
          <p:cxnSp>
            <p:nvCxnSpPr>
              <p:cNvPr id="38" name="Gerader Verbinder 37">
                <a:extLst>
                  <a:ext uri="{FF2B5EF4-FFF2-40B4-BE49-F238E27FC236}">
                    <a16:creationId xmlns:a16="http://schemas.microsoft.com/office/drawing/2014/main" id="{2FADA8F2-9096-F1C5-2DC4-99B3E5AAD3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Textfeld 38">
                <a:extLst>
                  <a:ext uri="{FF2B5EF4-FFF2-40B4-BE49-F238E27FC236}">
                    <a16:creationId xmlns:a16="http://schemas.microsoft.com/office/drawing/2014/main" id="{DDEB9B34-BF68-9E69-BC3C-A029DDE41D61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07.40</a:t>
                </a:r>
              </a:p>
            </p:txBody>
          </p:sp>
        </p:grpSp>
        <p:grpSp>
          <p:nvGrpSpPr>
            <p:cNvPr id="26" name="Gruppieren 25">
              <a:extLst>
                <a:ext uri="{FF2B5EF4-FFF2-40B4-BE49-F238E27FC236}">
                  <a16:creationId xmlns:a16="http://schemas.microsoft.com/office/drawing/2014/main" id="{F4D16604-4458-EB02-826D-4D657989294F}"/>
                </a:ext>
              </a:extLst>
            </p:cNvPr>
            <p:cNvGrpSpPr/>
            <p:nvPr/>
          </p:nvGrpSpPr>
          <p:grpSpPr>
            <a:xfrm>
              <a:off x="-502267" y="3212338"/>
              <a:ext cx="411956" cy="216662"/>
              <a:chOff x="-615197" y="4295013"/>
              <a:chExt cx="411956" cy="216662"/>
            </a:xfrm>
          </p:grpSpPr>
          <p:cxnSp>
            <p:nvCxnSpPr>
              <p:cNvPr id="36" name="Gerader Verbinder 35">
                <a:extLst>
                  <a:ext uri="{FF2B5EF4-FFF2-40B4-BE49-F238E27FC236}">
                    <a16:creationId xmlns:a16="http://schemas.microsoft.com/office/drawing/2014/main" id="{A0A88B92-BB71-35C4-FE7D-8681A9742D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Textfeld 36">
                <a:extLst>
                  <a:ext uri="{FF2B5EF4-FFF2-40B4-BE49-F238E27FC236}">
                    <a16:creationId xmlns:a16="http://schemas.microsoft.com/office/drawing/2014/main" id="{2758FF39-0A99-DC2E-44B4-EEFEE13746F2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00.00</a:t>
                </a:r>
              </a:p>
            </p:txBody>
          </p:sp>
        </p:grpSp>
        <p:grpSp>
          <p:nvGrpSpPr>
            <p:cNvPr id="27" name="Gruppieren 26">
              <a:extLst>
                <a:ext uri="{FF2B5EF4-FFF2-40B4-BE49-F238E27FC236}">
                  <a16:creationId xmlns:a16="http://schemas.microsoft.com/office/drawing/2014/main" id="{0CF3F89F-BD93-08F5-4057-5E49A1CEBD7E}"/>
                </a:ext>
              </a:extLst>
            </p:cNvPr>
            <p:cNvGrpSpPr/>
            <p:nvPr/>
          </p:nvGrpSpPr>
          <p:grpSpPr>
            <a:xfrm>
              <a:off x="-502267" y="835851"/>
              <a:ext cx="411956" cy="216662"/>
              <a:chOff x="-615197" y="4295013"/>
              <a:chExt cx="411956" cy="216662"/>
            </a:xfrm>
          </p:grpSpPr>
          <p:cxnSp>
            <p:nvCxnSpPr>
              <p:cNvPr id="34" name="Gerader Verbinder 33">
                <a:extLst>
                  <a:ext uri="{FF2B5EF4-FFF2-40B4-BE49-F238E27FC236}">
                    <a16:creationId xmlns:a16="http://schemas.microsoft.com/office/drawing/2014/main" id="{9B422915-358E-7171-26C7-D74076E9CE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feld 34">
                <a:extLst>
                  <a:ext uri="{FF2B5EF4-FFF2-40B4-BE49-F238E27FC236}">
                    <a16:creationId xmlns:a16="http://schemas.microsoft.com/office/drawing/2014/main" id="{34D76580-83AE-97B8-39CC-FEF32938C2E4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06.60</a:t>
                </a:r>
              </a:p>
            </p:txBody>
          </p:sp>
        </p:grpSp>
        <p:grpSp>
          <p:nvGrpSpPr>
            <p:cNvPr id="28" name="Gruppieren 27">
              <a:extLst>
                <a:ext uri="{FF2B5EF4-FFF2-40B4-BE49-F238E27FC236}">
                  <a16:creationId xmlns:a16="http://schemas.microsoft.com/office/drawing/2014/main" id="{C22B798D-CCAF-7486-6758-747E90F9D5C3}"/>
                </a:ext>
              </a:extLst>
            </p:cNvPr>
            <p:cNvGrpSpPr/>
            <p:nvPr/>
          </p:nvGrpSpPr>
          <p:grpSpPr>
            <a:xfrm>
              <a:off x="-502267" y="1412113"/>
              <a:ext cx="411956" cy="216662"/>
              <a:chOff x="-615197" y="4295013"/>
              <a:chExt cx="411956" cy="216662"/>
            </a:xfrm>
          </p:grpSpPr>
          <p:cxnSp>
            <p:nvCxnSpPr>
              <p:cNvPr id="32" name="Gerader Verbinder 31">
                <a:extLst>
                  <a:ext uri="{FF2B5EF4-FFF2-40B4-BE49-F238E27FC236}">
                    <a16:creationId xmlns:a16="http://schemas.microsoft.com/office/drawing/2014/main" id="{294E5F82-19A7-5049-A06F-A436D97D0F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Textfeld 32">
                <a:extLst>
                  <a:ext uri="{FF2B5EF4-FFF2-40B4-BE49-F238E27FC236}">
                    <a16:creationId xmlns:a16="http://schemas.microsoft.com/office/drawing/2014/main" id="{E250B3B1-2BFD-79FD-566B-C8EBA8D2ED53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05.00</a:t>
                </a:r>
              </a:p>
            </p:txBody>
          </p:sp>
        </p:grpSp>
        <p:grpSp>
          <p:nvGrpSpPr>
            <p:cNvPr id="29" name="Gruppieren 28">
              <a:extLst>
                <a:ext uri="{FF2B5EF4-FFF2-40B4-BE49-F238E27FC236}">
                  <a16:creationId xmlns:a16="http://schemas.microsoft.com/office/drawing/2014/main" id="{C51EB585-5CD5-47DE-63C3-D08D6E0D6871}"/>
                </a:ext>
              </a:extLst>
            </p:cNvPr>
            <p:cNvGrpSpPr/>
            <p:nvPr/>
          </p:nvGrpSpPr>
          <p:grpSpPr>
            <a:xfrm>
              <a:off x="-502267" y="80201"/>
              <a:ext cx="411956" cy="216662"/>
              <a:chOff x="-615197" y="4258501"/>
              <a:chExt cx="411956" cy="216662"/>
            </a:xfrm>
          </p:grpSpPr>
          <p:cxnSp>
            <p:nvCxnSpPr>
              <p:cNvPr id="30" name="Gerader Verbinder 29">
                <a:extLst>
                  <a:ext uri="{FF2B5EF4-FFF2-40B4-BE49-F238E27FC236}">
                    <a16:creationId xmlns:a16="http://schemas.microsoft.com/office/drawing/2014/main" id="{2609B69D-A878-C46E-1B44-B709D3E36B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475163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0870B9B2-AD40-3ADE-6D2D-BACB42C6468B}"/>
                  </a:ext>
                </a:extLst>
              </p:cNvPr>
              <p:cNvSpPr txBox="1"/>
              <p:nvPr/>
            </p:nvSpPr>
            <p:spPr>
              <a:xfrm>
                <a:off x="-615197" y="425850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08.70</a:t>
                </a:r>
              </a:p>
            </p:txBody>
          </p:sp>
        </p:grpSp>
      </p:grpSp>
      <p:grpSp>
        <p:nvGrpSpPr>
          <p:cNvPr id="43" name="Gruppieren 42">
            <a:extLst>
              <a:ext uri="{FF2B5EF4-FFF2-40B4-BE49-F238E27FC236}">
                <a16:creationId xmlns:a16="http://schemas.microsoft.com/office/drawing/2014/main" id="{1B3244E1-2E98-6ED2-C25A-BDE635DF279A}"/>
              </a:ext>
            </a:extLst>
          </p:cNvPr>
          <p:cNvGrpSpPr/>
          <p:nvPr/>
        </p:nvGrpSpPr>
        <p:grpSpPr>
          <a:xfrm>
            <a:off x="11170442" y="299244"/>
            <a:ext cx="505400" cy="505400"/>
            <a:chOff x="5423248" y="2756248"/>
            <a:chExt cx="1349978" cy="1349978"/>
          </a:xfrm>
        </p:grpSpPr>
        <p:sp>
          <p:nvSpPr>
            <p:cNvPr id="44" name="Freihandform: Form 43">
              <a:extLst>
                <a:ext uri="{FF2B5EF4-FFF2-40B4-BE49-F238E27FC236}">
                  <a16:creationId xmlns:a16="http://schemas.microsoft.com/office/drawing/2014/main" id="{40020326-3497-E973-317E-FEFBA41DE852}"/>
                </a:ext>
              </a:extLst>
            </p:cNvPr>
            <p:cNvSpPr/>
            <p:nvPr/>
          </p:nvSpPr>
          <p:spPr>
            <a:xfrm>
              <a:off x="5423248" y="2756248"/>
              <a:ext cx="1349978" cy="1349978"/>
            </a:xfrm>
            <a:custGeom>
              <a:avLst/>
              <a:gdLst>
                <a:gd name="connsiteX0" fmla="*/ 1349788 w 1349978"/>
                <a:gd name="connsiteY0" fmla="*/ 1349978 h 1349978"/>
                <a:gd name="connsiteX1" fmla="*/ 675037 w 1349978"/>
                <a:gd name="connsiteY1" fmla="*/ 1205389 h 1349978"/>
                <a:gd name="connsiteX2" fmla="*/ 0 w 1349978"/>
                <a:gd name="connsiteY2" fmla="*/ 1349978 h 1349978"/>
                <a:gd name="connsiteX3" fmla="*/ 0 w 1349978"/>
                <a:gd name="connsiteY3" fmla="*/ 0 h 1349978"/>
                <a:gd name="connsiteX4" fmla="*/ 1349978 w 1349978"/>
                <a:gd name="connsiteY4" fmla="*/ 0 h 1349978"/>
                <a:gd name="connsiteX5" fmla="*/ 1349788 w 1349978"/>
                <a:gd name="connsiteY5" fmla="*/ 1349978 h 1349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9978" h="1349978">
                  <a:moveTo>
                    <a:pt x="1349788" y="1349978"/>
                  </a:moveTo>
                  <a:cubicBezTo>
                    <a:pt x="1143953" y="1257110"/>
                    <a:pt x="915543" y="1205389"/>
                    <a:pt x="675037" y="1205389"/>
                  </a:cubicBezTo>
                  <a:cubicBezTo>
                    <a:pt x="434530" y="1205389"/>
                    <a:pt x="205835" y="1257110"/>
                    <a:pt x="0" y="1349978"/>
                  </a:cubicBezTo>
                  <a:lnTo>
                    <a:pt x="0" y="0"/>
                  </a:lnTo>
                  <a:lnTo>
                    <a:pt x="1349978" y="0"/>
                  </a:lnTo>
                  <a:lnTo>
                    <a:pt x="1349788" y="1349978"/>
                  </a:lnTo>
                  <a:close/>
                </a:path>
              </a:pathLst>
            </a:custGeom>
            <a:solidFill>
              <a:srgbClr val="0F2D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grpSp>
          <p:nvGrpSpPr>
            <p:cNvPr id="45" name="Grafik 31">
              <a:extLst>
                <a:ext uri="{FF2B5EF4-FFF2-40B4-BE49-F238E27FC236}">
                  <a16:creationId xmlns:a16="http://schemas.microsoft.com/office/drawing/2014/main" id="{99774E98-55EE-1C5C-9C2C-2A744CB4390A}"/>
                </a:ext>
              </a:extLst>
            </p:cNvPr>
            <p:cNvGrpSpPr/>
            <p:nvPr/>
          </p:nvGrpSpPr>
          <p:grpSpPr>
            <a:xfrm>
              <a:off x="5474985" y="3134295"/>
              <a:ext cx="1244293" cy="294132"/>
              <a:chOff x="5474985" y="3134295"/>
              <a:chExt cx="1244293" cy="294132"/>
            </a:xfrm>
            <a:solidFill>
              <a:srgbClr val="FFFFFF"/>
            </a:solidFill>
          </p:grpSpPr>
          <p:sp>
            <p:nvSpPr>
              <p:cNvPr id="46" name="Freihandform: Form 45">
                <a:extLst>
                  <a:ext uri="{FF2B5EF4-FFF2-40B4-BE49-F238E27FC236}">
                    <a16:creationId xmlns:a16="http://schemas.microsoft.com/office/drawing/2014/main" id="{F757F9DD-E703-909C-2E33-80F6585EB8D7}"/>
                  </a:ext>
                </a:extLst>
              </p:cNvPr>
              <p:cNvSpPr/>
              <p:nvPr/>
            </p:nvSpPr>
            <p:spPr>
              <a:xfrm>
                <a:off x="5474985" y="3134295"/>
                <a:ext cx="247353" cy="293941"/>
              </a:xfrm>
              <a:custGeom>
                <a:avLst/>
                <a:gdLst>
                  <a:gd name="connsiteX0" fmla="*/ 109998 w 247353"/>
                  <a:gd name="connsiteY0" fmla="*/ 30956 h 293941"/>
                  <a:gd name="connsiteX1" fmla="*/ 41418 w 247353"/>
                  <a:gd name="connsiteY1" fmla="*/ 95250 h 293941"/>
                  <a:gd name="connsiteX2" fmla="*/ 11129 w 247353"/>
                  <a:gd name="connsiteY2" fmla="*/ 95250 h 293941"/>
                  <a:gd name="connsiteX3" fmla="*/ 11129 w 247353"/>
                  <a:gd name="connsiteY3" fmla="*/ 0 h 293941"/>
                  <a:gd name="connsiteX4" fmla="*/ 247349 w 247353"/>
                  <a:gd name="connsiteY4" fmla="*/ 0 h 293941"/>
                  <a:gd name="connsiteX5" fmla="*/ 179340 w 247353"/>
                  <a:gd name="connsiteY5" fmla="*/ 151733 h 293941"/>
                  <a:gd name="connsiteX6" fmla="*/ 111141 w 247353"/>
                  <a:gd name="connsiteY6" fmla="*/ 262795 h 293941"/>
                  <a:gd name="connsiteX7" fmla="*/ 149432 w 247353"/>
                  <a:gd name="connsiteY7" fmla="*/ 262795 h 293941"/>
                  <a:gd name="connsiteX8" fmla="*/ 210011 w 247353"/>
                  <a:gd name="connsiteY8" fmla="*/ 198501 h 293941"/>
                  <a:gd name="connsiteX9" fmla="*/ 241634 w 247353"/>
                  <a:gd name="connsiteY9" fmla="*/ 198501 h 293941"/>
                  <a:gd name="connsiteX10" fmla="*/ 241634 w 247353"/>
                  <a:gd name="connsiteY10" fmla="*/ 293942 h 293941"/>
                  <a:gd name="connsiteX11" fmla="*/ 270 w 247353"/>
                  <a:gd name="connsiteY11" fmla="*/ 293942 h 293941"/>
                  <a:gd name="connsiteX12" fmla="*/ 75137 w 247353"/>
                  <a:gd name="connsiteY12" fmla="*/ 133731 h 293941"/>
                  <a:gd name="connsiteX13" fmla="*/ 138573 w 247353"/>
                  <a:gd name="connsiteY13" fmla="*/ 30671 h 293941"/>
                  <a:gd name="connsiteX14" fmla="*/ 109998 w 247353"/>
                  <a:gd name="connsiteY14" fmla="*/ 30861 h 293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47353" h="293941">
                    <a:moveTo>
                      <a:pt x="109998" y="30956"/>
                    </a:moveTo>
                    <a:cubicBezTo>
                      <a:pt x="46562" y="30956"/>
                      <a:pt x="41418" y="95250"/>
                      <a:pt x="41418" y="95250"/>
                    </a:cubicBezTo>
                    <a:lnTo>
                      <a:pt x="11129" y="95250"/>
                    </a:lnTo>
                    <a:lnTo>
                      <a:pt x="11129" y="0"/>
                    </a:lnTo>
                    <a:lnTo>
                      <a:pt x="247349" y="0"/>
                    </a:lnTo>
                    <a:cubicBezTo>
                      <a:pt x="247349" y="0"/>
                      <a:pt x="249254" y="73628"/>
                      <a:pt x="179340" y="151733"/>
                    </a:cubicBezTo>
                    <a:cubicBezTo>
                      <a:pt x="179340" y="151733"/>
                      <a:pt x="112856" y="228981"/>
                      <a:pt x="111141" y="262795"/>
                    </a:cubicBezTo>
                    <a:lnTo>
                      <a:pt x="149432" y="262795"/>
                    </a:lnTo>
                    <a:cubicBezTo>
                      <a:pt x="204391" y="262795"/>
                      <a:pt x="210011" y="198501"/>
                      <a:pt x="210011" y="198501"/>
                    </a:cubicBezTo>
                    <a:lnTo>
                      <a:pt x="241634" y="198501"/>
                    </a:lnTo>
                    <a:lnTo>
                      <a:pt x="241634" y="293942"/>
                    </a:lnTo>
                    <a:lnTo>
                      <a:pt x="270" y="293942"/>
                    </a:lnTo>
                    <a:cubicBezTo>
                      <a:pt x="270" y="293942"/>
                      <a:pt x="-8588" y="221647"/>
                      <a:pt x="75137" y="133731"/>
                    </a:cubicBezTo>
                    <a:cubicBezTo>
                      <a:pt x="75137" y="133731"/>
                      <a:pt x="126667" y="76200"/>
                      <a:pt x="138573" y="30671"/>
                    </a:cubicBezTo>
                    <a:lnTo>
                      <a:pt x="109998" y="3086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7" name="Freihandform: Form 46">
                <a:extLst>
                  <a:ext uri="{FF2B5EF4-FFF2-40B4-BE49-F238E27FC236}">
                    <a16:creationId xmlns:a16="http://schemas.microsoft.com/office/drawing/2014/main" id="{B113225A-63B1-7459-78F7-236CACBC8B65}"/>
                  </a:ext>
                </a:extLst>
              </p:cNvPr>
              <p:cNvSpPr/>
              <p:nvPr/>
            </p:nvSpPr>
            <p:spPr>
              <a:xfrm>
                <a:off x="6030181" y="3134295"/>
                <a:ext cx="156495" cy="293750"/>
              </a:xfrm>
              <a:custGeom>
                <a:avLst/>
                <a:gdLst>
                  <a:gd name="connsiteX0" fmla="*/ 156496 w 156495"/>
                  <a:gd name="connsiteY0" fmla="*/ 293751 h 293750"/>
                  <a:gd name="connsiteX1" fmla="*/ 156496 w 156495"/>
                  <a:gd name="connsiteY1" fmla="*/ 262604 h 293750"/>
                  <a:gd name="connsiteX2" fmla="*/ 149352 w 156495"/>
                  <a:gd name="connsiteY2" fmla="*/ 262604 h 293750"/>
                  <a:gd name="connsiteX3" fmla="*/ 125730 w 156495"/>
                  <a:gd name="connsiteY3" fmla="*/ 238982 h 293750"/>
                  <a:gd name="connsiteX4" fmla="*/ 125730 w 156495"/>
                  <a:gd name="connsiteY4" fmla="*/ 54769 h 293750"/>
                  <a:gd name="connsiteX5" fmla="*/ 149352 w 156495"/>
                  <a:gd name="connsiteY5" fmla="*/ 31147 h 293750"/>
                  <a:gd name="connsiteX6" fmla="*/ 156496 w 156495"/>
                  <a:gd name="connsiteY6" fmla="*/ 31147 h 293750"/>
                  <a:gd name="connsiteX7" fmla="*/ 156496 w 156495"/>
                  <a:gd name="connsiteY7" fmla="*/ 0 h 293750"/>
                  <a:gd name="connsiteX8" fmla="*/ 0 w 156495"/>
                  <a:gd name="connsiteY8" fmla="*/ 0 h 293750"/>
                  <a:gd name="connsiteX9" fmla="*/ 0 w 156495"/>
                  <a:gd name="connsiteY9" fmla="*/ 31147 h 293750"/>
                  <a:gd name="connsiteX10" fmla="*/ 7144 w 156495"/>
                  <a:gd name="connsiteY10" fmla="*/ 31147 h 293750"/>
                  <a:gd name="connsiteX11" fmla="*/ 30956 w 156495"/>
                  <a:gd name="connsiteY11" fmla="*/ 54769 h 293750"/>
                  <a:gd name="connsiteX12" fmla="*/ 30956 w 156495"/>
                  <a:gd name="connsiteY12" fmla="*/ 238982 h 293750"/>
                  <a:gd name="connsiteX13" fmla="*/ 7144 w 156495"/>
                  <a:gd name="connsiteY13" fmla="*/ 262604 h 293750"/>
                  <a:gd name="connsiteX14" fmla="*/ 0 w 156495"/>
                  <a:gd name="connsiteY14" fmla="*/ 262604 h 293750"/>
                  <a:gd name="connsiteX15" fmla="*/ 0 w 156495"/>
                  <a:gd name="connsiteY15" fmla="*/ 293751 h 293750"/>
                  <a:gd name="connsiteX16" fmla="*/ 156496 w 156495"/>
                  <a:gd name="connsiteY16" fmla="*/ 293751 h 293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56495" h="293750">
                    <a:moveTo>
                      <a:pt x="156496" y="293751"/>
                    </a:moveTo>
                    <a:lnTo>
                      <a:pt x="156496" y="262604"/>
                    </a:lnTo>
                    <a:lnTo>
                      <a:pt x="149352" y="262604"/>
                    </a:lnTo>
                    <a:cubicBezTo>
                      <a:pt x="136398" y="262604"/>
                      <a:pt x="125730" y="251936"/>
                      <a:pt x="125730" y="238982"/>
                    </a:cubicBezTo>
                    <a:lnTo>
                      <a:pt x="125730" y="54769"/>
                    </a:lnTo>
                    <a:cubicBezTo>
                      <a:pt x="125730" y="41815"/>
                      <a:pt x="136303" y="31147"/>
                      <a:pt x="149352" y="31147"/>
                    </a:cubicBezTo>
                    <a:lnTo>
                      <a:pt x="156496" y="31147"/>
                    </a:lnTo>
                    <a:lnTo>
                      <a:pt x="156496" y="0"/>
                    </a:lnTo>
                    <a:lnTo>
                      <a:pt x="0" y="0"/>
                    </a:lnTo>
                    <a:lnTo>
                      <a:pt x="0" y="31147"/>
                    </a:lnTo>
                    <a:lnTo>
                      <a:pt x="7144" y="31147"/>
                    </a:lnTo>
                    <a:cubicBezTo>
                      <a:pt x="20383" y="31147"/>
                      <a:pt x="30956" y="41720"/>
                      <a:pt x="30956" y="54769"/>
                    </a:cubicBezTo>
                    <a:lnTo>
                      <a:pt x="30956" y="238982"/>
                    </a:lnTo>
                    <a:cubicBezTo>
                      <a:pt x="30956" y="251936"/>
                      <a:pt x="20383" y="262604"/>
                      <a:pt x="7144" y="262604"/>
                    </a:cubicBezTo>
                    <a:lnTo>
                      <a:pt x="0" y="262604"/>
                    </a:lnTo>
                    <a:lnTo>
                      <a:pt x="0" y="293751"/>
                    </a:lnTo>
                    <a:lnTo>
                      <a:pt x="156496" y="29375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8" name="Freihandform: Form 47">
                <a:extLst>
                  <a:ext uri="{FF2B5EF4-FFF2-40B4-BE49-F238E27FC236}">
                    <a16:creationId xmlns:a16="http://schemas.microsoft.com/office/drawing/2014/main" id="{568C3745-FCE5-4734-0FDA-8406434600D0}"/>
                  </a:ext>
                </a:extLst>
              </p:cNvPr>
              <p:cNvSpPr/>
              <p:nvPr/>
            </p:nvSpPr>
            <p:spPr>
              <a:xfrm>
                <a:off x="5748718" y="3134295"/>
                <a:ext cx="248983" cy="294132"/>
              </a:xfrm>
              <a:custGeom>
                <a:avLst/>
                <a:gdLst>
                  <a:gd name="connsiteX0" fmla="*/ 248983 w 248983"/>
                  <a:gd name="connsiteY0" fmla="*/ 294037 h 294132"/>
                  <a:gd name="connsiteX1" fmla="*/ 248983 w 248983"/>
                  <a:gd name="connsiteY1" fmla="*/ 198596 h 294132"/>
                  <a:gd name="connsiteX2" fmla="*/ 217361 w 248983"/>
                  <a:gd name="connsiteY2" fmla="*/ 198596 h 294132"/>
                  <a:gd name="connsiteX3" fmla="*/ 156496 w 248983"/>
                  <a:gd name="connsiteY3" fmla="*/ 262890 h 294132"/>
                  <a:gd name="connsiteX4" fmla="*/ 124873 w 248983"/>
                  <a:gd name="connsiteY4" fmla="*/ 262890 h 294132"/>
                  <a:gd name="connsiteX5" fmla="*/ 124873 w 248983"/>
                  <a:gd name="connsiteY5" fmla="*/ 162687 h 294132"/>
                  <a:gd name="connsiteX6" fmla="*/ 136112 w 248983"/>
                  <a:gd name="connsiteY6" fmla="*/ 162687 h 294132"/>
                  <a:gd name="connsiteX7" fmla="*/ 159925 w 248983"/>
                  <a:gd name="connsiteY7" fmla="*/ 186500 h 294132"/>
                  <a:gd name="connsiteX8" fmla="*/ 159925 w 248983"/>
                  <a:gd name="connsiteY8" fmla="*/ 198406 h 294132"/>
                  <a:gd name="connsiteX9" fmla="*/ 191071 w 248983"/>
                  <a:gd name="connsiteY9" fmla="*/ 198406 h 294132"/>
                  <a:gd name="connsiteX10" fmla="*/ 191071 w 248983"/>
                  <a:gd name="connsiteY10" fmla="*/ 95631 h 294132"/>
                  <a:gd name="connsiteX11" fmla="*/ 159925 w 248983"/>
                  <a:gd name="connsiteY11" fmla="*/ 95631 h 294132"/>
                  <a:gd name="connsiteX12" fmla="*/ 159925 w 248983"/>
                  <a:gd name="connsiteY12" fmla="*/ 107537 h 294132"/>
                  <a:gd name="connsiteX13" fmla="*/ 136112 w 248983"/>
                  <a:gd name="connsiteY13" fmla="*/ 131350 h 294132"/>
                  <a:gd name="connsiteX14" fmla="*/ 124873 w 248983"/>
                  <a:gd name="connsiteY14" fmla="*/ 131350 h 294132"/>
                  <a:gd name="connsiteX15" fmla="*/ 124873 w 248983"/>
                  <a:gd name="connsiteY15" fmla="*/ 31147 h 294132"/>
                  <a:gd name="connsiteX16" fmla="*/ 156496 w 248983"/>
                  <a:gd name="connsiteY16" fmla="*/ 31147 h 294132"/>
                  <a:gd name="connsiteX17" fmla="*/ 217361 w 248983"/>
                  <a:gd name="connsiteY17" fmla="*/ 95441 h 294132"/>
                  <a:gd name="connsiteX18" fmla="*/ 248983 w 248983"/>
                  <a:gd name="connsiteY18" fmla="*/ 95441 h 294132"/>
                  <a:gd name="connsiteX19" fmla="*/ 248983 w 248983"/>
                  <a:gd name="connsiteY19" fmla="*/ 0 h 294132"/>
                  <a:gd name="connsiteX20" fmla="*/ 0 w 248983"/>
                  <a:gd name="connsiteY20" fmla="*/ 0 h 294132"/>
                  <a:gd name="connsiteX21" fmla="*/ 0 w 248983"/>
                  <a:gd name="connsiteY21" fmla="*/ 31337 h 294132"/>
                  <a:gd name="connsiteX22" fmla="*/ 7144 w 248983"/>
                  <a:gd name="connsiteY22" fmla="*/ 31337 h 294132"/>
                  <a:gd name="connsiteX23" fmla="*/ 30766 w 248983"/>
                  <a:gd name="connsiteY23" fmla="*/ 54959 h 294132"/>
                  <a:gd name="connsiteX24" fmla="*/ 30766 w 248983"/>
                  <a:gd name="connsiteY24" fmla="*/ 239173 h 294132"/>
                  <a:gd name="connsiteX25" fmla="*/ 7144 w 248983"/>
                  <a:gd name="connsiteY25" fmla="*/ 262795 h 294132"/>
                  <a:gd name="connsiteX26" fmla="*/ 0 w 248983"/>
                  <a:gd name="connsiteY26" fmla="*/ 262795 h 294132"/>
                  <a:gd name="connsiteX27" fmla="*/ 0 w 248983"/>
                  <a:gd name="connsiteY27" fmla="*/ 293942 h 294132"/>
                  <a:gd name="connsiteX28" fmla="*/ 248983 w 248983"/>
                  <a:gd name="connsiteY28" fmla="*/ 294132 h 2941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48983" h="294132">
                    <a:moveTo>
                      <a:pt x="248983" y="294037"/>
                    </a:moveTo>
                    <a:lnTo>
                      <a:pt x="248983" y="198596"/>
                    </a:lnTo>
                    <a:lnTo>
                      <a:pt x="217361" y="198596"/>
                    </a:lnTo>
                    <a:cubicBezTo>
                      <a:pt x="217361" y="198596"/>
                      <a:pt x="211550" y="262890"/>
                      <a:pt x="156496" y="262890"/>
                    </a:cubicBezTo>
                    <a:lnTo>
                      <a:pt x="124873" y="262890"/>
                    </a:lnTo>
                    <a:lnTo>
                      <a:pt x="124873" y="162687"/>
                    </a:lnTo>
                    <a:lnTo>
                      <a:pt x="136112" y="162687"/>
                    </a:lnTo>
                    <a:cubicBezTo>
                      <a:pt x="149352" y="162687"/>
                      <a:pt x="159925" y="173355"/>
                      <a:pt x="159925" y="186500"/>
                    </a:cubicBezTo>
                    <a:lnTo>
                      <a:pt x="159925" y="198406"/>
                    </a:lnTo>
                    <a:lnTo>
                      <a:pt x="191071" y="198406"/>
                    </a:lnTo>
                    <a:lnTo>
                      <a:pt x="191071" y="95631"/>
                    </a:lnTo>
                    <a:lnTo>
                      <a:pt x="159925" y="95631"/>
                    </a:lnTo>
                    <a:lnTo>
                      <a:pt x="159925" y="107537"/>
                    </a:lnTo>
                    <a:cubicBezTo>
                      <a:pt x="159925" y="120777"/>
                      <a:pt x="149352" y="131350"/>
                      <a:pt x="136112" y="131350"/>
                    </a:cubicBezTo>
                    <a:lnTo>
                      <a:pt x="124873" y="131350"/>
                    </a:lnTo>
                    <a:lnTo>
                      <a:pt x="124873" y="31147"/>
                    </a:lnTo>
                    <a:lnTo>
                      <a:pt x="156496" y="31147"/>
                    </a:lnTo>
                    <a:cubicBezTo>
                      <a:pt x="211455" y="31147"/>
                      <a:pt x="217361" y="95441"/>
                      <a:pt x="217361" y="95441"/>
                    </a:cubicBezTo>
                    <a:lnTo>
                      <a:pt x="248983" y="95441"/>
                    </a:lnTo>
                    <a:lnTo>
                      <a:pt x="248983" y="0"/>
                    </a:lnTo>
                    <a:lnTo>
                      <a:pt x="0" y="0"/>
                    </a:lnTo>
                    <a:lnTo>
                      <a:pt x="0" y="31337"/>
                    </a:lnTo>
                    <a:lnTo>
                      <a:pt x="7144" y="31337"/>
                    </a:lnTo>
                    <a:cubicBezTo>
                      <a:pt x="20098" y="31337"/>
                      <a:pt x="30766" y="42005"/>
                      <a:pt x="30766" y="54959"/>
                    </a:cubicBezTo>
                    <a:lnTo>
                      <a:pt x="30766" y="239173"/>
                    </a:lnTo>
                    <a:cubicBezTo>
                      <a:pt x="30766" y="252127"/>
                      <a:pt x="20193" y="262795"/>
                      <a:pt x="7144" y="262795"/>
                    </a:cubicBezTo>
                    <a:lnTo>
                      <a:pt x="0" y="262795"/>
                    </a:lnTo>
                    <a:lnTo>
                      <a:pt x="0" y="293942"/>
                    </a:lnTo>
                    <a:lnTo>
                      <a:pt x="248983" y="294132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9" name="Freihandform: Form 48">
                <a:extLst>
                  <a:ext uri="{FF2B5EF4-FFF2-40B4-BE49-F238E27FC236}">
                    <a16:creationId xmlns:a16="http://schemas.microsoft.com/office/drawing/2014/main" id="{86EE44F4-3B89-690C-7585-754865630021}"/>
                  </a:ext>
                </a:extLst>
              </p:cNvPr>
              <p:cNvSpPr/>
              <p:nvPr/>
            </p:nvSpPr>
            <p:spPr>
              <a:xfrm>
                <a:off x="6217588" y="3134295"/>
                <a:ext cx="237562" cy="293941"/>
              </a:xfrm>
              <a:custGeom>
                <a:avLst/>
                <a:gdLst>
                  <a:gd name="connsiteX0" fmla="*/ 133586 w 237562"/>
                  <a:gd name="connsiteY0" fmla="*/ 30956 h 293941"/>
                  <a:gd name="connsiteX1" fmla="*/ 201976 w 237562"/>
                  <a:gd name="connsiteY1" fmla="*/ 95250 h 293941"/>
                  <a:gd name="connsiteX2" fmla="*/ 232551 w 237562"/>
                  <a:gd name="connsiteY2" fmla="*/ 95250 h 293941"/>
                  <a:gd name="connsiteX3" fmla="*/ 232551 w 237562"/>
                  <a:gd name="connsiteY3" fmla="*/ 0 h 293941"/>
                  <a:gd name="connsiteX4" fmla="*/ 6713 w 237562"/>
                  <a:gd name="connsiteY4" fmla="*/ 0 h 293941"/>
                  <a:gd name="connsiteX5" fmla="*/ 64339 w 237562"/>
                  <a:gd name="connsiteY5" fmla="*/ 151733 h 293941"/>
                  <a:gd name="connsiteX6" fmla="*/ 132348 w 237562"/>
                  <a:gd name="connsiteY6" fmla="*/ 262795 h 293941"/>
                  <a:gd name="connsiteX7" fmla="*/ 94248 w 237562"/>
                  <a:gd name="connsiteY7" fmla="*/ 262795 h 293941"/>
                  <a:gd name="connsiteX8" fmla="*/ 33383 w 237562"/>
                  <a:gd name="connsiteY8" fmla="*/ 198501 h 293941"/>
                  <a:gd name="connsiteX9" fmla="*/ 1760 w 237562"/>
                  <a:gd name="connsiteY9" fmla="*/ 198501 h 293941"/>
                  <a:gd name="connsiteX10" fmla="*/ 1760 w 237562"/>
                  <a:gd name="connsiteY10" fmla="*/ 293942 h 293941"/>
                  <a:gd name="connsiteX11" fmla="*/ 229312 w 237562"/>
                  <a:gd name="connsiteY11" fmla="*/ 293942 h 293941"/>
                  <a:gd name="connsiteX12" fmla="*/ 168257 w 237562"/>
                  <a:gd name="connsiteY12" fmla="*/ 133731 h 293941"/>
                  <a:gd name="connsiteX13" fmla="*/ 104821 w 237562"/>
                  <a:gd name="connsiteY13" fmla="*/ 30671 h 293941"/>
                  <a:gd name="connsiteX14" fmla="*/ 133586 w 237562"/>
                  <a:gd name="connsiteY14" fmla="*/ 30861 h 293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37562" h="293941">
                    <a:moveTo>
                      <a:pt x="133586" y="30956"/>
                    </a:moveTo>
                    <a:cubicBezTo>
                      <a:pt x="197023" y="30956"/>
                      <a:pt x="201976" y="95250"/>
                      <a:pt x="201976" y="95250"/>
                    </a:cubicBezTo>
                    <a:lnTo>
                      <a:pt x="232551" y="95250"/>
                    </a:lnTo>
                    <a:lnTo>
                      <a:pt x="232551" y="0"/>
                    </a:lnTo>
                    <a:lnTo>
                      <a:pt x="6713" y="0"/>
                    </a:lnTo>
                    <a:cubicBezTo>
                      <a:pt x="6713" y="0"/>
                      <a:pt x="-29006" y="46768"/>
                      <a:pt x="64339" y="151733"/>
                    </a:cubicBezTo>
                    <a:cubicBezTo>
                      <a:pt x="64339" y="151733"/>
                      <a:pt x="130538" y="228981"/>
                      <a:pt x="132348" y="262795"/>
                    </a:cubicBezTo>
                    <a:lnTo>
                      <a:pt x="94248" y="262795"/>
                    </a:lnTo>
                    <a:cubicBezTo>
                      <a:pt x="39289" y="262795"/>
                      <a:pt x="33383" y="198501"/>
                      <a:pt x="33383" y="198501"/>
                    </a:cubicBezTo>
                    <a:lnTo>
                      <a:pt x="1760" y="198501"/>
                    </a:lnTo>
                    <a:lnTo>
                      <a:pt x="1760" y="293942"/>
                    </a:lnTo>
                    <a:lnTo>
                      <a:pt x="229312" y="293942"/>
                    </a:lnTo>
                    <a:cubicBezTo>
                      <a:pt x="229312" y="293942"/>
                      <a:pt x="270651" y="249365"/>
                      <a:pt x="168257" y="133731"/>
                    </a:cubicBezTo>
                    <a:cubicBezTo>
                      <a:pt x="168257" y="133731"/>
                      <a:pt x="114536" y="78581"/>
                      <a:pt x="104821" y="30671"/>
                    </a:cubicBezTo>
                    <a:lnTo>
                      <a:pt x="133586" y="3086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50" name="Freihandform: Form 49">
                <a:extLst>
                  <a:ext uri="{FF2B5EF4-FFF2-40B4-BE49-F238E27FC236}">
                    <a16:creationId xmlns:a16="http://schemas.microsoft.com/office/drawing/2014/main" id="{18F79DB6-5A06-4B88-29B1-CE2643D965B8}"/>
                  </a:ext>
                </a:extLst>
              </p:cNvPr>
              <p:cNvSpPr/>
              <p:nvPr/>
            </p:nvSpPr>
            <p:spPr>
              <a:xfrm>
                <a:off x="6481716" y="3134295"/>
                <a:ext cx="237562" cy="293941"/>
              </a:xfrm>
              <a:custGeom>
                <a:avLst/>
                <a:gdLst>
                  <a:gd name="connsiteX0" fmla="*/ 133586 w 237562"/>
                  <a:gd name="connsiteY0" fmla="*/ 30956 h 293941"/>
                  <a:gd name="connsiteX1" fmla="*/ 201976 w 237562"/>
                  <a:gd name="connsiteY1" fmla="*/ 95250 h 293941"/>
                  <a:gd name="connsiteX2" fmla="*/ 232265 w 237562"/>
                  <a:gd name="connsiteY2" fmla="*/ 95250 h 293941"/>
                  <a:gd name="connsiteX3" fmla="*/ 232265 w 237562"/>
                  <a:gd name="connsiteY3" fmla="*/ 0 h 293941"/>
                  <a:gd name="connsiteX4" fmla="*/ 6713 w 237562"/>
                  <a:gd name="connsiteY4" fmla="*/ 0 h 293941"/>
                  <a:gd name="connsiteX5" fmla="*/ 64339 w 237562"/>
                  <a:gd name="connsiteY5" fmla="*/ 151733 h 293941"/>
                  <a:gd name="connsiteX6" fmla="*/ 132348 w 237562"/>
                  <a:gd name="connsiteY6" fmla="*/ 262795 h 293941"/>
                  <a:gd name="connsiteX7" fmla="*/ 94248 w 237562"/>
                  <a:gd name="connsiteY7" fmla="*/ 262795 h 293941"/>
                  <a:gd name="connsiteX8" fmla="*/ 33383 w 237562"/>
                  <a:gd name="connsiteY8" fmla="*/ 198501 h 293941"/>
                  <a:gd name="connsiteX9" fmla="*/ 1760 w 237562"/>
                  <a:gd name="connsiteY9" fmla="*/ 198501 h 293941"/>
                  <a:gd name="connsiteX10" fmla="*/ 1760 w 237562"/>
                  <a:gd name="connsiteY10" fmla="*/ 293942 h 293941"/>
                  <a:gd name="connsiteX11" fmla="*/ 229313 w 237562"/>
                  <a:gd name="connsiteY11" fmla="*/ 293942 h 293941"/>
                  <a:gd name="connsiteX12" fmla="*/ 168257 w 237562"/>
                  <a:gd name="connsiteY12" fmla="*/ 133731 h 293941"/>
                  <a:gd name="connsiteX13" fmla="*/ 104821 w 237562"/>
                  <a:gd name="connsiteY13" fmla="*/ 30671 h 293941"/>
                  <a:gd name="connsiteX14" fmla="*/ 133586 w 237562"/>
                  <a:gd name="connsiteY14" fmla="*/ 30861 h 293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37562" h="293941">
                    <a:moveTo>
                      <a:pt x="133586" y="30956"/>
                    </a:moveTo>
                    <a:cubicBezTo>
                      <a:pt x="196832" y="30956"/>
                      <a:pt x="201976" y="95250"/>
                      <a:pt x="201976" y="95250"/>
                    </a:cubicBezTo>
                    <a:lnTo>
                      <a:pt x="232265" y="95250"/>
                    </a:lnTo>
                    <a:lnTo>
                      <a:pt x="232265" y="0"/>
                    </a:lnTo>
                    <a:lnTo>
                      <a:pt x="6713" y="0"/>
                    </a:lnTo>
                    <a:cubicBezTo>
                      <a:pt x="6713" y="0"/>
                      <a:pt x="-29006" y="46768"/>
                      <a:pt x="64339" y="151733"/>
                    </a:cubicBezTo>
                    <a:cubicBezTo>
                      <a:pt x="64339" y="151733"/>
                      <a:pt x="130538" y="228981"/>
                      <a:pt x="132348" y="262795"/>
                    </a:cubicBezTo>
                    <a:lnTo>
                      <a:pt x="94248" y="262795"/>
                    </a:lnTo>
                    <a:cubicBezTo>
                      <a:pt x="39289" y="262795"/>
                      <a:pt x="33383" y="198501"/>
                      <a:pt x="33383" y="198501"/>
                    </a:cubicBezTo>
                    <a:lnTo>
                      <a:pt x="1760" y="198501"/>
                    </a:lnTo>
                    <a:lnTo>
                      <a:pt x="1760" y="293942"/>
                    </a:lnTo>
                    <a:lnTo>
                      <a:pt x="229313" y="293942"/>
                    </a:lnTo>
                    <a:cubicBezTo>
                      <a:pt x="229313" y="293942"/>
                      <a:pt x="270651" y="249365"/>
                      <a:pt x="168257" y="133731"/>
                    </a:cubicBezTo>
                    <a:cubicBezTo>
                      <a:pt x="168257" y="133731"/>
                      <a:pt x="114536" y="78581"/>
                      <a:pt x="104821" y="30671"/>
                    </a:cubicBezTo>
                    <a:lnTo>
                      <a:pt x="133586" y="3086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340371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演示文稿封面 | 对外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92DD91-EAE8-4850-A1F1-29F8A7A57D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319" y="2213089"/>
            <a:ext cx="11157744" cy="738664"/>
          </a:xfrm>
        </p:spPr>
        <p:txBody>
          <a:bodyPr anchor="b" anchorCtr="0"/>
          <a:lstStyle>
            <a:lvl1pPr>
              <a:defRPr sz="4800"/>
            </a:lvl1pPr>
          </a:lstStyle>
          <a:p>
            <a:r>
              <a:rPr lang="zh-CN" altLang="en-US" dirty="0"/>
              <a:t>编辑主封面格式</a:t>
            </a:r>
            <a:endParaRPr lang="de-DE" dirty="0"/>
          </a:p>
        </p:txBody>
      </p:sp>
      <p:sp>
        <p:nvSpPr>
          <p:cNvPr id="26" name="Textplatzhalter 8">
            <a:extLst>
              <a:ext uri="{FF2B5EF4-FFF2-40B4-BE49-F238E27FC236}">
                <a16:creationId xmlns:a16="http://schemas.microsoft.com/office/drawing/2014/main" id="{F52AEE9E-B08F-4C0A-BEEE-04C7FFB48E7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19" y="2872085"/>
            <a:ext cx="11157744" cy="738664"/>
          </a:xfrm>
        </p:spPr>
        <p:txBody>
          <a:bodyPr wrap="square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4800">
                <a:latin typeface="Microsoft YaHei" panose="020B0503020204020204" pitchFamily="34" charset="-122"/>
                <a:cs typeface="ZEISS Frutiger Next W1G Lt"/>
              </a:defRPr>
            </a:lvl1pPr>
          </a:lstStyle>
          <a:p>
            <a:pPr lvl="0"/>
            <a:r>
              <a:rPr lang="zh-CN" altLang="en-US" dirty="0"/>
              <a:t>编辑主文本格式</a:t>
            </a:r>
          </a:p>
        </p:txBody>
      </p:sp>
      <p:sp>
        <p:nvSpPr>
          <p:cNvPr id="51" name="Textplatzhalter 14">
            <a:extLst>
              <a:ext uri="{FF2B5EF4-FFF2-40B4-BE49-F238E27FC236}">
                <a16:creationId xmlns:a16="http://schemas.microsoft.com/office/drawing/2014/main" id="{501BEDEB-A8AE-4EFD-9CDF-207454EBAE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8319" y="4963183"/>
            <a:ext cx="4319999" cy="184666"/>
          </a:xfrm>
        </p:spPr>
        <p:txBody>
          <a:bodyPr>
            <a:spAutoFit/>
          </a:bodyPr>
          <a:lstStyle>
            <a:lvl1pPr>
              <a:defRPr sz="12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ja-JP" altLang="en-US" dirty="0"/>
              <a:t>作者</a:t>
            </a:r>
            <a:endParaRPr lang="de-DE" dirty="0"/>
          </a:p>
        </p:txBody>
      </p:sp>
      <p:sp>
        <p:nvSpPr>
          <p:cNvPr id="52" name="Textplatzhalter 14">
            <a:extLst>
              <a:ext uri="{FF2B5EF4-FFF2-40B4-BE49-F238E27FC236}">
                <a16:creationId xmlns:a16="http://schemas.microsoft.com/office/drawing/2014/main" id="{D7F978A2-D352-4AAC-BEB1-0402A13EE71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319" y="5139395"/>
            <a:ext cx="4319999" cy="184666"/>
          </a:xfrm>
        </p:spPr>
        <p:txBody>
          <a:bodyPr>
            <a:spAutoFit/>
          </a:bodyPr>
          <a:lstStyle>
            <a:lvl1pPr>
              <a:defRPr sz="12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ja-JP" altLang="en-US" dirty="0"/>
              <a:t>部门</a:t>
            </a:r>
            <a:endParaRPr lang="de-DE" dirty="0"/>
          </a:p>
        </p:txBody>
      </p:sp>
      <p:cxnSp>
        <p:nvCxnSpPr>
          <p:cNvPr id="53" name="Gerade Verbindung 22">
            <a:extLst>
              <a:ext uri="{FF2B5EF4-FFF2-40B4-BE49-F238E27FC236}">
                <a16:creationId xmlns:a16="http://schemas.microsoft.com/office/drawing/2014/main" id="{9D058BB7-35BD-4743-A2CE-335778ABA86A}"/>
              </a:ext>
            </a:extLst>
          </p:cNvPr>
          <p:cNvCxnSpPr>
            <a:cxnSpLocks/>
          </p:cNvCxnSpPr>
          <p:nvPr/>
        </p:nvCxnSpPr>
        <p:spPr>
          <a:xfrm>
            <a:off x="518319" y="4887206"/>
            <a:ext cx="4319998" cy="0"/>
          </a:xfrm>
          <a:prstGeom prst="line">
            <a:avLst/>
          </a:prstGeom>
          <a:ln w="6350">
            <a:solidFill>
              <a:srgbClr val="DCE3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Gerade Verbindung 22">
            <a:extLst>
              <a:ext uri="{FF2B5EF4-FFF2-40B4-BE49-F238E27FC236}">
                <a16:creationId xmlns:a16="http://schemas.microsoft.com/office/drawing/2014/main" id="{B1AAF8F8-2819-4C84-B15F-6801F5454C9E}"/>
              </a:ext>
            </a:extLst>
          </p:cNvPr>
          <p:cNvCxnSpPr>
            <a:cxnSpLocks/>
          </p:cNvCxnSpPr>
          <p:nvPr/>
        </p:nvCxnSpPr>
        <p:spPr>
          <a:xfrm>
            <a:off x="518319" y="5575864"/>
            <a:ext cx="4319998" cy="0"/>
          </a:xfrm>
          <a:prstGeom prst="line">
            <a:avLst/>
          </a:prstGeom>
          <a:ln w="6350">
            <a:solidFill>
              <a:srgbClr val="DCE3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Gerade Verbindung 22">
            <a:extLst>
              <a:ext uri="{FF2B5EF4-FFF2-40B4-BE49-F238E27FC236}">
                <a16:creationId xmlns:a16="http://schemas.microsoft.com/office/drawing/2014/main" id="{9BD901D7-DE81-4C82-B0AD-09E48E69503F}"/>
              </a:ext>
            </a:extLst>
          </p:cNvPr>
          <p:cNvCxnSpPr>
            <a:cxnSpLocks/>
          </p:cNvCxnSpPr>
          <p:nvPr/>
        </p:nvCxnSpPr>
        <p:spPr>
          <a:xfrm>
            <a:off x="518319" y="6093705"/>
            <a:ext cx="4319998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Gerade Verbindung 22">
            <a:extLst>
              <a:ext uri="{FF2B5EF4-FFF2-40B4-BE49-F238E27FC236}">
                <a16:creationId xmlns:a16="http://schemas.microsoft.com/office/drawing/2014/main" id="{89ECB648-6558-4C1A-B652-7EF5CAECC96D}"/>
              </a:ext>
            </a:extLst>
          </p:cNvPr>
          <p:cNvCxnSpPr>
            <a:cxnSpLocks/>
          </p:cNvCxnSpPr>
          <p:nvPr/>
        </p:nvCxnSpPr>
        <p:spPr>
          <a:xfrm>
            <a:off x="518319" y="6093705"/>
            <a:ext cx="4319998" cy="0"/>
          </a:xfrm>
          <a:prstGeom prst="line">
            <a:avLst/>
          </a:prstGeom>
          <a:ln w="6350">
            <a:solidFill>
              <a:srgbClr val="DCE3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3AC1D32C-ED7A-4B91-973D-8F22BF078F36}"/>
              </a:ext>
            </a:extLst>
          </p:cNvPr>
          <p:cNvSpPr>
            <a:spLocks noGrp="1"/>
          </p:cNvSpPr>
          <p:nvPr>
            <p:ph type="dt" sz="half" idx="23"/>
          </p:nvPr>
        </p:nvSpPr>
        <p:spPr>
          <a:xfrm>
            <a:off x="518319" y="5651841"/>
            <a:ext cx="1123706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>
              <a:defRPr sz="1200" b="1"/>
            </a:lvl1pPr>
          </a:lstStyle>
          <a:p>
            <a:fld id="{4768A43F-4A2C-4219-B735-133063851220}" type="datetime4">
              <a:rPr lang="de-DE" smtClean="0"/>
              <a:t>19. November 2025</a:t>
            </a:fld>
            <a:endParaRPr lang="de-DE" dirty="0"/>
          </a:p>
        </p:txBody>
      </p: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0C2972C8-DF7F-4454-9A80-B3CE708E47E3}"/>
              </a:ext>
            </a:extLst>
          </p:cNvPr>
          <p:cNvGrpSpPr/>
          <p:nvPr/>
        </p:nvGrpSpPr>
        <p:grpSpPr>
          <a:xfrm>
            <a:off x="307324" y="-697715"/>
            <a:ext cx="11367557" cy="411958"/>
            <a:chOff x="307324" y="6944501"/>
            <a:chExt cx="11367557" cy="411958"/>
          </a:xfrm>
        </p:grpSpPr>
        <p:grpSp>
          <p:nvGrpSpPr>
            <p:cNvPr id="47" name="Gruppieren 46">
              <a:extLst>
                <a:ext uri="{FF2B5EF4-FFF2-40B4-BE49-F238E27FC236}">
                  <a16:creationId xmlns:a16="http://schemas.microsoft.com/office/drawing/2014/main" id="{B5B5182F-AD38-4AEE-B470-91DA8AC7EE4D}"/>
                </a:ext>
              </a:extLst>
            </p:cNvPr>
            <p:cNvGrpSpPr/>
            <p:nvPr/>
          </p:nvGrpSpPr>
          <p:grpSpPr>
            <a:xfrm rot="16200000">
              <a:off x="205653" y="7046174"/>
              <a:ext cx="411956" cy="208614"/>
              <a:chOff x="-615197" y="4303061"/>
              <a:chExt cx="411956" cy="208614"/>
            </a:xfrm>
          </p:grpSpPr>
          <p:cxnSp>
            <p:nvCxnSpPr>
              <p:cNvPr id="63" name="Gerader Verbinder 62">
                <a:extLst>
                  <a:ext uri="{FF2B5EF4-FFF2-40B4-BE49-F238E27FC236}">
                    <a16:creationId xmlns:a16="http://schemas.microsoft.com/office/drawing/2014/main" id="{151FF3F5-378B-48AA-9D55-FB9DAB667F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6" name="Textfeld 65">
                <a:extLst>
                  <a:ext uri="{FF2B5EF4-FFF2-40B4-BE49-F238E27FC236}">
                    <a16:creationId xmlns:a16="http://schemas.microsoft.com/office/drawing/2014/main" id="{B8C929CD-17EC-4553-AC43-4EB0FCAC8BA6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15.50</a:t>
                </a:r>
              </a:p>
            </p:txBody>
          </p:sp>
        </p:grpSp>
        <p:grpSp>
          <p:nvGrpSpPr>
            <p:cNvPr id="48" name="Gruppieren 47">
              <a:extLst>
                <a:ext uri="{FF2B5EF4-FFF2-40B4-BE49-F238E27FC236}">
                  <a16:creationId xmlns:a16="http://schemas.microsoft.com/office/drawing/2014/main" id="{D9069590-C79F-44C0-8C75-98374A8DE2F9}"/>
                </a:ext>
              </a:extLst>
            </p:cNvPr>
            <p:cNvGrpSpPr/>
            <p:nvPr/>
          </p:nvGrpSpPr>
          <p:grpSpPr>
            <a:xfrm rot="16200000">
              <a:off x="5641253" y="7046174"/>
              <a:ext cx="411956" cy="208614"/>
              <a:chOff x="-615197" y="4303061"/>
              <a:chExt cx="411956" cy="208614"/>
            </a:xfrm>
          </p:grpSpPr>
          <p:cxnSp>
            <p:nvCxnSpPr>
              <p:cNvPr id="61" name="Gerader Verbinder 60">
                <a:extLst>
                  <a:ext uri="{FF2B5EF4-FFF2-40B4-BE49-F238E27FC236}">
                    <a16:creationId xmlns:a16="http://schemas.microsoft.com/office/drawing/2014/main" id="{0964AB95-72E0-4CE3-8699-54846F81F9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" name="Textfeld 61">
                <a:extLst>
                  <a:ext uri="{FF2B5EF4-FFF2-40B4-BE49-F238E27FC236}">
                    <a16:creationId xmlns:a16="http://schemas.microsoft.com/office/drawing/2014/main" id="{A5316571-FBEC-4D0A-BA51-A87C19F07B1C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00.40</a:t>
                </a:r>
              </a:p>
            </p:txBody>
          </p:sp>
        </p:grpSp>
        <p:grpSp>
          <p:nvGrpSpPr>
            <p:cNvPr id="49" name="Gruppieren 48">
              <a:extLst>
                <a:ext uri="{FF2B5EF4-FFF2-40B4-BE49-F238E27FC236}">
                  <a16:creationId xmlns:a16="http://schemas.microsoft.com/office/drawing/2014/main" id="{6D8E31CD-8E8B-4323-8CC8-CF1B80328640}"/>
                </a:ext>
              </a:extLst>
            </p:cNvPr>
            <p:cNvGrpSpPr/>
            <p:nvPr/>
          </p:nvGrpSpPr>
          <p:grpSpPr>
            <a:xfrm rot="5400000">
              <a:off x="6093326" y="7050196"/>
              <a:ext cx="411957" cy="200568"/>
              <a:chOff x="-615198" y="4354167"/>
              <a:chExt cx="411957" cy="200568"/>
            </a:xfrm>
          </p:grpSpPr>
          <p:cxnSp>
            <p:nvCxnSpPr>
              <p:cNvPr id="59" name="Gerader Verbinder 58">
                <a:extLst>
                  <a:ext uri="{FF2B5EF4-FFF2-40B4-BE49-F238E27FC236}">
                    <a16:creationId xmlns:a16="http://schemas.microsoft.com/office/drawing/2014/main" id="{A4B4A83A-294C-4386-B592-F7C4D2FAE1B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Textfeld 59">
                <a:extLst>
                  <a:ext uri="{FF2B5EF4-FFF2-40B4-BE49-F238E27FC236}">
                    <a16:creationId xmlns:a16="http://schemas.microsoft.com/office/drawing/2014/main" id="{636C1201-495C-424C-BB32-1BF13D14F871}"/>
                  </a:ext>
                </a:extLst>
              </p:cNvPr>
              <p:cNvSpPr txBox="1"/>
              <p:nvPr/>
            </p:nvSpPr>
            <p:spPr>
              <a:xfrm rot="10800000">
                <a:off x="-615198" y="4354167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00.40</a:t>
                </a:r>
              </a:p>
            </p:txBody>
          </p:sp>
        </p:grpSp>
        <p:cxnSp>
          <p:nvCxnSpPr>
            <p:cNvPr id="50" name="Gerader Verbinder 49">
              <a:extLst>
                <a:ext uri="{FF2B5EF4-FFF2-40B4-BE49-F238E27FC236}">
                  <a16:creationId xmlns:a16="http://schemas.microsoft.com/office/drawing/2014/main" id="{2276A1F4-657F-4DB1-8F06-A1B078C114F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890022" y="7150480"/>
              <a:ext cx="411956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6" name="Gruppieren 55">
              <a:extLst>
                <a:ext uri="{FF2B5EF4-FFF2-40B4-BE49-F238E27FC236}">
                  <a16:creationId xmlns:a16="http://schemas.microsoft.com/office/drawing/2014/main" id="{42798DED-4990-48E8-B0FD-EDED949499E4}"/>
                </a:ext>
              </a:extLst>
            </p:cNvPr>
            <p:cNvGrpSpPr/>
            <p:nvPr/>
          </p:nvGrpSpPr>
          <p:grpSpPr>
            <a:xfrm rot="16200000">
              <a:off x="11364596" y="7046174"/>
              <a:ext cx="411956" cy="208614"/>
              <a:chOff x="-615197" y="4303061"/>
              <a:chExt cx="411956" cy="208614"/>
            </a:xfrm>
          </p:grpSpPr>
          <p:cxnSp>
            <p:nvCxnSpPr>
              <p:cNvPr id="57" name="Gerader Verbinder 56">
                <a:extLst>
                  <a:ext uri="{FF2B5EF4-FFF2-40B4-BE49-F238E27FC236}">
                    <a16:creationId xmlns:a16="http://schemas.microsoft.com/office/drawing/2014/main" id="{BB89DCA1-51BC-4D93-AF53-B5DD7C43DE0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Textfeld 57">
                <a:extLst>
                  <a:ext uri="{FF2B5EF4-FFF2-40B4-BE49-F238E27FC236}">
                    <a16:creationId xmlns:a16="http://schemas.microsoft.com/office/drawing/2014/main" id="{371D5014-F730-4450-8924-45B71B67A6BD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15.50</a:t>
                </a:r>
              </a:p>
            </p:txBody>
          </p:sp>
        </p:grpSp>
      </p:grpSp>
      <p:grpSp>
        <p:nvGrpSpPr>
          <p:cNvPr id="83" name="Gruppieren 82">
            <a:extLst>
              <a:ext uri="{FF2B5EF4-FFF2-40B4-BE49-F238E27FC236}">
                <a16:creationId xmlns:a16="http://schemas.microsoft.com/office/drawing/2014/main" id="{209F51D6-93DD-4914-A3C4-D863EC085970}"/>
              </a:ext>
            </a:extLst>
          </p:cNvPr>
          <p:cNvGrpSpPr/>
          <p:nvPr/>
        </p:nvGrpSpPr>
        <p:grpSpPr>
          <a:xfrm>
            <a:off x="-697714" y="80201"/>
            <a:ext cx="411956" cy="6713707"/>
            <a:chOff x="-502267" y="80201"/>
            <a:chExt cx="411956" cy="6713707"/>
          </a:xfrm>
        </p:grpSpPr>
        <p:grpSp>
          <p:nvGrpSpPr>
            <p:cNvPr id="100" name="Gruppieren 99">
              <a:extLst>
                <a:ext uri="{FF2B5EF4-FFF2-40B4-BE49-F238E27FC236}">
                  <a16:creationId xmlns:a16="http://schemas.microsoft.com/office/drawing/2014/main" id="{BDFD4A32-D056-44A7-9BFB-C2F236FEEB05}"/>
                </a:ext>
              </a:extLst>
            </p:cNvPr>
            <p:cNvGrpSpPr/>
            <p:nvPr/>
          </p:nvGrpSpPr>
          <p:grpSpPr>
            <a:xfrm>
              <a:off x="-502267" y="6593340"/>
              <a:ext cx="411956" cy="200568"/>
              <a:chOff x="-615197" y="4452994"/>
              <a:chExt cx="411956" cy="200568"/>
            </a:xfrm>
          </p:grpSpPr>
          <p:sp>
            <p:nvSpPr>
              <p:cNvPr id="116" name="Textfeld 115">
                <a:extLst>
                  <a:ext uri="{FF2B5EF4-FFF2-40B4-BE49-F238E27FC236}">
                    <a16:creationId xmlns:a16="http://schemas.microsoft.com/office/drawing/2014/main" id="{A947EDB9-EF72-49BE-9BA3-E6F9AD31259C}"/>
                  </a:ext>
                </a:extLst>
              </p:cNvPr>
              <p:cNvSpPr txBox="1"/>
              <p:nvPr/>
            </p:nvSpPr>
            <p:spPr>
              <a:xfrm>
                <a:off x="-615197" y="4452994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08.92</a:t>
                </a:r>
              </a:p>
            </p:txBody>
          </p:sp>
          <p:cxnSp>
            <p:nvCxnSpPr>
              <p:cNvPr id="117" name="Gerader Verbinder 116">
                <a:extLst>
                  <a:ext uri="{FF2B5EF4-FFF2-40B4-BE49-F238E27FC236}">
                    <a16:creationId xmlns:a16="http://schemas.microsoft.com/office/drawing/2014/main" id="{39D558D4-D07C-4693-945D-2844C2E792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497389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1" name="Gruppieren 100">
              <a:extLst>
                <a:ext uri="{FF2B5EF4-FFF2-40B4-BE49-F238E27FC236}">
                  <a16:creationId xmlns:a16="http://schemas.microsoft.com/office/drawing/2014/main" id="{4F026EAB-45A6-4B94-8098-5DF3FF3E8D90}"/>
                </a:ext>
              </a:extLst>
            </p:cNvPr>
            <p:cNvGrpSpPr/>
            <p:nvPr/>
          </p:nvGrpSpPr>
          <p:grpSpPr>
            <a:xfrm>
              <a:off x="-502267" y="5876163"/>
              <a:ext cx="411956" cy="216662"/>
              <a:chOff x="-615197" y="4295013"/>
              <a:chExt cx="411956" cy="216662"/>
            </a:xfrm>
          </p:grpSpPr>
          <p:cxnSp>
            <p:nvCxnSpPr>
              <p:cNvPr id="114" name="Gerader Verbinder 113">
                <a:extLst>
                  <a:ext uri="{FF2B5EF4-FFF2-40B4-BE49-F238E27FC236}">
                    <a16:creationId xmlns:a16="http://schemas.microsoft.com/office/drawing/2014/main" id="{6202B073-D13D-406C-A8E0-8E5D8990C8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5" name="Textfeld 114">
                <a:extLst>
                  <a:ext uri="{FF2B5EF4-FFF2-40B4-BE49-F238E27FC236}">
                    <a16:creationId xmlns:a16="http://schemas.microsoft.com/office/drawing/2014/main" id="{27A65895-F573-435E-9BCF-5A4F01568D4C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07.40</a:t>
                </a:r>
              </a:p>
            </p:txBody>
          </p:sp>
        </p:grpSp>
        <p:grpSp>
          <p:nvGrpSpPr>
            <p:cNvPr id="102" name="Gruppieren 101">
              <a:extLst>
                <a:ext uri="{FF2B5EF4-FFF2-40B4-BE49-F238E27FC236}">
                  <a16:creationId xmlns:a16="http://schemas.microsoft.com/office/drawing/2014/main" id="{8C844A76-F72C-4F3B-B8C8-35CD8B780CED}"/>
                </a:ext>
              </a:extLst>
            </p:cNvPr>
            <p:cNvGrpSpPr/>
            <p:nvPr/>
          </p:nvGrpSpPr>
          <p:grpSpPr>
            <a:xfrm>
              <a:off x="-502267" y="3212338"/>
              <a:ext cx="411956" cy="216662"/>
              <a:chOff x="-615197" y="4295013"/>
              <a:chExt cx="411956" cy="216662"/>
            </a:xfrm>
          </p:grpSpPr>
          <p:cxnSp>
            <p:nvCxnSpPr>
              <p:cNvPr id="112" name="Gerader Verbinder 111">
                <a:extLst>
                  <a:ext uri="{FF2B5EF4-FFF2-40B4-BE49-F238E27FC236}">
                    <a16:creationId xmlns:a16="http://schemas.microsoft.com/office/drawing/2014/main" id="{160EE7AF-0DEA-4C6D-A2EF-C52ED904049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3" name="Textfeld 112">
                <a:extLst>
                  <a:ext uri="{FF2B5EF4-FFF2-40B4-BE49-F238E27FC236}">
                    <a16:creationId xmlns:a16="http://schemas.microsoft.com/office/drawing/2014/main" id="{87DE4399-3703-444D-BA6A-FE1473E148F0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00.00</a:t>
                </a:r>
              </a:p>
            </p:txBody>
          </p:sp>
        </p:grpSp>
        <p:grpSp>
          <p:nvGrpSpPr>
            <p:cNvPr id="103" name="Gruppieren 102">
              <a:extLst>
                <a:ext uri="{FF2B5EF4-FFF2-40B4-BE49-F238E27FC236}">
                  <a16:creationId xmlns:a16="http://schemas.microsoft.com/office/drawing/2014/main" id="{0C0F37DC-5EFC-40F8-8B6B-BC96081C5EC1}"/>
                </a:ext>
              </a:extLst>
            </p:cNvPr>
            <p:cNvGrpSpPr/>
            <p:nvPr/>
          </p:nvGrpSpPr>
          <p:grpSpPr>
            <a:xfrm>
              <a:off x="-502267" y="835851"/>
              <a:ext cx="411956" cy="216662"/>
              <a:chOff x="-615197" y="4295013"/>
              <a:chExt cx="411956" cy="216662"/>
            </a:xfrm>
          </p:grpSpPr>
          <p:cxnSp>
            <p:nvCxnSpPr>
              <p:cNvPr id="110" name="Gerader Verbinder 109">
                <a:extLst>
                  <a:ext uri="{FF2B5EF4-FFF2-40B4-BE49-F238E27FC236}">
                    <a16:creationId xmlns:a16="http://schemas.microsoft.com/office/drawing/2014/main" id="{A840CA4A-A9F3-4416-BC51-C79E4635CC1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1" name="Textfeld 110">
                <a:extLst>
                  <a:ext uri="{FF2B5EF4-FFF2-40B4-BE49-F238E27FC236}">
                    <a16:creationId xmlns:a16="http://schemas.microsoft.com/office/drawing/2014/main" id="{FEF55D5D-E2E2-4FEB-8B89-BA84BBE6B3C2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06.60</a:t>
                </a:r>
              </a:p>
            </p:txBody>
          </p:sp>
        </p:grpSp>
        <p:grpSp>
          <p:nvGrpSpPr>
            <p:cNvPr id="104" name="Gruppieren 103">
              <a:extLst>
                <a:ext uri="{FF2B5EF4-FFF2-40B4-BE49-F238E27FC236}">
                  <a16:creationId xmlns:a16="http://schemas.microsoft.com/office/drawing/2014/main" id="{A8CBDCE3-8610-4855-B6B2-9D552D6EF102}"/>
                </a:ext>
              </a:extLst>
            </p:cNvPr>
            <p:cNvGrpSpPr/>
            <p:nvPr/>
          </p:nvGrpSpPr>
          <p:grpSpPr>
            <a:xfrm>
              <a:off x="-502267" y="1412113"/>
              <a:ext cx="411956" cy="216662"/>
              <a:chOff x="-615197" y="4295013"/>
              <a:chExt cx="411956" cy="216662"/>
            </a:xfrm>
          </p:grpSpPr>
          <p:cxnSp>
            <p:nvCxnSpPr>
              <p:cNvPr id="108" name="Gerader Verbinder 107">
                <a:extLst>
                  <a:ext uri="{FF2B5EF4-FFF2-40B4-BE49-F238E27FC236}">
                    <a16:creationId xmlns:a16="http://schemas.microsoft.com/office/drawing/2014/main" id="{9B79DD3D-F8EA-481D-A0A3-D6F2D403A1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9" name="Textfeld 108">
                <a:extLst>
                  <a:ext uri="{FF2B5EF4-FFF2-40B4-BE49-F238E27FC236}">
                    <a16:creationId xmlns:a16="http://schemas.microsoft.com/office/drawing/2014/main" id="{70A1052D-CD38-4E1B-B772-4207E8043A0C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05.00</a:t>
                </a:r>
              </a:p>
            </p:txBody>
          </p:sp>
        </p:grpSp>
        <p:grpSp>
          <p:nvGrpSpPr>
            <p:cNvPr id="105" name="Gruppieren 104">
              <a:extLst>
                <a:ext uri="{FF2B5EF4-FFF2-40B4-BE49-F238E27FC236}">
                  <a16:creationId xmlns:a16="http://schemas.microsoft.com/office/drawing/2014/main" id="{635FDBA6-638F-4DE8-9ADA-B117F1DD2C8B}"/>
                </a:ext>
              </a:extLst>
            </p:cNvPr>
            <p:cNvGrpSpPr/>
            <p:nvPr/>
          </p:nvGrpSpPr>
          <p:grpSpPr>
            <a:xfrm>
              <a:off x="-502267" y="80201"/>
              <a:ext cx="411956" cy="216662"/>
              <a:chOff x="-615197" y="4258501"/>
              <a:chExt cx="411956" cy="216662"/>
            </a:xfrm>
          </p:grpSpPr>
          <p:cxnSp>
            <p:nvCxnSpPr>
              <p:cNvPr id="106" name="Gerader Verbinder 105">
                <a:extLst>
                  <a:ext uri="{FF2B5EF4-FFF2-40B4-BE49-F238E27FC236}">
                    <a16:creationId xmlns:a16="http://schemas.microsoft.com/office/drawing/2014/main" id="{7698A02D-70AF-47D8-9931-5A306F2D6DB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475163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" name="Textfeld 106">
                <a:extLst>
                  <a:ext uri="{FF2B5EF4-FFF2-40B4-BE49-F238E27FC236}">
                    <a16:creationId xmlns:a16="http://schemas.microsoft.com/office/drawing/2014/main" id="{AE795394-5A57-4EAF-9C55-428332E2681C}"/>
                  </a:ext>
                </a:extLst>
              </p:cNvPr>
              <p:cNvSpPr txBox="1"/>
              <p:nvPr/>
            </p:nvSpPr>
            <p:spPr>
              <a:xfrm>
                <a:off x="-615197" y="425850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08.70</a:t>
                </a:r>
              </a:p>
            </p:txBody>
          </p:sp>
        </p:grpSp>
      </p:grp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CEC0537B-5948-74E8-1E61-28812BA88BAB}"/>
              </a:ext>
            </a:extLst>
          </p:cNvPr>
          <p:cNvGrpSpPr/>
          <p:nvPr/>
        </p:nvGrpSpPr>
        <p:grpSpPr>
          <a:xfrm>
            <a:off x="11170442" y="299244"/>
            <a:ext cx="505400" cy="505400"/>
            <a:chOff x="5423248" y="2756248"/>
            <a:chExt cx="1349978" cy="1349978"/>
          </a:xfrm>
        </p:grpSpPr>
        <p:sp>
          <p:nvSpPr>
            <p:cNvPr id="5" name="Freihandform: Form 4">
              <a:extLst>
                <a:ext uri="{FF2B5EF4-FFF2-40B4-BE49-F238E27FC236}">
                  <a16:creationId xmlns:a16="http://schemas.microsoft.com/office/drawing/2014/main" id="{77BDF36A-A859-2DA5-8EBA-EC569B29862B}"/>
                </a:ext>
              </a:extLst>
            </p:cNvPr>
            <p:cNvSpPr/>
            <p:nvPr/>
          </p:nvSpPr>
          <p:spPr>
            <a:xfrm>
              <a:off x="5423248" y="2756248"/>
              <a:ext cx="1349978" cy="1349978"/>
            </a:xfrm>
            <a:custGeom>
              <a:avLst/>
              <a:gdLst>
                <a:gd name="connsiteX0" fmla="*/ 1349788 w 1349978"/>
                <a:gd name="connsiteY0" fmla="*/ 1349978 h 1349978"/>
                <a:gd name="connsiteX1" fmla="*/ 675037 w 1349978"/>
                <a:gd name="connsiteY1" fmla="*/ 1205389 h 1349978"/>
                <a:gd name="connsiteX2" fmla="*/ 0 w 1349978"/>
                <a:gd name="connsiteY2" fmla="*/ 1349978 h 1349978"/>
                <a:gd name="connsiteX3" fmla="*/ 0 w 1349978"/>
                <a:gd name="connsiteY3" fmla="*/ 0 h 1349978"/>
                <a:gd name="connsiteX4" fmla="*/ 1349978 w 1349978"/>
                <a:gd name="connsiteY4" fmla="*/ 0 h 1349978"/>
                <a:gd name="connsiteX5" fmla="*/ 1349788 w 1349978"/>
                <a:gd name="connsiteY5" fmla="*/ 1349978 h 1349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9978" h="1349978">
                  <a:moveTo>
                    <a:pt x="1349788" y="1349978"/>
                  </a:moveTo>
                  <a:cubicBezTo>
                    <a:pt x="1143953" y="1257110"/>
                    <a:pt x="915543" y="1205389"/>
                    <a:pt x="675037" y="1205389"/>
                  </a:cubicBezTo>
                  <a:cubicBezTo>
                    <a:pt x="434530" y="1205389"/>
                    <a:pt x="205835" y="1257110"/>
                    <a:pt x="0" y="1349978"/>
                  </a:cubicBezTo>
                  <a:lnTo>
                    <a:pt x="0" y="0"/>
                  </a:lnTo>
                  <a:lnTo>
                    <a:pt x="1349978" y="0"/>
                  </a:lnTo>
                  <a:lnTo>
                    <a:pt x="1349788" y="1349978"/>
                  </a:lnTo>
                  <a:close/>
                </a:path>
              </a:pathLst>
            </a:custGeom>
            <a:solidFill>
              <a:srgbClr val="0F2D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grpSp>
          <p:nvGrpSpPr>
            <p:cNvPr id="7" name="Grafik 31">
              <a:extLst>
                <a:ext uri="{FF2B5EF4-FFF2-40B4-BE49-F238E27FC236}">
                  <a16:creationId xmlns:a16="http://schemas.microsoft.com/office/drawing/2014/main" id="{E50C7CFE-22CD-FDCB-C165-7B09E8BD65D2}"/>
                </a:ext>
              </a:extLst>
            </p:cNvPr>
            <p:cNvGrpSpPr/>
            <p:nvPr/>
          </p:nvGrpSpPr>
          <p:grpSpPr>
            <a:xfrm>
              <a:off x="5474985" y="3134295"/>
              <a:ext cx="1244293" cy="294132"/>
              <a:chOff x="5474985" y="3134295"/>
              <a:chExt cx="1244293" cy="294132"/>
            </a:xfrm>
            <a:solidFill>
              <a:srgbClr val="FFFFFF"/>
            </a:solidFill>
          </p:grpSpPr>
          <p:sp>
            <p:nvSpPr>
              <p:cNvPr id="8" name="Freihandform: Form 7">
                <a:extLst>
                  <a:ext uri="{FF2B5EF4-FFF2-40B4-BE49-F238E27FC236}">
                    <a16:creationId xmlns:a16="http://schemas.microsoft.com/office/drawing/2014/main" id="{34F1CA70-9050-FD7F-3975-E87E80B53951}"/>
                  </a:ext>
                </a:extLst>
              </p:cNvPr>
              <p:cNvSpPr/>
              <p:nvPr/>
            </p:nvSpPr>
            <p:spPr>
              <a:xfrm>
                <a:off x="5474985" y="3134295"/>
                <a:ext cx="247353" cy="293941"/>
              </a:xfrm>
              <a:custGeom>
                <a:avLst/>
                <a:gdLst>
                  <a:gd name="connsiteX0" fmla="*/ 109998 w 247353"/>
                  <a:gd name="connsiteY0" fmla="*/ 30956 h 293941"/>
                  <a:gd name="connsiteX1" fmla="*/ 41418 w 247353"/>
                  <a:gd name="connsiteY1" fmla="*/ 95250 h 293941"/>
                  <a:gd name="connsiteX2" fmla="*/ 11129 w 247353"/>
                  <a:gd name="connsiteY2" fmla="*/ 95250 h 293941"/>
                  <a:gd name="connsiteX3" fmla="*/ 11129 w 247353"/>
                  <a:gd name="connsiteY3" fmla="*/ 0 h 293941"/>
                  <a:gd name="connsiteX4" fmla="*/ 247349 w 247353"/>
                  <a:gd name="connsiteY4" fmla="*/ 0 h 293941"/>
                  <a:gd name="connsiteX5" fmla="*/ 179340 w 247353"/>
                  <a:gd name="connsiteY5" fmla="*/ 151733 h 293941"/>
                  <a:gd name="connsiteX6" fmla="*/ 111141 w 247353"/>
                  <a:gd name="connsiteY6" fmla="*/ 262795 h 293941"/>
                  <a:gd name="connsiteX7" fmla="*/ 149432 w 247353"/>
                  <a:gd name="connsiteY7" fmla="*/ 262795 h 293941"/>
                  <a:gd name="connsiteX8" fmla="*/ 210011 w 247353"/>
                  <a:gd name="connsiteY8" fmla="*/ 198501 h 293941"/>
                  <a:gd name="connsiteX9" fmla="*/ 241634 w 247353"/>
                  <a:gd name="connsiteY9" fmla="*/ 198501 h 293941"/>
                  <a:gd name="connsiteX10" fmla="*/ 241634 w 247353"/>
                  <a:gd name="connsiteY10" fmla="*/ 293942 h 293941"/>
                  <a:gd name="connsiteX11" fmla="*/ 270 w 247353"/>
                  <a:gd name="connsiteY11" fmla="*/ 293942 h 293941"/>
                  <a:gd name="connsiteX12" fmla="*/ 75137 w 247353"/>
                  <a:gd name="connsiteY12" fmla="*/ 133731 h 293941"/>
                  <a:gd name="connsiteX13" fmla="*/ 138573 w 247353"/>
                  <a:gd name="connsiteY13" fmla="*/ 30671 h 293941"/>
                  <a:gd name="connsiteX14" fmla="*/ 109998 w 247353"/>
                  <a:gd name="connsiteY14" fmla="*/ 30861 h 293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47353" h="293941">
                    <a:moveTo>
                      <a:pt x="109998" y="30956"/>
                    </a:moveTo>
                    <a:cubicBezTo>
                      <a:pt x="46562" y="30956"/>
                      <a:pt x="41418" y="95250"/>
                      <a:pt x="41418" y="95250"/>
                    </a:cubicBezTo>
                    <a:lnTo>
                      <a:pt x="11129" y="95250"/>
                    </a:lnTo>
                    <a:lnTo>
                      <a:pt x="11129" y="0"/>
                    </a:lnTo>
                    <a:lnTo>
                      <a:pt x="247349" y="0"/>
                    </a:lnTo>
                    <a:cubicBezTo>
                      <a:pt x="247349" y="0"/>
                      <a:pt x="249254" y="73628"/>
                      <a:pt x="179340" y="151733"/>
                    </a:cubicBezTo>
                    <a:cubicBezTo>
                      <a:pt x="179340" y="151733"/>
                      <a:pt x="112856" y="228981"/>
                      <a:pt x="111141" y="262795"/>
                    </a:cubicBezTo>
                    <a:lnTo>
                      <a:pt x="149432" y="262795"/>
                    </a:lnTo>
                    <a:cubicBezTo>
                      <a:pt x="204391" y="262795"/>
                      <a:pt x="210011" y="198501"/>
                      <a:pt x="210011" y="198501"/>
                    </a:cubicBezTo>
                    <a:lnTo>
                      <a:pt x="241634" y="198501"/>
                    </a:lnTo>
                    <a:lnTo>
                      <a:pt x="241634" y="293942"/>
                    </a:lnTo>
                    <a:lnTo>
                      <a:pt x="270" y="293942"/>
                    </a:lnTo>
                    <a:cubicBezTo>
                      <a:pt x="270" y="293942"/>
                      <a:pt x="-8588" y="221647"/>
                      <a:pt x="75137" y="133731"/>
                    </a:cubicBezTo>
                    <a:cubicBezTo>
                      <a:pt x="75137" y="133731"/>
                      <a:pt x="126667" y="76200"/>
                      <a:pt x="138573" y="30671"/>
                    </a:cubicBezTo>
                    <a:lnTo>
                      <a:pt x="109998" y="3086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9" name="Freihandform: Form 8">
                <a:extLst>
                  <a:ext uri="{FF2B5EF4-FFF2-40B4-BE49-F238E27FC236}">
                    <a16:creationId xmlns:a16="http://schemas.microsoft.com/office/drawing/2014/main" id="{332057EA-233A-CDE3-2663-79192EFBFB78}"/>
                  </a:ext>
                </a:extLst>
              </p:cNvPr>
              <p:cNvSpPr/>
              <p:nvPr/>
            </p:nvSpPr>
            <p:spPr>
              <a:xfrm>
                <a:off x="6030181" y="3134295"/>
                <a:ext cx="156495" cy="293750"/>
              </a:xfrm>
              <a:custGeom>
                <a:avLst/>
                <a:gdLst>
                  <a:gd name="connsiteX0" fmla="*/ 156496 w 156495"/>
                  <a:gd name="connsiteY0" fmla="*/ 293751 h 293750"/>
                  <a:gd name="connsiteX1" fmla="*/ 156496 w 156495"/>
                  <a:gd name="connsiteY1" fmla="*/ 262604 h 293750"/>
                  <a:gd name="connsiteX2" fmla="*/ 149352 w 156495"/>
                  <a:gd name="connsiteY2" fmla="*/ 262604 h 293750"/>
                  <a:gd name="connsiteX3" fmla="*/ 125730 w 156495"/>
                  <a:gd name="connsiteY3" fmla="*/ 238982 h 293750"/>
                  <a:gd name="connsiteX4" fmla="*/ 125730 w 156495"/>
                  <a:gd name="connsiteY4" fmla="*/ 54769 h 293750"/>
                  <a:gd name="connsiteX5" fmla="*/ 149352 w 156495"/>
                  <a:gd name="connsiteY5" fmla="*/ 31147 h 293750"/>
                  <a:gd name="connsiteX6" fmla="*/ 156496 w 156495"/>
                  <a:gd name="connsiteY6" fmla="*/ 31147 h 293750"/>
                  <a:gd name="connsiteX7" fmla="*/ 156496 w 156495"/>
                  <a:gd name="connsiteY7" fmla="*/ 0 h 293750"/>
                  <a:gd name="connsiteX8" fmla="*/ 0 w 156495"/>
                  <a:gd name="connsiteY8" fmla="*/ 0 h 293750"/>
                  <a:gd name="connsiteX9" fmla="*/ 0 w 156495"/>
                  <a:gd name="connsiteY9" fmla="*/ 31147 h 293750"/>
                  <a:gd name="connsiteX10" fmla="*/ 7144 w 156495"/>
                  <a:gd name="connsiteY10" fmla="*/ 31147 h 293750"/>
                  <a:gd name="connsiteX11" fmla="*/ 30956 w 156495"/>
                  <a:gd name="connsiteY11" fmla="*/ 54769 h 293750"/>
                  <a:gd name="connsiteX12" fmla="*/ 30956 w 156495"/>
                  <a:gd name="connsiteY12" fmla="*/ 238982 h 293750"/>
                  <a:gd name="connsiteX13" fmla="*/ 7144 w 156495"/>
                  <a:gd name="connsiteY13" fmla="*/ 262604 h 293750"/>
                  <a:gd name="connsiteX14" fmla="*/ 0 w 156495"/>
                  <a:gd name="connsiteY14" fmla="*/ 262604 h 293750"/>
                  <a:gd name="connsiteX15" fmla="*/ 0 w 156495"/>
                  <a:gd name="connsiteY15" fmla="*/ 293751 h 293750"/>
                  <a:gd name="connsiteX16" fmla="*/ 156496 w 156495"/>
                  <a:gd name="connsiteY16" fmla="*/ 293751 h 293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56495" h="293750">
                    <a:moveTo>
                      <a:pt x="156496" y="293751"/>
                    </a:moveTo>
                    <a:lnTo>
                      <a:pt x="156496" y="262604"/>
                    </a:lnTo>
                    <a:lnTo>
                      <a:pt x="149352" y="262604"/>
                    </a:lnTo>
                    <a:cubicBezTo>
                      <a:pt x="136398" y="262604"/>
                      <a:pt x="125730" y="251936"/>
                      <a:pt x="125730" y="238982"/>
                    </a:cubicBezTo>
                    <a:lnTo>
                      <a:pt x="125730" y="54769"/>
                    </a:lnTo>
                    <a:cubicBezTo>
                      <a:pt x="125730" y="41815"/>
                      <a:pt x="136303" y="31147"/>
                      <a:pt x="149352" y="31147"/>
                    </a:cubicBezTo>
                    <a:lnTo>
                      <a:pt x="156496" y="31147"/>
                    </a:lnTo>
                    <a:lnTo>
                      <a:pt x="156496" y="0"/>
                    </a:lnTo>
                    <a:lnTo>
                      <a:pt x="0" y="0"/>
                    </a:lnTo>
                    <a:lnTo>
                      <a:pt x="0" y="31147"/>
                    </a:lnTo>
                    <a:lnTo>
                      <a:pt x="7144" y="31147"/>
                    </a:lnTo>
                    <a:cubicBezTo>
                      <a:pt x="20383" y="31147"/>
                      <a:pt x="30956" y="41720"/>
                      <a:pt x="30956" y="54769"/>
                    </a:cubicBezTo>
                    <a:lnTo>
                      <a:pt x="30956" y="238982"/>
                    </a:lnTo>
                    <a:cubicBezTo>
                      <a:pt x="30956" y="251936"/>
                      <a:pt x="20383" y="262604"/>
                      <a:pt x="7144" y="262604"/>
                    </a:cubicBezTo>
                    <a:lnTo>
                      <a:pt x="0" y="262604"/>
                    </a:lnTo>
                    <a:lnTo>
                      <a:pt x="0" y="293751"/>
                    </a:lnTo>
                    <a:lnTo>
                      <a:pt x="156496" y="29375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10" name="Freihandform: Form 9">
                <a:extLst>
                  <a:ext uri="{FF2B5EF4-FFF2-40B4-BE49-F238E27FC236}">
                    <a16:creationId xmlns:a16="http://schemas.microsoft.com/office/drawing/2014/main" id="{C431AB59-A256-45B3-F845-D7B892C8327A}"/>
                  </a:ext>
                </a:extLst>
              </p:cNvPr>
              <p:cNvSpPr/>
              <p:nvPr/>
            </p:nvSpPr>
            <p:spPr>
              <a:xfrm>
                <a:off x="5748718" y="3134295"/>
                <a:ext cx="248983" cy="294132"/>
              </a:xfrm>
              <a:custGeom>
                <a:avLst/>
                <a:gdLst>
                  <a:gd name="connsiteX0" fmla="*/ 248983 w 248983"/>
                  <a:gd name="connsiteY0" fmla="*/ 294037 h 294132"/>
                  <a:gd name="connsiteX1" fmla="*/ 248983 w 248983"/>
                  <a:gd name="connsiteY1" fmla="*/ 198596 h 294132"/>
                  <a:gd name="connsiteX2" fmla="*/ 217361 w 248983"/>
                  <a:gd name="connsiteY2" fmla="*/ 198596 h 294132"/>
                  <a:gd name="connsiteX3" fmla="*/ 156496 w 248983"/>
                  <a:gd name="connsiteY3" fmla="*/ 262890 h 294132"/>
                  <a:gd name="connsiteX4" fmla="*/ 124873 w 248983"/>
                  <a:gd name="connsiteY4" fmla="*/ 262890 h 294132"/>
                  <a:gd name="connsiteX5" fmla="*/ 124873 w 248983"/>
                  <a:gd name="connsiteY5" fmla="*/ 162687 h 294132"/>
                  <a:gd name="connsiteX6" fmla="*/ 136112 w 248983"/>
                  <a:gd name="connsiteY6" fmla="*/ 162687 h 294132"/>
                  <a:gd name="connsiteX7" fmla="*/ 159925 w 248983"/>
                  <a:gd name="connsiteY7" fmla="*/ 186500 h 294132"/>
                  <a:gd name="connsiteX8" fmla="*/ 159925 w 248983"/>
                  <a:gd name="connsiteY8" fmla="*/ 198406 h 294132"/>
                  <a:gd name="connsiteX9" fmla="*/ 191071 w 248983"/>
                  <a:gd name="connsiteY9" fmla="*/ 198406 h 294132"/>
                  <a:gd name="connsiteX10" fmla="*/ 191071 w 248983"/>
                  <a:gd name="connsiteY10" fmla="*/ 95631 h 294132"/>
                  <a:gd name="connsiteX11" fmla="*/ 159925 w 248983"/>
                  <a:gd name="connsiteY11" fmla="*/ 95631 h 294132"/>
                  <a:gd name="connsiteX12" fmla="*/ 159925 w 248983"/>
                  <a:gd name="connsiteY12" fmla="*/ 107537 h 294132"/>
                  <a:gd name="connsiteX13" fmla="*/ 136112 w 248983"/>
                  <a:gd name="connsiteY13" fmla="*/ 131350 h 294132"/>
                  <a:gd name="connsiteX14" fmla="*/ 124873 w 248983"/>
                  <a:gd name="connsiteY14" fmla="*/ 131350 h 294132"/>
                  <a:gd name="connsiteX15" fmla="*/ 124873 w 248983"/>
                  <a:gd name="connsiteY15" fmla="*/ 31147 h 294132"/>
                  <a:gd name="connsiteX16" fmla="*/ 156496 w 248983"/>
                  <a:gd name="connsiteY16" fmla="*/ 31147 h 294132"/>
                  <a:gd name="connsiteX17" fmla="*/ 217361 w 248983"/>
                  <a:gd name="connsiteY17" fmla="*/ 95441 h 294132"/>
                  <a:gd name="connsiteX18" fmla="*/ 248983 w 248983"/>
                  <a:gd name="connsiteY18" fmla="*/ 95441 h 294132"/>
                  <a:gd name="connsiteX19" fmla="*/ 248983 w 248983"/>
                  <a:gd name="connsiteY19" fmla="*/ 0 h 294132"/>
                  <a:gd name="connsiteX20" fmla="*/ 0 w 248983"/>
                  <a:gd name="connsiteY20" fmla="*/ 0 h 294132"/>
                  <a:gd name="connsiteX21" fmla="*/ 0 w 248983"/>
                  <a:gd name="connsiteY21" fmla="*/ 31337 h 294132"/>
                  <a:gd name="connsiteX22" fmla="*/ 7144 w 248983"/>
                  <a:gd name="connsiteY22" fmla="*/ 31337 h 294132"/>
                  <a:gd name="connsiteX23" fmla="*/ 30766 w 248983"/>
                  <a:gd name="connsiteY23" fmla="*/ 54959 h 294132"/>
                  <a:gd name="connsiteX24" fmla="*/ 30766 w 248983"/>
                  <a:gd name="connsiteY24" fmla="*/ 239173 h 294132"/>
                  <a:gd name="connsiteX25" fmla="*/ 7144 w 248983"/>
                  <a:gd name="connsiteY25" fmla="*/ 262795 h 294132"/>
                  <a:gd name="connsiteX26" fmla="*/ 0 w 248983"/>
                  <a:gd name="connsiteY26" fmla="*/ 262795 h 294132"/>
                  <a:gd name="connsiteX27" fmla="*/ 0 w 248983"/>
                  <a:gd name="connsiteY27" fmla="*/ 293942 h 294132"/>
                  <a:gd name="connsiteX28" fmla="*/ 248983 w 248983"/>
                  <a:gd name="connsiteY28" fmla="*/ 294132 h 2941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48983" h="294132">
                    <a:moveTo>
                      <a:pt x="248983" y="294037"/>
                    </a:moveTo>
                    <a:lnTo>
                      <a:pt x="248983" y="198596"/>
                    </a:lnTo>
                    <a:lnTo>
                      <a:pt x="217361" y="198596"/>
                    </a:lnTo>
                    <a:cubicBezTo>
                      <a:pt x="217361" y="198596"/>
                      <a:pt x="211550" y="262890"/>
                      <a:pt x="156496" y="262890"/>
                    </a:cubicBezTo>
                    <a:lnTo>
                      <a:pt x="124873" y="262890"/>
                    </a:lnTo>
                    <a:lnTo>
                      <a:pt x="124873" y="162687"/>
                    </a:lnTo>
                    <a:lnTo>
                      <a:pt x="136112" y="162687"/>
                    </a:lnTo>
                    <a:cubicBezTo>
                      <a:pt x="149352" y="162687"/>
                      <a:pt x="159925" y="173355"/>
                      <a:pt x="159925" y="186500"/>
                    </a:cubicBezTo>
                    <a:lnTo>
                      <a:pt x="159925" y="198406"/>
                    </a:lnTo>
                    <a:lnTo>
                      <a:pt x="191071" y="198406"/>
                    </a:lnTo>
                    <a:lnTo>
                      <a:pt x="191071" y="95631"/>
                    </a:lnTo>
                    <a:lnTo>
                      <a:pt x="159925" y="95631"/>
                    </a:lnTo>
                    <a:lnTo>
                      <a:pt x="159925" y="107537"/>
                    </a:lnTo>
                    <a:cubicBezTo>
                      <a:pt x="159925" y="120777"/>
                      <a:pt x="149352" y="131350"/>
                      <a:pt x="136112" y="131350"/>
                    </a:cubicBezTo>
                    <a:lnTo>
                      <a:pt x="124873" y="131350"/>
                    </a:lnTo>
                    <a:lnTo>
                      <a:pt x="124873" y="31147"/>
                    </a:lnTo>
                    <a:lnTo>
                      <a:pt x="156496" y="31147"/>
                    </a:lnTo>
                    <a:cubicBezTo>
                      <a:pt x="211455" y="31147"/>
                      <a:pt x="217361" y="95441"/>
                      <a:pt x="217361" y="95441"/>
                    </a:cubicBezTo>
                    <a:lnTo>
                      <a:pt x="248983" y="95441"/>
                    </a:lnTo>
                    <a:lnTo>
                      <a:pt x="248983" y="0"/>
                    </a:lnTo>
                    <a:lnTo>
                      <a:pt x="0" y="0"/>
                    </a:lnTo>
                    <a:lnTo>
                      <a:pt x="0" y="31337"/>
                    </a:lnTo>
                    <a:lnTo>
                      <a:pt x="7144" y="31337"/>
                    </a:lnTo>
                    <a:cubicBezTo>
                      <a:pt x="20098" y="31337"/>
                      <a:pt x="30766" y="42005"/>
                      <a:pt x="30766" y="54959"/>
                    </a:cubicBezTo>
                    <a:lnTo>
                      <a:pt x="30766" y="239173"/>
                    </a:lnTo>
                    <a:cubicBezTo>
                      <a:pt x="30766" y="252127"/>
                      <a:pt x="20193" y="262795"/>
                      <a:pt x="7144" y="262795"/>
                    </a:cubicBezTo>
                    <a:lnTo>
                      <a:pt x="0" y="262795"/>
                    </a:lnTo>
                    <a:lnTo>
                      <a:pt x="0" y="293942"/>
                    </a:lnTo>
                    <a:lnTo>
                      <a:pt x="248983" y="294132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11" name="Freihandform: Form 10">
                <a:extLst>
                  <a:ext uri="{FF2B5EF4-FFF2-40B4-BE49-F238E27FC236}">
                    <a16:creationId xmlns:a16="http://schemas.microsoft.com/office/drawing/2014/main" id="{677C6FF8-645D-1102-4897-A2B69288BC77}"/>
                  </a:ext>
                </a:extLst>
              </p:cNvPr>
              <p:cNvSpPr/>
              <p:nvPr/>
            </p:nvSpPr>
            <p:spPr>
              <a:xfrm>
                <a:off x="6217588" y="3134295"/>
                <a:ext cx="237562" cy="293941"/>
              </a:xfrm>
              <a:custGeom>
                <a:avLst/>
                <a:gdLst>
                  <a:gd name="connsiteX0" fmla="*/ 133586 w 237562"/>
                  <a:gd name="connsiteY0" fmla="*/ 30956 h 293941"/>
                  <a:gd name="connsiteX1" fmla="*/ 201976 w 237562"/>
                  <a:gd name="connsiteY1" fmla="*/ 95250 h 293941"/>
                  <a:gd name="connsiteX2" fmla="*/ 232551 w 237562"/>
                  <a:gd name="connsiteY2" fmla="*/ 95250 h 293941"/>
                  <a:gd name="connsiteX3" fmla="*/ 232551 w 237562"/>
                  <a:gd name="connsiteY3" fmla="*/ 0 h 293941"/>
                  <a:gd name="connsiteX4" fmla="*/ 6713 w 237562"/>
                  <a:gd name="connsiteY4" fmla="*/ 0 h 293941"/>
                  <a:gd name="connsiteX5" fmla="*/ 64339 w 237562"/>
                  <a:gd name="connsiteY5" fmla="*/ 151733 h 293941"/>
                  <a:gd name="connsiteX6" fmla="*/ 132348 w 237562"/>
                  <a:gd name="connsiteY6" fmla="*/ 262795 h 293941"/>
                  <a:gd name="connsiteX7" fmla="*/ 94248 w 237562"/>
                  <a:gd name="connsiteY7" fmla="*/ 262795 h 293941"/>
                  <a:gd name="connsiteX8" fmla="*/ 33383 w 237562"/>
                  <a:gd name="connsiteY8" fmla="*/ 198501 h 293941"/>
                  <a:gd name="connsiteX9" fmla="*/ 1760 w 237562"/>
                  <a:gd name="connsiteY9" fmla="*/ 198501 h 293941"/>
                  <a:gd name="connsiteX10" fmla="*/ 1760 w 237562"/>
                  <a:gd name="connsiteY10" fmla="*/ 293942 h 293941"/>
                  <a:gd name="connsiteX11" fmla="*/ 229312 w 237562"/>
                  <a:gd name="connsiteY11" fmla="*/ 293942 h 293941"/>
                  <a:gd name="connsiteX12" fmla="*/ 168257 w 237562"/>
                  <a:gd name="connsiteY12" fmla="*/ 133731 h 293941"/>
                  <a:gd name="connsiteX13" fmla="*/ 104821 w 237562"/>
                  <a:gd name="connsiteY13" fmla="*/ 30671 h 293941"/>
                  <a:gd name="connsiteX14" fmla="*/ 133586 w 237562"/>
                  <a:gd name="connsiteY14" fmla="*/ 30861 h 293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37562" h="293941">
                    <a:moveTo>
                      <a:pt x="133586" y="30956"/>
                    </a:moveTo>
                    <a:cubicBezTo>
                      <a:pt x="197023" y="30956"/>
                      <a:pt x="201976" y="95250"/>
                      <a:pt x="201976" y="95250"/>
                    </a:cubicBezTo>
                    <a:lnTo>
                      <a:pt x="232551" y="95250"/>
                    </a:lnTo>
                    <a:lnTo>
                      <a:pt x="232551" y="0"/>
                    </a:lnTo>
                    <a:lnTo>
                      <a:pt x="6713" y="0"/>
                    </a:lnTo>
                    <a:cubicBezTo>
                      <a:pt x="6713" y="0"/>
                      <a:pt x="-29006" y="46768"/>
                      <a:pt x="64339" y="151733"/>
                    </a:cubicBezTo>
                    <a:cubicBezTo>
                      <a:pt x="64339" y="151733"/>
                      <a:pt x="130538" y="228981"/>
                      <a:pt x="132348" y="262795"/>
                    </a:cubicBezTo>
                    <a:lnTo>
                      <a:pt x="94248" y="262795"/>
                    </a:lnTo>
                    <a:cubicBezTo>
                      <a:pt x="39289" y="262795"/>
                      <a:pt x="33383" y="198501"/>
                      <a:pt x="33383" y="198501"/>
                    </a:cubicBezTo>
                    <a:lnTo>
                      <a:pt x="1760" y="198501"/>
                    </a:lnTo>
                    <a:lnTo>
                      <a:pt x="1760" y="293942"/>
                    </a:lnTo>
                    <a:lnTo>
                      <a:pt x="229312" y="293942"/>
                    </a:lnTo>
                    <a:cubicBezTo>
                      <a:pt x="229312" y="293942"/>
                      <a:pt x="270651" y="249365"/>
                      <a:pt x="168257" y="133731"/>
                    </a:cubicBezTo>
                    <a:cubicBezTo>
                      <a:pt x="168257" y="133731"/>
                      <a:pt x="114536" y="78581"/>
                      <a:pt x="104821" y="30671"/>
                    </a:cubicBezTo>
                    <a:lnTo>
                      <a:pt x="133586" y="3086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12" name="Freihandform: Form 11">
                <a:extLst>
                  <a:ext uri="{FF2B5EF4-FFF2-40B4-BE49-F238E27FC236}">
                    <a16:creationId xmlns:a16="http://schemas.microsoft.com/office/drawing/2014/main" id="{F1F2A5DF-32E8-CE4E-C5E1-DD15FC33A47A}"/>
                  </a:ext>
                </a:extLst>
              </p:cNvPr>
              <p:cNvSpPr/>
              <p:nvPr/>
            </p:nvSpPr>
            <p:spPr>
              <a:xfrm>
                <a:off x="6481716" y="3134295"/>
                <a:ext cx="237562" cy="293941"/>
              </a:xfrm>
              <a:custGeom>
                <a:avLst/>
                <a:gdLst>
                  <a:gd name="connsiteX0" fmla="*/ 133586 w 237562"/>
                  <a:gd name="connsiteY0" fmla="*/ 30956 h 293941"/>
                  <a:gd name="connsiteX1" fmla="*/ 201976 w 237562"/>
                  <a:gd name="connsiteY1" fmla="*/ 95250 h 293941"/>
                  <a:gd name="connsiteX2" fmla="*/ 232265 w 237562"/>
                  <a:gd name="connsiteY2" fmla="*/ 95250 h 293941"/>
                  <a:gd name="connsiteX3" fmla="*/ 232265 w 237562"/>
                  <a:gd name="connsiteY3" fmla="*/ 0 h 293941"/>
                  <a:gd name="connsiteX4" fmla="*/ 6713 w 237562"/>
                  <a:gd name="connsiteY4" fmla="*/ 0 h 293941"/>
                  <a:gd name="connsiteX5" fmla="*/ 64339 w 237562"/>
                  <a:gd name="connsiteY5" fmla="*/ 151733 h 293941"/>
                  <a:gd name="connsiteX6" fmla="*/ 132348 w 237562"/>
                  <a:gd name="connsiteY6" fmla="*/ 262795 h 293941"/>
                  <a:gd name="connsiteX7" fmla="*/ 94248 w 237562"/>
                  <a:gd name="connsiteY7" fmla="*/ 262795 h 293941"/>
                  <a:gd name="connsiteX8" fmla="*/ 33383 w 237562"/>
                  <a:gd name="connsiteY8" fmla="*/ 198501 h 293941"/>
                  <a:gd name="connsiteX9" fmla="*/ 1760 w 237562"/>
                  <a:gd name="connsiteY9" fmla="*/ 198501 h 293941"/>
                  <a:gd name="connsiteX10" fmla="*/ 1760 w 237562"/>
                  <a:gd name="connsiteY10" fmla="*/ 293942 h 293941"/>
                  <a:gd name="connsiteX11" fmla="*/ 229313 w 237562"/>
                  <a:gd name="connsiteY11" fmla="*/ 293942 h 293941"/>
                  <a:gd name="connsiteX12" fmla="*/ 168257 w 237562"/>
                  <a:gd name="connsiteY12" fmla="*/ 133731 h 293941"/>
                  <a:gd name="connsiteX13" fmla="*/ 104821 w 237562"/>
                  <a:gd name="connsiteY13" fmla="*/ 30671 h 293941"/>
                  <a:gd name="connsiteX14" fmla="*/ 133586 w 237562"/>
                  <a:gd name="connsiteY14" fmla="*/ 30861 h 293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37562" h="293941">
                    <a:moveTo>
                      <a:pt x="133586" y="30956"/>
                    </a:moveTo>
                    <a:cubicBezTo>
                      <a:pt x="196832" y="30956"/>
                      <a:pt x="201976" y="95250"/>
                      <a:pt x="201976" y="95250"/>
                    </a:cubicBezTo>
                    <a:lnTo>
                      <a:pt x="232265" y="95250"/>
                    </a:lnTo>
                    <a:lnTo>
                      <a:pt x="232265" y="0"/>
                    </a:lnTo>
                    <a:lnTo>
                      <a:pt x="6713" y="0"/>
                    </a:lnTo>
                    <a:cubicBezTo>
                      <a:pt x="6713" y="0"/>
                      <a:pt x="-29006" y="46768"/>
                      <a:pt x="64339" y="151733"/>
                    </a:cubicBezTo>
                    <a:cubicBezTo>
                      <a:pt x="64339" y="151733"/>
                      <a:pt x="130538" y="228981"/>
                      <a:pt x="132348" y="262795"/>
                    </a:cubicBezTo>
                    <a:lnTo>
                      <a:pt x="94248" y="262795"/>
                    </a:lnTo>
                    <a:cubicBezTo>
                      <a:pt x="39289" y="262795"/>
                      <a:pt x="33383" y="198501"/>
                      <a:pt x="33383" y="198501"/>
                    </a:cubicBezTo>
                    <a:lnTo>
                      <a:pt x="1760" y="198501"/>
                    </a:lnTo>
                    <a:lnTo>
                      <a:pt x="1760" y="293942"/>
                    </a:lnTo>
                    <a:lnTo>
                      <a:pt x="229313" y="293942"/>
                    </a:lnTo>
                    <a:cubicBezTo>
                      <a:pt x="229313" y="293942"/>
                      <a:pt x="270651" y="249365"/>
                      <a:pt x="168257" y="133731"/>
                    </a:cubicBezTo>
                    <a:cubicBezTo>
                      <a:pt x="168257" y="133731"/>
                      <a:pt x="114536" y="78581"/>
                      <a:pt x="104821" y="30671"/>
                    </a:cubicBezTo>
                    <a:lnTo>
                      <a:pt x="133586" y="3086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</p:grpSp>
      </p:grpSp>
      <p:cxnSp>
        <p:nvCxnSpPr>
          <p:cNvPr id="3" name="Gerade Verbindung 22">
            <a:extLst>
              <a:ext uri="{FF2B5EF4-FFF2-40B4-BE49-F238E27FC236}">
                <a16:creationId xmlns:a16="http://schemas.microsoft.com/office/drawing/2014/main" id="{EEFC8142-CB5F-D3B5-D3EC-EF83EB062E3D}"/>
              </a:ext>
            </a:extLst>
          </p:cNvPr>
          <p:cNvCxnSpPr>
            <a:cxnSpLocks/>
          </p:cNvCxnSpPr>
          <p:nvPr userDrawn="1"/>
        </p:nvCxnSpPr>
        <p:spPr>
          <a:xfrm>
            <a:off x="518319" y="6093705"/>
            <a:ext cx="4319998" cy="0"/>
          </a:xfrm>
          <a:prstGeom prst="line">
            <a:avLst/>
          </a:prstGeom>
          <a:ln w="6350">
            <a:solidFill>
              <a:srgbClr val="DCE3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8CB96E50-A746-8353-966E-6B07B596EF22}"/>
              </a:ext>
            </a:extLst>
          </p:cNvPr>
          <p:cNvGrpSpPr/>
          <p:nvPr userDrawn="1"/>
        </p:nvGrpSpPr>
        <p:grpSpPr>
          <a:xfrm>
            <a:off x="307324" y="-697715"/>
            <a:ext cx="11367557" cy="411958"/>
            <a:chOff x="307324" y="6944501"/>
            <a:chExt cx="11367557" cy="411958"/>
          </a:xfrm>
        </p:grpSpPr>
        <p:grpSp>
          <p:nvGrpSpPr>
            <p:cNvPr id="14" name="Gruppieren 13">
              <a:extLst>
                <a:ext uri="{FF2B5EF4-FFF2-40B4-BE49-F238E27FC236}">
                  <a16:creationId xmlns:a16="http://schemas.microsoft.com/office/drawing/2014/main" id="{BC173B7E-F09D-9D65-368F-DF8C6D8D1FED}"/>
                </a:ext>
              </a:extLst>
            </p:cNvPr>
            <p:cNvGrpSpPr/>
            <p:nvPr/>
          </p:nvGrpSpPr>
          <p:grpSpPr>
            <a:xfrm rot="16200000">
              <a:off x="205653" y="7046174"/>
              <a:ext cx="411956" cy="208614"/>
              <a:chOff x="-615197" y="4303061"/>
              <a:chExt cx="411956" cy="208614"/>
            </a:xfrm>
          </p:grpSpPr>
          <p:cxnSp>
            <p:nvCxnSpPr>
              <p:cNvPr id="25" name="Gerader Verbinder 24">
                <a:extLst>
                  <a:ext uri="{FF2B5EF4-FFF2-40B4-BE49-F238E27FC236}">
                    <a16:creationId xmlns:a16="http://schemas.microsoft.com/office/drawing/2014/main" id="{7AE572A1-47F9-44C6-16F7-92400F1F75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Textfeld 26">
                <a:extLst>
                  <a:ext uri="{FF2B5EF4-FFF2-40B4-BE49-F238E27FC236}">
                    <a16:creationId xmlns:a16="http://schemas.microsoft.com/office/drawing/2014/main" id="{0BECAF86-2B4E-58BB-9446-615C5689826E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15.50</a:t>
                </a:r>
              </a:p>
            </p:txBody>
          </p:sp>
        </p:grpSp>
        <p:grpSp>
          <p:nvGrpSpPr>
            <p:cNvPr id="15" name="Gruppieren 14">
              <a:extLst>
                <a:ext uri="{FF2B5EF4-FFF2-40B4-BE49-F238E27FC236}">
                  <a16:creationId xmlns:a16="http://schemas.microsoft.com/office/drawing/2014/main" id="{EEB7661A-97A3-C4E3-24BD-2CBAB23A1AA9}"/>
                </a:ext>
              </a:extLst>
            </p:cNvPr>
            <p:cNvGrpSpPr/>
            <p:nvPr/>
          </p:nvGrpSpPr>
          <p:grpSpPr>
            <a:xfrm rot="16200000">
              <a:off x="5641253" y="7046174"/>
              <a:ext cx="411956" cy="208614"/>
              <a:chOff x="-615197" y="4303061"/>
              <a:chExt cx="411956" cy="208614"/>
            </a:xfrm>
          </p:grpSpPr>
          <p:cxnSp>
            <p:nvCxnSpPr>
              <p:cNvPr id="23" name="Gerader Verbinder 22">
                <a:extLst>
                  <a:ext uri="{FF2B5EF4-FFF2-40B4-BE49-F238E27FC236}">
                    <a16:creationId xmlns:a16="http://schemas.microsoft.com/office/drawing/2014/main" id="{48DE41D2-74C9-EA7D-368B-6201BB96A3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Textfeld 23">
                <a:extLst>
                  <a:ext uri="{FF2B5EF4-FFF2-40B4-BE49-F238E27FC236}">
                    <a16:creationId xmlns:a16="http://schemas.microsoft.com/office/drawing/2014/main" id="{901BEB0A-93BA-1092-1865-415588FBDA32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00.40</a:t>
                </a:r>
              </a:p>
            </p:txBody>
          </p:sp>
        </p:grpSp>
        <p:grpSp>
          <p:nvGrpSpPr>
            <p:cNvPr id="16" name="Gruppieren 15">
              <a:extLst>
                <a:ext uri="{FF2B5EF4-FFF2-40B4-BE49-F238E27FC236}">
                  <a16:creationId xmlns:a16="http://schemas.microsoft.com/office/drawing/2014/main" id="{DFC90A6F-6EDA-3184-8082-FC81FD4DD58D}"/>
                </a:ext>
              </a:extLst>
            </p:cNvPr>
            <p:cNvGrpSpPr/>
            <p:nvPr/>
          </p:nvGrpSpPr>
          <p:grpSpPr>
            <a:xfrm rot="5400000">
              <a:off x="6093326" y="7050196"/>
              <a:ext cx="411957" cy="200568"/>
              <a:chOff x="-615198" y="4354167"/>
              <a:chExt cx="411957" cy="200568"/>
            </a:xfrm>
          </p:grpSpPr>
          <p:cxnSp>
            <p:nvCxnSpPr>
              <p:cNvPr id="21" name="Gerader Verbinder 20">
                <a:extLst>
                  <a:ext uri="{FF2B5EF4-FFF2-40B4-BE49-F238E27FC236}">
                    <a16:creationId xmlns:a16="http://schemas.microsoft.com/office/drawing/2014/main" id="{096A8064-C6D7-4EB7-D2DF-803879B5D1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19F216B2-E17B-B669-B558-BE96E7FE81D1}"/>
                  </a:ext>
                </a:extLst>
              </p:cNvPr>
              <p:cNvSpPr txBox="1"/>
              <p:nvPr/>
            </p:nvSpPr>
            <p:spPr>
              <a:xfrm rot="10800000">
                <a:off x="-615198" y="4354167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00.40</a:t>
                </a:r>
              </a:p>
            </p:txBody>
          </p:sp>
        </p:grpSp>
        <p:cxnSp>
          <p:nvCxnSpPr>
            <p:cNvPr id="17" name="Gerader Verbinder 16">
              <a:extLst>
                <a:ext uri="{FF2B5EF4-FFF2-40B4-BE49-F238E27FC236}">
                  <a16:creationId xmlns:a16="http://schemas.microsoft.com/office/drawing/2014/main" id="{122CA334-CFB6-3DAE-39E9-450B06B4192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890022" y="7150480"/>
              <a:ext cx="411956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Gruppieren 17">
              <a:extLst>
                <a:ext uri="{FF2B5EF4-FFF2-40B4-BE49-F238E27FC236}">
                  <a16:creationId xmlns:a16="http://schemas.microsoft.com/office/drawing/2014/main" id="{2F44249D-3CF3-10DC-5FBF-D4EDC2B1F648}"/>
                </a:ext>
              </a:extLst>
            </p:cNvPr>
            <p:cNvGrpSpPr/>
            <p:nvPr/>
          </p:nvGrpSpPr>
          <p:grpSpPr>
            <a:xfrm rot="16200000">
              <a:off x="11364596" y="7046174"/>
              <a:ext cx="411956" cy="208614"/>
              <a:chOff x="-615197" y="4303061"/>
              <a:chExt cx="411956" cy="208614"/>
            </a:xfrm>
          </p:grpSpPr>
          <p:cxnSp>
            <p:nvCxnSpPr>
              <p:cNvPr id="19" name="Gerader Verbinder 18">
                <a:extLst>
                  <a:ext uri="{FF2B5EF4-FFF2-40B4-BE49-F238E27FC236}">
                    <a16:creationId xmlns:a16="http://schemas.microsoft.com/office/drawing/2014/main" id="{D3704626-B8B9-ACC9-A96F-1D422E4C79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AF4446FE-A181-F1F2-CE48-DCFB0336E512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15.50</a:t>
                </a:r>
              </a:p>
            </p:txBody>
          </p:sp>
        </p:grpSp>
      </p:grp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CEA18C9C-6F9E-9EBA-0A67-E9F5D68DA493}"/>
              </a:ext>
            </a:extLst>
          </p:cNvPr>
          <p:cNvGrpSpPr/>
          <p:nvPr userDrawn="1"/>
        </p:nvGrpSpPr>
        <p:grpSpPr>
          <a:xfrm>
            <a:off x="-697714" y="80201"/>
            <a:ext cx="411956" cy="6713707"/>
            <a:chOff x="-502267" y="80201"/>
            <a:chExt cx="411956" cy="6713707"/>
          </a:xfrm>
        </p:grpSpPr>
        <p:grpSp>
          <p:nvGrpSpPr>
            <p:cNvPr id="29" name="Gruppieren 28">
              <a:extLst>
                <a:ext uri="{FF2B5EF4-FFF2-40B4-BE49-F238E27FC236}">
                  <a16:creationId xmlns:a16="http://schemas.microsoft.com/office/drawing/2014/main" id="{D1839EA8-38FD-7C6E-5A6F-DBA2DF66855F}"/>
                </a:ext>
              </a:extLst>
            </p:cNvPr>
            <p:cNvGrpSpPr/>
            <p:nvPr/>
          </p:nvGrpSpPr>
          <p:grpSpPr>
            <a:xfrm>
              <a:off x="-502267" y="6593340"/>
              <a:ext cx="411956" cy="200568"/>
              <a:chOff x="-615197" y="4452994"/>
              <a:chExt cx="411956" cy="200568"/>
            </a:xfrm>
          </p:grpSpPr>
          <p:sp>
            <p:nvSpPr>
              <p:cNvPr id="45" name="Textfeld 44">
                <a:extLst>
                  <a:ext uri="{FF2B5EF4-FFF2-40B4-BE49-F238E27FC236}">
                    <a16:creationId xmlns:a16="http://schemas.microsoft.com/office/drawing/2014/main" id="{B17E0472-0B18-D8C6-6B99-97C13A1271C6}"/>
                  </a:ext>
                </a:extLst>
              </p:cNvPr>
              <p:cNvSpPr txBox="1"/>
              <p:nvPr/>
            </p:nvSpPr>
            <p:spPr>
              <a:xfrm>
                <a:off x="-615197" y="4452994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08.92</a:t>
                </a:r>
              </a:p>
            </p:txBody>
          </p:sp>
          <p:cxnSp>
            <p:nvCxnSpPr>
              <p:cNvPr id="64" name="Gerader Verbinder 63">
                <a:extLst>
                  <a:ext uri="{FF2B5EF4-FFF2-40B4-BE49-F238E27FC236}">
                    <a16:creationId xmlns:a16="http://schemas.microsoft.com/office/drawing/2014/main" id="{0D5B94DF-B723-697E-729D-5DE98EF78A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497389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" name="Gruppieren 29">
              <a:extLst>
                <a:ext uri="{FF2B5EF4-FFF2-40B4-BE49-F238E27FC236}">
                  <a16:creationId xmlns:a16="http://schemas.microsoft.com/office/drawing/2014/main" id="{C89F2039-0AEA-464F-4F4C-673BEC81DA24}"/>
                </a:ext>
              </a:extLst>
            </p:cNvPr>
            <p:cNvGrpSpPr/>
            <p:nvPr/>
          </p:nvGrpSpPr>
          <p:grpSpPr>
            <a:xfrm>
              <a:off x="-502267" y="5876163"/>
              <a:ext cx="411956" cy="216662"/>
              <a:chOff x="-615197" y="4295013"/>
              <a:chExt cx="411956" cy="216662"/>
            </a:xfrm>
          </p:grpSpPr>
          <p:cxnSp>
            <p:nvCxnSpPr>
              <p:cNvPr id="43" name="Gerader Verbinder 42">
                <a:extLst>
                  <a:ext uri="{FF2B5EF4-FFF2-40B4-BE49-F238E27FC236}">
                    <a16:creationId xmlns:a16="http://schemas.microsoft.com/office/drawing/2014/main" id="{21A181B9-BD1B-137A-0ECE-8B951D97AF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Textfeld 43">
                <a:extLst>
                  <a:ext uri="{FF2B5EF4-FFF2-40B4-BE49-F238E27FC236}">
                    <a16:creationId xmlns:a16="http://schemas.microsoft.com/office/drawing/2014/main" id="{93B9663D-E910-64D6-6763-6F8FAFE8D96F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07.40</a:t>
                </a:r>
              </a:p>
            </p:txBody>
          </p:sp>
        </p:grpSp>
        <p:grpSp>
          <p:nvGrpSpPr>
            <p:cNvPr id="31" name="Gruppieren 30">
              <a:extLst>
                <a:ext uri="{FF2B5EF4-FFF2-40B4-BE49-F238E27FC236}">
                  <a16:creationId xmlns:a16="http://schemas.microsoft.com/office/drawing/2014/main" id="{ADAE598F-BD57-90E1-B5CD-518900918FEF}"/>
                </a:ext>
              </a:extLst>
            </p:cNvPr>
            <p:cNvGrpSpPr/>
            <p:nvPr/>
          </p:nvGrpSpPr>
          <p:grpSpPr>
            <a:xfrm>
              <a:off x="-502267" y="3212338"/>
              <a:ext cx="411956" cy="216662"/>
              <a:chOff x="-615197" y="4295013"/>
              <a:chExt cx="411956" cy="216662"/>
            </a:xfrm>
          </p:grpSpPr>
          <p:cxnSp>
            <p:nvCxnSpPr>
              <p:cNvPr id="41" name="Gerader Verbinder 40">
                <a:extLst>
                  <a:ext uri="{FF2B5EF4-FFF2-40B4-BE49-F238E27FC236}">
                    <a16:creationId xmlns:a16="http://schemas.microsoft.com/office/drawing/2014/main" id="{110E21ED-55B6-F18F-22FC-45A27AAF519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Textfeld 41">
                <a:extLst>
                  <a:ext uri="{FF2B5EF4-FFF2-40B4-BE49-F238E27FC236}">
                    <a16:creationId xmlns:a16="http://schemas.microsoft.com/office/drawing/2014/main" id="{F629C42D-DC5D-430B-4E13-95C29F56352D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00.00</a:t>
                </a:r>
              </a:p>
            </p:txBody>
          </p:sp>
        </p:grpSp>
        <p:grpSp>
          <p:nvGrpSpPr>
            <p:cNvPr id="32" name="Gruppieren 31">
              <a:extLst>
                <a:ext uri="{FF2B5EF4-FFF2-40B4-BE49-F238E27FC236}">
                  <a16:creationId xmlns:a16="http://schemas.microsoft.com/office/drawing/2014/main" id="{271CEDD9-9C75-BE2A-3AB8-0B09096C2317}"/>
                </a:ext>
              </a:extLst>
            </p:cNvPr>
            <p:cNvGrpSpPr/>
            <p:nvPr/>
          </p:nvGrpSpPr>
          <p:grpSpPr>
            <a:xfrm>
              <a:off x="-502267" y="835851"/>
              <a:ext cx="411956" cy="216662"/>
              <a:chOff x="-615197" y="4295013"/>
              <a:chExt cx="411956" cy="216662"/>
            </a:xfrm>
          </p:grpSpPr>
          <p:cxnSp>
            <p:nvCxnSpPr>
              <p:cNvPr id="39" name="Gerader Verbinder 38">
                <a:extLst>
                  <a:ext uri="{FF2B5EF4-FFF2-40B4-BE49-F238E27FC236}">
                    <a16:creationId xmlns:a16="http://schemas.microsoft.com/office/drawing/2014/main" id="{3DBAF23D-9C75-4CDB-0698-B3CB165AF7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B54E3AA2-0689-BF13-9376-14F7D846C0DA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06.60</a:t>
                </a:r>
              </a:p>
            </p:txBody>
          </p:sp>
        </p:grpSp>
        <p:grpSp>
          <p:nvGrpSpPr>
            <p:cNvPr id="33" name="Gruppieren 32">
              <a:extLst>
                <a:ext uri="{FF2B5EF4-FFF2-40B4-BE49-F238E27FC236}">
                  <a16:creationId xmlns:a16="http://schemas.microsoft.com/office/drawing/2014/main" id="{DAFEBBF6-2944-E819-9FA1-B75CA8C31C6C}"/>
                </a:ext>
              </a:extLst>
            </p:cNvPr>
            <p:cNvGrpSpPr/>
            <p:nvPr/>
          </p:nvGrpSpPr>
          <p:grpSpPr>
            <a:xfrm>
              <a:off x="-502267" y="1412113"/>
              <a:ext cx="411956" cy="216662"/>
              <a:chOff x="-615197" y="4295013"/>
              <a:chExt cx="411956" cy="216662"/>
            </a:xfrm>
          </p:grpSpPr>
          <p:cxnSp>
            <p:nvCxnSpPr>
              <p:cNvPr id="37" name="Gerader Verbinder 36">
                <a:extLst>
                  <a:ext uri="{FF2B5EF4-FFF2-40B4-BE49-F238E27FC236}">
                    <a16:creationId xmlns:a16="http://schemas.microsoft.com/office/drawing/2014/main" id="{155727DC-BB57-3B38-D969-0090D7D192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Textfeld 37">
                <a:extLst>
                  <a:ext uri="{FF2B5EF4-FFF2-40B4-BE49-F238E27FC236}">
                    <a16:creationId xmlns:a16="http://schemas.microsoft.com/office/drawing/2014/main" id="{95B50BE7-E9BE-25DF-133D-E8C3A5542F69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05.00</a:t>
                </a:r>
              </a:p>
            </p:txBody>
          </p:sp>
        </p:grpSp>
        <p:grpSp>
          <p:nvGrpSpPr>
            <p:cNvPr id="34" name="Gruppieren 33">
              <a:extLst>
                <a:ext uri="{FF2B5EF4-FFF2-40B4-BE49-F238E27FC236}">
                  <a16:creationId xmlns:a16="http://schemas.microsoft.com/office/drawing/2014/main" id="{CDB8DF1A-C825-7ADE-438A-D52A4B8E332D}"/>
                </a:ext>
              </a:extLst>
            </p:cNvPr>
            <p:cNvGrpSpPr/>
            <p:nvPr/>
          </p:nvGrpSpPr>
          <p:grpSpPr>
            <a:xfrm>
              <a:off x="-502267" y="80201"/>
              <a:ext cx="411956" cy="216662"/>
              <a:chOff x="-615197" y="4258501"/>
              <a:chExt cx="411956" cy="216662"/>
            </a:xfrm>
          </p:grpSpPr>
          <p:cxnSp>
            <p:nvCxnSpPr>
              <p:cNvPr id="35" name="Gerader Verbinder 34">
                <a:extLst>
                  <a:ext uri="{FF2B5EF4-FFF2-40B4-BE49-F238E27FC236}">
                    <a16:creationId xmlns:a16="http://schemas.microsoft.com/office/drawing/2014/main" id="{2F04F1DD-D9E3-FA48-C198-ED64B6BDFB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475163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feld 35">
                <a:extLst>
                  <a:ext uri="{FF2B5EF4-FFF2-40B4-BE49-F238E27FC236}">
                    <a16:creationId xmlns:a16="http://schemas.microsoft.com/office/drawing/2014/main" id="{1E04D020-30A5-27A2-E538-C5681EEA2EF9}"/>
                  </a:ext>
                </a:extLst>
              </p:cNvPr>
              <p:cNvSpPr txBox="1"/>
              <p:nvPr/>
            </p:nvSpPr>
            <p:spPr>
              <a:xfrm>
                <a:off x="-615197" y="425850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08.70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8238719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演示文稿封面 | 对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92DD91-EAE8-4850-A1F1-29F8A7A57D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319" y="2213089"/>
            <a:ext cx="11157744" cy="738664"/>
          </a:xfrm>
        </p:spPr>
        <p:txBody>
          <a:bodyPr anchor="b" anchorCtr="0"/>
          <a:lstStyle>
            <a:lvl1pPr>
              <a:defRPr sz="4800" b="1"/>
            </a:lvl1pPr>
          </a:lstStyle>
          <a:p>
            <a:r>
              <a:rPr lang="zh-CN" altLang="en-US" dirty="0"/>
              <a:t>编辑主封面格式</a:t>
            </a:r>
            <a:endParaRPr lang="de-DE" dirty="0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1810713E-3804-4787-B0E9-28105C2748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09725" y="4965080"/>
            <a:ext cx="3228592" cy="184666"/>
          </a:xfrm>
        </p:spPr>
        <p:txBody>
          <a:bodyPr wrap="square">
            <a:spAutoFit/>
          </a:bodyPr>
          <a:lstStyle>
            <a:lvl1pPr>
              <a:defRPr sz="12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ja-JP" altLang="en-US" dirty="0"/>
              <a:t>目标人群</a:t>
            </a:r>
          </a:p>
        </p:txBody>
      </p:sp>
      <p:sp>
        <p:nvSpPr>
          <p:cNvPr id="18" name="Textplatzhalter 14">
            <a:extLst>
              <a:ext uri="{FF2B5EF4-FFF2-40B4-BE49-F238E27FC236}">
                <a16:creationId xmlns:a16="http://schemas.microsoft.com/office/drawing/2014/main" id="{5E062E4E-FEC5-4007-94FA-E26B3F377E4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09725" y="5141291"/>
            <a:ext cx="3228592" cy="697105"/>
          </a:xfrm>
        </p:spPr>
        <p:txBody>
          <a:bodyPr wrap="square">
            <a:noAutofit/>
          </a:bodyPr>
          <a:lstStyle>
            <a:lvl1pPr>
              <a:defRPr sz="12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ja-JP" altLang="en-US" dirty="0"/>
              <a:t>目的</a:t>
            </a:r>
          </a:p>
        </p:txBody>
      </p:sp>
      <p:sp>
        <p:nvSpPr>
          <p:cNvPr id="19" name="Textplatzhalter 14">
            <a:extLst>
              <a:ext uri="{FF2B5EF4-FFF2-40B4-BE49-F238E27FC236}">
                <a16:creationId xmlns:a16="http://schemas.microsoft.com/office/drawing/2014/main" id="{B988E013-D7EA-4250-95FD-1943849D45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96107" y="4965080"/>
            <a:ext cx="4319999" cy="184666"/>
          </a:xfrm>
        </p:spPr>
        <p:txBody>
          <a:bodyPr>
            <a:spAutoFit/>
          </a:bodyPr>
          <a:lstStyle>
            <a:lvl1pPr>
              <a:defRPr sz="12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ja-JP" altLang="en-US" dirty="0"/>
              <a:t>作者</a:t>
            </a:r>
            <a:endParaRPr lang="de-DE" dirty="0"/>
          </a:p>
        </p:txBody>
      </p:sp>
      <p:sp>
        <p:nvSpPr>
          <p:cNvPr id="20" name="Textplatzhalter 14">
            <a:extLst>
              <a:ext uri="{FF2B5EF4-FFF2-40B4-BE49-F238E27FC236}">
                <a16:creationId xmlns:a16="http://schemas.microsoft.com/office/drawing/2014/main" id="{FCFD2F7D-2405-47CC-ADE1-89F4F050B1B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96107" y="5141292"/>
            <a:ext cx="4319999" cy="184666"/>
          </a:xfrm>
        </p:spPr>
        <p:txBody>
          <a:bodyPr>
            <a:spAutoFit/>
          </a:bodyPr>
          <a:lstStyle>
            <a:lvl1pPr>
              <a:defRPr sz="12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ja-JP" altLang="en-US" dirty="0"/>
              <a:t>部门</a:t>
            </a:r>
            <a:endParaRPr lang="de-DE" dirty="0"/>
          </a:p>
        </p:txBody>
      </p:sp>
      <p:sp>
        <p:nvSpPr>
          <p:cNvPr id="26" name="Textplatzhalter 8">
            <a:extLst>
              <a:ext uri="{FF2B5EF4-FFF2-40B4-BE49-F238E27FC236}">
                <a16:creationId xmlns:a16="http://schemas.microsoft.com/office/drawing/2014/main" id="{F52AEE9E-B08F-4C0A-BEEE-04C7FFB48E7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19" y="2872085"/>
            <a:ext cx="11157744" cy="738664"/>
          </a:xfrm>
        </p:spPr>
        <p:txBody>
          <a:bodyPr wrap="square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4800">
                <a:latin typeface="Microsoft YaHei" panose="020B0503020204020204" pitchFamily="34" charset="-122"/>
                <a:cs typeface="ZEISS Frutiger Next W1G Lt"/>
              </a:defRPr>
            </a:lvl1pPr>
          </a:lstStyle>
          <a:p>
            <a:pPr lvl="0"/>
            <a:r>
              <a:rPr lang="zh-CN" altLang="en-US" dirty="0"/>
              <a:t>编辑主文本格式</a:t>
            </a:r>
          </a:p>
        </p:txBody>
      </p:sp>
      <p:cxnSp>
        <p:nvCxnSpPr>
          <p:cNvPr id="55" name="Gerade Verbindung 22">
            <a:extLst>
              <a:ext uri="{FF2B5EF4-FFF2-40B4-BE49-F238E27FC236}">
                <a16:creationId xmlns:a16="http://schemas.microsoft.com/office/drawing/2014/main" id="{0FD81930-1AB6-453C-8CF7-2246B3482FB4}"/>
              </a:ext>
            </a:extLst>
          </p:cNvPr>
          <p:cNvCxnSpPr>
            <a:cxnSpLocks/>
          </p:cNvCxnSpPr>
          <p:nvPr/>
        </p:nvCxnSpPr>
        <p:spPr>
          <a:xfrm>
            <a:off x="5096108" y="4889103"/>
            <a:ext cx="4319998" cy="0"/>
          </a:xfrm>
          <a:prstGeom prst="line">
            <a:avLst/>
          </a:prstGeom>
          <a:ln w="6350">
            <a:solidFill>
              <a:srgbClr val="DCE3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rade Verbindung 22">
            <a:extLst>
              <a:ext uri="{FF2B5EF4-FFF2-40B4-BE49-F238E27FC236}">
                <a16:creationId xmlns:a16="http://schemas.microsoft.com/office/drawing/2014/main" id="{F4D114BB-7210-400E-8A65-8B658E626712}"/>
              </a:ext>
            </a:extLst>
          </p:cNvPr>
          <p:cNvCxnSpPr>
            <a:cxnSpLocks/>
          </p:cNvCxnSpPr>
          <p:nvPr/>
        </p:nvCxnSpPr>
        <p:spPr>
          <a:xfrm>
            <a:off x="5096107" y="5577761"/>
            <a:ext cx="4319998" cy="0"/>
          </a:xfrm>
          <a:prstGeom prst="line">
            <a:avLst/>
          </a:prstGeom>
          <a:ln w="6350">
            <a:solidFill>
              <a:srgbClr val="DCE3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Gerade Verbindung 22">
            <a:extLst>
              <a:ext uri="{FF2B5EF4-FFF2-40B4-BE49-F238E27FC236}">
                <a16:creationId xmlns:a16="http://schemas.microsoft.com/office/drawing/2014/main" id="{71C425F1-6606-4095-917F-0A5EABB8E022}"/>
              </a:ext>
            </a:extLst>
          </p:cNvPr>
          <p:cNvCxnSpPr>
            <a:cxnSpLocks/>
          </p:cNvCxnSpPr>
          <p:nvPr/>
        </p:nvCxnSpPr>
        <p:spPr>
          <a:xfrm>
            <a:off x="5096107" y="6093705"/>
            <a:ext cx="4319998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Gerade Verbindung 22">
            <a:extLst>
              <a:ext uri="{FF2B5EF4-FFF2-40B4-BE49-F238E27FC236}">
                <a16:creationId xmlns:a16="http://schemas.microsoft.com/office/drawing/2014/main" id="{929C78D0-9AC5-4AD0-BA80-D1DBD8376211}"/>
              </a:ext>
            </a:extLst>
          </p:cNvPr>
          <p:cNvCxnSpPr>
            <a:cxnSpLocks/>
          </p:cNvCxnSpPr>
          <p:nvPr/>
        </p:nvCxnSpPr>
        <p:spPr>
          <a:xfrm>
            <a:off x="5096107" y="6093705"/>
            <a:ext cx="4319998" cy="0"/>
          </a:xfrm>
          <a:prstGeom prst="line">
            <a:avLst/>
          </a:prstGeom>
          <a:ln w="6350">
            <a:solidFill>
              <a:srgbClr val="DCE3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22">
            <a:extLst>
              <a:ext uri="{FF2B5EF4-FFF2-40B4-BE49-F238E27FC236}">
                <a16:creationId xmlns:a16="http://schemas.microsoft.com/office/drawing/2014/main" id="{B7AC5EDF-D9FB-40CE-BD44-B44AB9AF273D}"/>
              </a:ext>
            </a:extLst>
          </p:cNvPr>
          <p:cNvCxnSpPr>
            <a:cxnSpLocks/>
          </p:cNvCxnSpPr>
          <p:nvPr/>
        </p:nvCxnSpPr>
        <p:spPr>
          <a:xfrm>
            <a:off x="518318" y="4889103"/>
            <a:ext cx="4319998" cy="0"/>
          </a:xfrm>
          <a:prstGeom prst="line">
            <a:avLst/>
          </a:prstGeom>
          <a:ln w="6350">
            <a:solidFill>
              <a:srgbClr val="DCE3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feld 2">
            <a:extLst>
              <a:ext uri="{FF2B5EF4-FFF2-40B4-BE49-F238E27FC236}">
                <a16:creationId xmlns:a16="http://schemas.microsoft.com/office/drawing/2014/main" id="{6B3858EA-1E2B-40BB-88B6-70384BC3466D}"/>
              </a:ext>
            </a:extLst>
          </p:cNvPr>
          <p:cNvSpPr txBox="1"/>
          <p:nvPr/>
        </p:nvSpPr>
        <p:spPr>
          <a:xfrm>
            <a:off x="518317" y="4965080"/>
            <a:ext cx="105330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None/>
              <a:tabLst/>
            </a:pPr>
            <a:r>
              <a:rPr kumimoji="0" lang="ja-JP" altLang="en-US" sz="1200" b="1" i="0" u="none" strike="noStrike" kern="120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+mn-ea"/>
                <a:cs typeface="+mn-cs"/>
              </a:rPr>
              <a:t>目标人群</a:t>
            </a:r>
          </a:p>
        </p:txBody>
      </p:sp>
      <p:sp>
        <p:nvSpPr>
          <p:cNvPr id="54" name="Textfeld 53">
            <a:extLst>
              <a:ext uri="{FF2B5EF4-FFF2-40B4-BE49-F238E27FC236}">
                <a16:creationId xmlns:a16="http://schemas.microsoft.com/office/drawing/2014/main" id="{53F235B6-8F15-44AD-A35D-04C9940BCC70}"/>
              </a:ext>
            </a:extLst>
          </p:cNvPr>
          <p:cNvSpPr txBox="1"/>
          <p:nvPr/>
        </p:nvSpPr>
        <p:spPr>
          <a:xfrm>
            <a:off x="518318" y="5141291"/>
            <a:ext cx="89916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None/>
              <a:tabLst/>
            </a:pPr>
            <a:r>
              <a:rPr kumimoji="0" lang="ja-JP" altLang="en-US" sz="1200" b="0" i="0" u="none" strike="noStrike" kern="120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+mn-ea"/>
                <a:cs typeface="+mn-cs"/>
              </a:rPr>
              <a:t>目的</a:t>
            </a:r>
          </a:p>
        </p:txBody>
      </p:sp>
      <p:sp>
        <p:nvSpPr>
          <p:cNvPr id="56" name="Datumsplatzhalter 5">
            <a:extLst>
              <a:ext uri="{FF2B5EF4-FFF2-40B4-BE49-F238E27FC236}">
                <a16:creationId xmlns:a16="http://schemas.microsoft.com/office/drawing/2014/main" id="{5616BC6E-DAB0-464E-B707-B6665D7717E6}"/>
              </a:ext>
            </a:extLst>
          </p:cNvPr>
          <p:cNvSpPr>
            <a:spLocks noGrp="1"/>
          </p:cNvSpPr>
          <p:nvPr>
            <p:ph type="dt" sz="half" idx="23"/>
          </p:nvPr>
        </p:nvSpPr>
        <p:spPr>
          <a:xfrm>
            <a:off x="5096107" y="5651841"/>
            <a:ext cx="1123706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>
              <a:defRPr sz="1200" b="1"/>
            </a:lvl1pPr>
          </a:lstStyle>
          <a:p>
            <a:fld id="{F9842F6A-EC85-4D61-90D6-7E2931C1153B}" type="datetime4">
              <a:rPr lang="de-DE" smtClean="0"/>
              <a:t>19. November 2025</a:t>
            </a:fld>
            <a:endParaRPr lang="de-DE" dirty="0"/>
          </a:p>
        </p:txBody>
      </p:sp>
      <p:grpSp>
        <p:nvGrpSpPr>
          <p:cNvPr id="51" name="Gruppieren 50">
            <a:extLst>
              <a:ext uri="{FF2B5EF4-FFF2-40B4-BE49-F238E27FC236}">
                <a16:creationId xmlns:a16="http://schemas.microsoft.com/office/drawing/2014/main" id="{77D28079-F9DD-4CEF-A949-53F7D986CE6C}"/>
              </a:ext>
            </a:extLst>
          </p:cNvPr>
          <p:cNvGrpSpPr/>
          <p:nvPr/>
        </p:nvGrpSpPr>
        <p:grpSpPr>
          <a:xfrm>
            <a:off x="307324" y="-697715"/>
            <a:ext cx="11367557" cy="411958"/>
            <a:chOff x="307324" y="6944501"/>
            <a:chExt cx="11367557" cy="411958"/>
          </a:xfrm>
        </p:grpSpPr>
        <p:grpSp>
          <p:nvGrpSpPr>
            <p:cNvPr id="52" name="Gruppieren 51">
              <a:extLst>
                <a:ext uri="{FF2B5EF4-FFF2-40B4-BE49-F238E27FC236}">
                  <a16:creationId xmlns:a16="http://schemas.microsoft.com/office/drawing/2014/main" id="{4F0832CD-E2A7-4F9B-89D2-423E63EBDEBA}"/>
                </a:ext>
              </a:extLst>
            </p:cNvPr>
            <p:cNvGrpSpPr/>
            <p:nvPr/>
          </p:nvGrpSpPr>
          <p:grpSpPr>
            <a:xfrm rot="16200000">
              <a:off x="205653" y="7046174"/>
              <a:ext cx="411956" cy="208614"/>
              <a:chOff x="-615197" y="4303061"/>
              <a:chExt cx="411956" cy="208614"/>
            </a:xfrm>
          </p:grpSpPr>
          <p:cxnSp>
            <p:nvCxnSpPr>
              <p:cNvPr id="69" name="Gerader Verbinder 68">
                <a:extLst>
                  <a:ext uri="{FF2B5EF4-FFF2-40B4-BE49-F238E27FC236}">
                    <a16:creationId xmlns:a16="http://schemas.microsoft.com/office/drawing/2014/main" id="{C1617E6A-A4B6-40DA-A877-6683A9AAF8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Textfeld 71">
                <a:extLst>
                  <a:ext uri="{FF2B5EF4-FFF2-40B4-BE49-F238E27FC236}">
                    <a16:creationId xmlns:a16="http://schemas.microsoft.com/office/drawing/2014/main" id="{119E83A3-C26C-41DA-B066-7E7DDB04EE6B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15.50</a:t>
                </a:r>
              </a:p>
            </p:txBody>
          </p:sp>
        </p:grpSp>
        <p:grpSp>
          <p:nvGrpSpPr>
            <p:cNvPr id="58" name="Gruppieren 57">
              <a:extLst>
                <a:ext uri="{FF2B5EF4-FFF2-40B4-BE49-F238E27FC236}">
                  <a16:creationId xmlns:a16="http://schemas.microsoft.com/office/drawing/2014/main" id="{B5BE1C8E-67BE-4EB3-A37C-4F5C4897AD53}"/>
                </a:ext>
              </a:extLst>
            </p:cNvPr>
            <p:cNvGrpSpPr/>
            <p:nvPr/>
          </p:nvGrpSpPr>
          <p:grpSpPr>
            <a:xfrm rot="16200000">
              <a:off x="5641253" y="7046174"/>
              <a:ext cx="411956" cy="208614"/>
              <a:chOff x="-615197" y="4303061"/>
              <a:chExt cx="411956" cy="208614"/>
            </a:xfrm>
          </p:grpSpPr>
          <p:cxnSp>
            <p:nvCxnSpPr>
              <p:cNvPr id="67" name="Gerader Verbinder 66">
                <a:extLst>
                  <a:ext uri="{FF2B5EF4-FFF2-40B4-BE49-F238E27FC236}">
                    <a16:creationId xmlns:a16="http://schemas.microsoft.com/office/drawing/2014/main" id="{85865DE0-D639-4073-A128-9DDAD787E7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8" name="Textfeld 67">
                <a:extLst>
                  <a:ext uri="{FF2B5EF4-FFF2-40B4-BE49-F238E27FC236}">
                    <a16:creationId xmlns:a16="http://schemas.microsoft.com/office/drawing/2014/main" id="{2D5BC1C8-7EF1-4240-A00F-E7EF2DD9914F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00.40</a:t>
                </a:r>
              </a:p>
            </p:txBody>
          </p:sp>
        </p:grpSp>
        <p:grpSp>
          <p:nvGrpSpPr>
            <p:cNvPr id="59" name="Gruppieren 58">
              <a:extLst>
                <a:ext uri="{FF2B5EF4-FFF2-40B4-BE49-F238E27FC236}">
                  <a16:creationId xmlns:a16="http://schemas.microsoft.com/office/drawing/2014/main" id="{DDEAAA88-4135-4A3A-BEE6-15B452C59887}"/>
                </a:ext>
              </a:extLst>
            </p:cNvPr>
            <p:cNvGrpSpPr/>
            <p:nvPr/>
          </p:nvGrpSpPr>
          <p:grpSpPr>
            <a:xfrm rot="5400000">
              <a:off x="6093326" y="7050196"/>
              <a:ext cx="411957" cy="200568"/>
              <a:chOff x="-615198" y="4354167"/>
              <a:chExt cx="411957" cy="200568"/>
            </a:xfrm>
          </p:grpSpPr>
          <p:cxnSp>
            <p:nvCxnSpPr>
              <p:cNvPr id="65" name="Gerader Verbinder 64">
                <a:extLst>
                  <a:ext uri="{FF2B5EF4-FFF2-40B4-BE49-F238E27FC236}">
                    <a16:creationId xmlns:a16="http://schemas.microsoft.com/office/drawing/2014/main" id="{D00A1BC6-6BF4-43EE-A7B7-76A7C23290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6" name="Textfeld 65">
                <a:extLst>
                  <a:ext uri="{FF2B5EF4-FFF2-40B4-BE49-F238E27FC236}">
                    <a16:creationId xmlns:a16="http://schemas.microsoft.com/office/drawing/2014/main" id="{2585F25D-1F8C-4E18-9BB5-F5F555492FBD}"/>
                  </a:ext>
                </a:extLst>
              </p:cNvPr>
              <p:cNvSpPr txBox="1"/>
              <p:nvPr/>
            </p:nvSpPr>
            <p:spPr>
              <a:xfrm rot="10800000">
                <a:off x="-615198" y="4354167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00.40</a:t>
                </a:r>
              </a:p>
            </p:txBody>
          </p:sp>
        </p:grpSp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0B398D3E-E6A7-471D-839F-6735CA0FD00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890022" y="7150480"/>
              <a:ext cx="411956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2" name="Gruppieren 61">
              <a:extLst>
                <a:ext uri="{FF2B5EF4-FFF2-40B4-BE49-F238E27FC236}">
                  <a16:creationId xmlns:a16="http://schemas.microsoft.com/office/drawing/2014/main" id="{397B0314-DB7F-4FA4-953F-2B2B7D3999ED}"/>
                </a:ext>
              </a:extLst>
            </p:cNvPr>
            <p:cNvGrpSpPr/>
            <p:nvPr/>
          </p:nvGrpSpPr>
          <p:grpSpPr>
            <a:xfrm rot="16200000">
              <a:off x="11364596" y="7046174"/>
              <a:ext cx="411956" cy="208614"/>
              <a:chOff x="-615197" y="4303061"/>
              <a:chExt cx="411956" cy="208614"/>
            </a:xfrm>
          </p:grpSpPr>
          <p:cxnSp>
            <p:nvCxnSpPr>
              <p:cNvPr id="63" name="Gerader Verbinder 62">
                <a:extLst>
                  <a:ext uri="{FF2B5EF4-FFF2-40B4-BE49-F238E27FC236}">
                    <a16:creationId xmlns:a16="http://schemas.microsoft.com/office/drawing/2014/main" id="{2B944309-F83D-408A-B365-C12FE76915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" name="Textfeld 63">
                <a:extLst>
                  <a:ext uri="{FF2B5EF4-FFF2-40B4-BE49-F238E27FC236}">
                    <a16:creationId xmlns:a16="http://schemas.microsoft.com/office/drawing/2014/main" id="{B73F3C0B-12D1-4C8B-BA9C-AC4A91400381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15.50</a:t>
                </a:r>
              </a:p>
            </p:txBody>
          </p:sp>
        </p:grpSp>
      </p:grpSp>
      <p:grpSp>
        <p:nvGrpSpPr>
          <p:cNvPr id="89" name="Gruppieren 88">
            <a:extLst>
              <a:ext uri="{FF2B5EF4-FFF2-40B4-BE49-F238E27FC236}">
                <a16:creationId xmlns:a16="http://schemas.microsoft.com/office/drawing/2014/main" id="{7F216347-3A35-4FDA-9F5D-576BCFBB9BDD}"/>
              </a:ext>
            </a:extLst>
          </p:cNvPr>
          <p:cNvGrpSpPr/>
          <p:nvPr/>
        </p:nvGrpSpPr>
        <p:grpSpPr>
          <a:xfrm>
            <a:off x="-697714" y="80201"/>
            <a:ext cx="411956" cy="6713707"/>
            <a:chOff x="-502267" y="80201"/>
            <a:chExt cx="411956" cy="6713707"/>
          </a:xfrm>
        </p:grpSpPr>
        <p:grpSp>
          <p:nvGrpSpPr>
            <p:cNvPr id="106" name="Gruppieren 105">
              <a:extLst>
                <a:ext uri="{FF2B5EF4-FFF2-40B4-BE49-F238E27FC236}">
                  <a16:creationId xmlns:a16="http://schemas.microsoft.com/office/drawing/2014/main" id="{04DEB98C-CE47-4A9F-B109-8932C6775037}"/>
                </a:ext>
              </a:extLst>
            </p:cNvPr>
            <p:cNvGrpSpPr/>
            <p:nvPr/>
          </p:nvGrpSpPr>
          <p:grpSpPr>
            <a:xfrm>
              <a:off x="-502267" y="6593340"/>
              <a:ext cx="411956" cy="200568"/>
              <a:chOff x="-615197" y="4452994"/>
              <a:chExt cx="411956" cy="200568"/>
            </a:xfrm>
          </p:grpSpPr>
          <p:sp>
            <p:nvSpPr>
              <p:cNvPr id="122" name="Textfeld 121">
                <a:extLst>
                  <a:ext uri="{FF2B5EF4-FFF2-40B4-BE49-F238E27FC236}">
                    <a16:creationId xmlns:a16="http://schemas.microsoft.com/office/drawing/2014/main" id="{E0850ECF-2C89-406C-9F31-F8EC4CF1241E}"/>
                  </a:ext>
                </a:extLst>
              </p:cNvPr>
              <p:cNvSpPr txBox="1"/>
              <p:nvPr/>
            </p:nvSpPr>
            <p:spPr>
              <a:xfrm>
                <a:off x="-615197" y="4452994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08.92</a:t>
                </a:r>
              </a:p>
            </p:txBody>
          </p:sp>
          <p:cxnSp>
            <p:nvCxnSpPr>
              <p:cNvPr id="123" name="Gerader Verbinder 122">
                <a:extLst>
                  <a:ext uri="{FF2B5EF4-FFF2-40B4-BE49-F238E27FC236}">
                    <a16:creationId xmlns:a16="http://schemas.microsoft.com/office/drawing/2014/main" id="{401B93FB-72E0-4C86-89C4-750C5920A6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497389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7" name="Gruppieren 106">
              <a:extLst>
                <a:ext uri="{FF2B5EF4-FFF2-40B4-BE49-F238E27FC236}">
                  <a16:creationId xmlns:a16="http://schemas.microsoft.com/office/drawing/2014/main" id="{8D8BEF89-EE17-426D-95A6-83352004DA3A}"/>
                </a:ext>
              </a:extLst>
            </p:cNvPr>
            <p:cNvGrpSpPr/>
            <p:nvPr/>
          </p:nvGrpSpPr>
          <p:grpSpPr>
            <a:xfrm>
              <a:off x="-502267" y="5876163"/>
              <a:ext cx="411956" cy="216662"/>
              <a:chOff x="-615197" y="4295013"/>
              <a:chExt cx="411956" cy="216662"/>
            </a:xfrm>
          </p:grpSpPr>
          <p:cxnSp>
            <p:nvCxnSpPr>
              <p:cNvPr id="120" name="Gerader Verbinder 119">
                <a:extLst>
                  <a:ext uri="{FF2B5EF4-FFF2-40B4-BE49-F238E27FC236}">
                    <a16:creationId xmlns:a16="http://schemas.microsoft.com/office/drawing/2014/main" id="{3C63C87B-D62E-49DD-ACF5-FC88F357BFF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1" name="Textfeld 120">
                <a:extLst>
                  <a:ext uri="{FF2B5EF4-FFF2-40B4-BE49-F238E27FC236}">
                    <a16:creationId xmlns:a16="http://schemas.microsoft.com/office/drawing/2014/main" id="{D7866306-51B9-49E9-8CA8-29BB88B7E130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07.40</a:t>
                </a:r>
              </a:p>
            </p:txBody>
          </p:sp>
        </p:grpSp>
        <p:grpSp>
          <p:nvGrpSpPr>
            <p:cNvPr id="108" name="Gruppieren 107">
              <a:extLst>
                <a:ext uri="{FF2B5EF4-FFF2-40B4-BE49-F238E27FC236}">
                  <a16:creationId xmlns:a16="http://schemas.microsoft.com/office/drawing/2014/main" id="{1F9935B6-C8DB-473E-80ED-5927EA081B36}"/>
                </a:ext>
              </a:extLst>
            </p:cNvPr>
            <p:cNvGrpSpPr/>
            <p:nvPr/>
          </p:nvGrpSpPr>
          <p:grpSpPr>
            <a:xfrm>
              <a:off x="-502267" y="3212338"/>
              <a:ext cx="411956" cy="216662"/>
              <a:chOff x="-615197" y="4295013"/>
              <a:chExt cx="411956" cy="216662"/>
            </a:xfrm>
          </p:grpSpPr>
          <p:cxnSp>
            <p:nvCxnSpPr>
              <p:cNvPr id="118" name="Gerader Verbinder 117">
                <a:extLst>
                  <a:ext uri="{FF2B5EF4-FFF2-40B4-BE49-F238E27FC236}">
                    <a16:creationId xmlns:a16="http://schemas.microsoft.com/office/drawing/2014/main" id="{6BABD84C-78C6-4F3B-AF47-B622FC5D76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9" name="Textfeld 118">
                <a:extLst>
                  <a:ext uri="{FF2B5EF4-FFF2-40B4-BE49-F238E27FC236}">
                    <a16:creationId xmlns:a16="http://schemas.microsoft.com/office/drawing/2014/main" id="{E80BC8A6-400E-47FD-84B6-65F95B2848FD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00.00</a:t>
                </a:r>
              </a:p>
            </p:txBody>
          </p:sp>
        </p:grpSp>
        <p:grpSp>
          <p:nvGrpSpPr>
            <p:cNvPr id="109" name="Gruppieren 108">
              <a:extLst>
                <a:ext uri="{FF2B5EF4-FFF2-40B4-BE49-F238E27FC236}">
                  <a16:creationId xmlns:a16="http://schemas.microsoft.com/office/drawing/2014/main" id="{7764163E-A4F1-480E-9844-50C129244AF9}"/>
                </a:ext>
              </a:extLst>
            </p:cNvPr>
            <p:cNvGrpSpPr/>
            <p:nvPr/>
          </p:nvGrpSpPr>
          <p:grpSpPr>
            <a:xfrm>
              <a:off x="-502267" y="835851"/>
              <a:ext cx="411956" cy="216662"/>
              <a:chOff x="-615197" y="4295013"/>
              <a:chExt cx="411956" cy="216662"/>
            </a:xfrm>
          </p:grpSpPr>
          <p:cxnSp>
            <p:nvCxnSpPr>
              <p:cNvPr id="116" name="Gerader Verbinder 115">
                <a:extLst>
                  <a:ext uri="{FF2B5EF4-FFF2-40B4-BE49-F238E27FC236}">
                    <a16:creationId xmlns:a16="http://schemas.microsoft.com/office/drawing/2014/main" id="{7A18C765-89D6-46ED-9EB3-BF9152B3E3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7" name="Textfeld 116">
                <a:extLst>
                  <a:ext uri="{FF2B5EF4-FFF2-40B4-BE49-F238E27FC236}">
                    <a16:creationId xmlns:a16="http://schemas.microsoft.com/office/drawing/2014/main" id="{977F91D2-68ED-4412-88B6-F3CDAE3E24FD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06.60</a:t>
                </a:r>
              </a:p>
            </p:txBody>
          </p:sp>
        </p:grpSp>
        <p:grpSp>
          <p:nvGrpSpPr>
            <p:cNvPr id="110" name="Gruppieren 109">
              <a:extLst>
                <a:ext uri="{FF2B5EF4-FFF2-40B4-BE49-F238E27FC236}">
                  <a16:creationId xmlns:a16="http://schemas.microsoft.com/office/drawing/2014/main" id="{6CA71D0B-3894-4DBE-896D-03EA94879BE3}"/>
                </a:ext>
              </a:extLst>
            </p:cNvPr>
            <p:cNvGrpSpPr/>
            <p:nvPr/>
          </p:nvGrpSpPr>
          <p:grpSpPr>
            <a:xfrm>
              <a:off x="-502267" y="1412113"/>
              <a:ext cx="411956" cy="216662"/>
              <a:chOff x="-615197" y="4295013"/>
              <a:chExt cx="411956" cy="216662"/>
            </a:xfrm>
          </p:grpSpPr>
          <p:cxnSp>
            <p:nvCxnSpPr>
              <p:cNvPr id="114" name="Gerader Verbinder 113">
                <a:extLst>
                  <a:ext uri="{FF2B5EF4-FFF2-40B4-BE49-F238E27FC236}">
                    <a16:creationId xmlns:a16="http://schemas.microsoft.com/office/drawing/2014/main" id="{4BC49115-27EA-44E5-973E-18618EEB1A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5" name="Textfeld 114">
                <a:extLst>
                  <a:ext uri="{FF2B5EF4-FFF2-40B4-BE49-F238E27FC236}">
                    <a16:creationId xmlns:a16="http://schemas.microsoft.com/office/drawing/2014/main" id="{76A737B4-6D67-4659-98AF-6EC2BD5BD8FD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05.00</a:t>
                </a:r>
              </a:p>
            </p:txBody>
          </p:sp>
        </p:grpSp>
        <p:grpSp>
          <p:nvGrpSpPr>
            <p:cNvPr id="111" name="Gruppieren 110">
              <a:extLst>
                <a:ext uri="{FF2B5EF4-FFF2-40B4-BE49-F238E27FC236}">
                  <a16:creationId xmlns:a16="http://schemas.microsoft.com/office/drawing/2014/main" id="{5DF523FC-F752-4717-96E1-5FEAD9E32CA4}"/>
                </a:ext>
              </a:extLst>
            </p:cNvPr>
            <p:cNvGrpSpPr/>
            <p:nvPr/>
          </p:nvGrpSpPr>
          <p:grpSpPr>
            <a:xfrm>
              <a:off x="-502267" y="80201"/>
              <a:ext cx="411956" cy="216662"/>
              <a:chOff x="-615197" y="4258501"/>
              <a:chExt cx="411956" cy="216662"/>
            </a:xfrm>
          </p:grpSpPr>
          <p:cxnSp>
            <p:nvCxnSpPr>
              <p:cNvPr id="112" name="Gerader Verbinder 111">
                <a:extLst>
                  <a:ext uri="{FF2B5EF4-FFF2-40B4-BE49-F238E27FC236}">
                    <a16:creationId xmlns:a16="http://schemas.microsoft.com/office/drawing/2014/main" id="{AF50C51F-B7C6-4217-99C8-6CF157B6EF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475163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3" name="Textfeld 112">
                <a:extLst>
                  <a:ext uri="{FF2B5EF4-FFF2-40B4-BE49-F238E27FC236}">
                    <a16:creationId xmlns:a16="http://schemas.microsoft.com/office/drawing/2014/main" id="{B91C7822-2BA6-437E-8670-727A39AB11C6}"/>
                  </a:ext>
                </a:extLst>
              </p:cNvPr>
              <p:cNvSpPr txBox="1"/>
              <p:nvPr/>
            </p:nvSpPr>
            <p:spPr>
              <a:xfrm>
                <a:off x="-615197" y="425850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08.70</a:t>
                </a:r>
              </a:p>
            </p:txBody>
          </p:sp>
        </p:grpSp>
      </p:grp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10E3255B-D180-CBEE-0F54-43D19CB21B9A}"/>
              </a:ext>
            </a:extLst>
          </p:cNvPr>
          <p:cNvGrpSpPr/>
          <p:nvPr/>
        </p:nvGrpSpPr>
        <p:grpSpPr>
          <a:xfrm>
            <a:off x="11170442" y="299244"/>
            <a:ext cx="505400" cy="505400"/>
            <a:chOff x="5423248" y="2756248"/>
            <a:chExt cx="1349978" cy="1349978"/>
          </a:xfrm>
        </p:grpSpPr>
        <p:sp>
          <p:nvSpPr>
            <p:cNvPr id="6" name="Freihandform: Form 5">
              <a:extLst>
                <a:ext uri="{FF2B5EF4-FFF2-40B4-BE49-F238E27FC236}">
                  <a16:creationId xmlns:a16="http://schemas.microsoft.com/office/drawing/2014/main" id="{C48D6D73-B8B1-213D-66F6-0DC5950CC854}"/>
                </a:ext>
              </a:extLst>
            </p:cNvPr>
            <p:cNvSpPr/>
            <p:nvPr/>
          </p:nvSpPr>
          <p:spPr>
            <a:xfrm>
              <a:off x="5423248" y="2756248"/>
              <a:ext cx="1349978" cy="1349978"/>
            </a:xfrm>
            <a:custGeom>
              <a:avLst/>
              <a:gdLst>
                <a:gd name="connsiteX0" fmla="*/ 1349788 w 1349978"/>
                <a:gd name="connsiteY0" fmla="*/ 1349978 h 1349978"/>
                <a:gd name="connsiteX1" fmla="*/ 675037 w 1349978"/>
                <a:gd name="connsiteY1" fmla="*/ 1205389 h 1349978"/>
                <a:gd name="connsiteX2" fmla="*/ 0 w 1349978"/>
                <a:gd name="connsiteY2" fmla="*/ 1349978 h 1349978"/>
                <a:gd name="connsiteX3" fmla="*/ 0 w 1349978"/>
                <a:gd name="connsiteY3" fmla="*/ 0 h 1349978"/>
                <a:gd name="connsiteX4" fmla="*/ 1349978 w 1349978"/>
                <a:gd name="connsiteY4" fmla="*/ 0 h 1349978"/>
                <a:gd name="connsiteX5" fmla="*/ 1349788 w 1349978"/>
                <a:gd name="connsiteY5" fmla="*/ 1349978 h 1349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9978" h="1349978">
                  <a:moveTo>
                    <a:pt x="1349788" y="1349978"/>
                  </a:moveTo>
                  <a:cubicBezTo>
                    <a:pt x="1143953" y="1257110"/>
                    <a:pt x="915543" y="1205389"/>
                    <a:pt x="675037" y="1205389"/>
                  </a:cubicBezTo>
                  <a:cubicBezTo>
                    <a:pt x="434530" y="1205389"/>
                    <a:pt x="205835" y="1257110"/>
                    <a:pt x="0" y="1349978"/>
                  </a:cubicBezTo>
                  <a:lnTo>
                    <a:pt x="0" y="0"/>
                  </a:lnTo>
                  <a:lnTo>
                    <a:pt x="1349978" y="0"/>
                  </a:lnTo>
                  <a:lnTo>
                    <a:pt x="1349788" y="1349978"/>
                  </a:lnTo>
                  <a:close/>
                </a:path>
              </a:pathLst>
            </a:custGeom>
            <a:solidFill>
              <a:srgbClr val="0F2D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grpSp>
          <p:nvGrpSpPr>
            <p:cNvPr id="7" name="Grafik 31">
              <a:extLst>
                <a:ext uri="{FF2B5EF4-FFF2-40B4-BE49-F238E27FC236}">
                  <a16:creationId xmlns:a16="http://schemas.microsoft.com/office/drawing/2014/main" id="{23D4AB68-3198-8BBB-72B9-723B167794FE}"/>
                </a:ext>
              </a:extLst>
            </p:cNvPr>
            <p:cNvGrpSpPr/>
            <p:nvPr/>
          </p:nvGrpSpPr>
          <p:grpSpPr>
            <a:xfrm>
              <a:off x="5474985" y="3134295"/>
              <a:ext cx="1244293" cy="294132"/>
              <a:chOff x="5474985" y="3134295"/>
              <a:chExt cx="1244293" cy="294132"/>
            </a:xfrm>
            <a:solidFill>
              <a:srgbClr val="FFFFFF"/>
            </a:solidFill>
          </p:grpSpPr>
          <p:sp>
            <p:nvSpPr>
              <p:cNvPr id="8" name="Freihandform: Form 7">
                <a:extLst>
                  <a:ext uri="{FF2B5EF4-FFF2-40B4-BE49-F238E27FC236}">
                    <a16:creationId xmlns:a16="http://schemas.microsoft.com/office/drawing/2014/main" id="{5BEF183B-0CDE-3590-0F41-D59FE3CA10C7}"/>
                  </a:ext>
                </a:extLst>
              </p:cNvPr>
              <p:cNvSpPr/>
              <p:nvPr/>
            </p:nvSpPr>
            <p:spPr>
              <a:xfrm>
                <a:off x="5474985" y="3134295"/>
                <a:ext cx="247353" cy="293941"/>
              </a:xfrm>
              <a:custGeom>
                <a:avLst/>
                <a:gdLst>
                  <a:gd name="connsiteX0" fmla="*/ 109998 w 247353"/>
                  <a:gd name="connsiteY0" fmla="*/ 30956 h 293941"/>
                  <a:gd name="connsiteX1" fmla="*/ 41418 w 247353"/>
                  <a:gd name="connsiteY1" fmla="*/ 95250 h 293941"/>
                  <a:gd name="connsiteX2" fmla="*/ 11129 w 247353"/>
                  <a:gd name="connsiteY2" fmla="*/ 95250 h 293941"/>
                  <a:gd name="connsiteX3" fmla="*/ 11129 w 247353"/>
                  <a:gd name="connsiteY3" fmla="*/ 0 h 293941"/>
                  <a:gd name="connsiteX4" fmla="*/ 247349 w 247353"/>
                  <a:gd name="connsiteY4" fmla="*/ 0 h 293941"/>
                  <a:gd name="connsiteX5" fmla="*/ 179340 w 247353"/>
                  <a:gd name="connsiteY5" fmla="*/ 151733 h 293941"/>
                  <a:gd name="connsiteX6" fmla="*/ 111141 w 247353"/>
                  <a:gd name="connsiteY6" fmla="*/ 262795 h 293941"/>
                  <a:gd name="connsiteX7" fmla="*/ 149432 w 247353"/>
                  <a:gd name="connsiteY7" fmla="*/ 262795 h 293941"/>
                  <a:gd name="connsiteX8" fmla="*/ 210011 w 247353"/>
                  <a:gd name="connsiteY8" fmla="*/ 198501 h 293941"/>
                  <a:gd name="connsiteX9" fmla="*/ 241634 w 247353"/>
                  <a:gd name="connsiteY9" fmla="*/ 198501 h 293941"/>
                  <a:gd name="connsiteX10" fmla="*/ 241634 w 247353"/>
                  <a:gd name="connsiteY10" fmla="*/ 293942 h 293941"/>
                  <a:gd name="connsiteX11" fmla="*/ 270 w 247353"/>
                  <a:gd name="connsiteY11" fmla="*/ 293942 h 293941"/>
                  <a:gd name="connsiteX12" fmla="*/ 75137 w 247353"/>
                  <a:gd name="connsiteY12" fmla="*/ 133731 h 293941"/>
                  <a:gd name="connsiteX13" fmla="*/ 138573 w 247353"/>
                  <a:gd name="connsiteY13" fmla="*/ 30671 h 293941"/>
                  <a:gd name="connsiteX14" fmla="*/ 109998 w 247353"/>
                  <a:gd name="connsiteY14" fmla="*/ 30861 h 293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47353" h="293941">
                    <a:moveTo>
                      <a:pt x="109998" y="30956"/>
                    </a:moveTo>
                    <a:cubicBezTo>
                      <a:pt x="46562" y="30956"/>
                      <a:pt x="41418" y="95250"/>
                      <a:pt x="41418" y="95250"/>
                    </a:cubicBezTo>
                    <a:lnTo>
                      <a:pt x="11129" y="95250"/>
                    </a:lnTo>
                    <a:lnTo>
                      <a:pt x="11129" y="0"/>
                    </a:lnTo>
                    <a:lnTo>
                      <a:pt x="247349" y="0"/>
                    </a:lnTo>
                    <a:cubicBezTo>
                      <a:pt x="247349" y="0"/>
                      <a:pt x="249254" y="73628"/>
                      <a:pt x="179340" y="151733"/>
                    </a:cubicBezTo>
                    <a:cubicBezTo>
                      <a:pt x="179340" y="151733"/>
                      <a:pt x="112856" y="228981"/>
                      <a:pt x="111141" y="262795"/>
                    </a:cubicBezTo>
                    <a:lnTo>
                      <a:pt x="149432" y="262795"/>
                    </a:lnTo>
                    <a:cubicBezTo>
                      <a:pt x="204391" y="262795"/>
                      <a:pt x="210011" y="198501"/>
                      <a:pt x="210011" y="198501"/>
                    </a:cubicBezTo>
                    <a:lnTo>
                      <a:pt x="241634" y="198501"/>
                    </a:lnTo>
                    <a:lnTo>
                      <a:pt x="241634" y="293942"/>
                    </a:lnTo>
                    <a:lnTo>
                      <a:pt x="270" y="293942"/>
                    </a:lnTo>
                    <a:cubicBezTo>
                      <a:pt x="270" y="293942"/>
                      <a:pt x="-8588" y="221647"/>
                      <a:pt x="75137" y="133731"/>
                    </a:cubicBezTo>
                    <a:cubicBezTo>
                      <a:pt x="75137" y="133731"/>
                      <a:pt x="126667" y="76200"/>
                      <a:pt x="138573" y="30671"/>
                    </a:cubicBezTo>
                    <a:lnTo>
                      <a:pt x="109998" y="3086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9" name="Freihandform: Form 8">
                <a:extLst>
                  <a:ext uri="{FF2B5EF4-FFF2-40B4-BE49-F238E27FC236}">
                    <a16:creationId xmlns:a16="http://schemas.microsoft.com/office/drawing/2014/main" id="{86CA684F-D859-06CC-22B3-BE2C65AFC04A}"/>
                  </a:ext>
                </a:extLst>
              </p:cNvPr>
              <p:cNvSpPr/>
              <p:nvPr/>
            </p:nvSpPr>
            <p:spPr>
              <a:xfrm>
                <a:off x="6030181" y="3134295"/>
                <a:ext cx="156495" cy="293750"/>
              </a:xfrm>
              <a:custGeom>
                <a:avLst/>
                <a:gdLst>
                  <a:gd name="connsiteX0" fmla="*/ 156496 w 156495"/>
                  <a:gd name="connsiteY0" fmla="*/ 293751 h 293750"/>
                  <a:gd name="connsiteX1" fmla="*/ 156496 w 156495"/>
                  <a:gd name="connsiteY1" fmla="*/ 262604 h 293750"/>
                  <a:gd name="connsiteX2" fmla="*/ 149352 w 156495"/>
                  <a:gd name="connsiteY2" fmla="*/ 262604 h 293750"/>
                  <a:gd name="connsiteX3" fmla="*/ 125730 w 156495"/>
                  <a:gd name="connsiteY3" fmla="*/ 238982 h 293750"/>
                  <a:gd name="connsiteX4" fmla="*/ 125730 w 156495"/>
                  <a:gd name="connsiteY4" fmla="*/ 54769 h 293750"/>
                  <a:gd name="connsiteX5" fmla="*/ 149352 w 156495"/>
                  <a:gd name="connsiteY5" fmla="*/ 31147 h 293750"/>
                  <a:gd name="connsiteX6" fmla="*/ 156496 w 156495"/>
                  <a:gd name="connsiteY6" fmla="*/ 31147 h 293750"/>
                  <a:gd name="connsiteX7" fmla="*/ 156496 w 156495"/>
                  <a:gd name="connsiteY7" fmla="*/ 0 h 293750"/>
                  <a:gd name="connsiteX8" fmla="*/ 0 w 156495"/>
                  <a:gd name="connsiteY8" fmla="*/ 0 h 293750"/>
                  <a:gd name="connsiteX9" fmla="*/ 0 w 156495"/>
                  <a:gd name="connsiteY9" fmla="*/ 31147 h 293750"/>
                  <a:gd name="connsiteX10" fmla="*/ 7144 w 156495"/>
                  <a:gd name="connsiteY10" fmla="*/ 31147 h 293750"/>
                  <a:gd name="connsiteX11" fmla="*/ 30956 w 156495"/>
                  <a:gd name="connsiteY11" fmla="*/ 54769 h 293750"/>
                  <a:gd name="connsiteX12" fmla="*/ 30956 w 156495"/>
                  <a:gd name="connsiteY12" fmla="*/ 238982 h 293750"/>
                  <a:gd name="connsiteX13" fmla="*/ 7144 w 156495"/>
                  <a:gd name="connsiteY13" fmla="*/ 262604 h 293750"/>
                  <a:gd name="connsiteX14" fmla="*/ 0 w 156495"/>
                  <a:gd name="connsiteY14" fmla="*/ 262604 h 293750"/>
                  <a:gd name="connsiteX15" fmla="*/ 0 w 156495"/>
                  <a:gd name="connsiteY15" fmla="*/ 293751 h 293750"/>
                  <a:gd name="connsiteX16" fmla="*/ 156496 w 156495"/>
                  <a:gd name="connsiteY16" fmla="*/ 293751 h 293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56495" h="293750">
                    <a:moveTo>
                      <a:pt x="156496" y="293751"/>
                    </a:moveTo>
                    <a:lnTo>
                      <a:pt x="156496" y="262604"/>
                    </a:lnTo>
                    <a:lnTo>
                      <a:pt x="149352" y="262604"/>
                    </a:lnTo>
                    <a:cubicBezTo>
                      <a:pt x="136398" y="262604"/>
                      <a:pt x="125730" y="251936"/>
                      <a:pt x="125730" y="238982"/>
                    </a:cubicBezTo>
                    <a:lnTo>
                      <a:pt x="125730" y="54769"/>
                    </a:lnTo>
                    <a:cubicBezTo>
                      <a:pt x="125730" y="41815"/>
                      <a:pt x="136303" y="31147"/>
                      <a:pt x="149352" y="31147"/>
                    </a:cubicBezTo>
                    <a:lnTo>
                      <a:pt x="156496" y="31147"/>
                    </a:lnTo>
                    <a:lnTo>
                      <a:pt x="156496" y="0"/>
                    </a:lnTo>
                    <a:lnTo>
                      <a:pt x="0" y="0"/>
                    </a:lnTo>
                    <a:lnTo>
                      <a:pt x="0" y="31147"/>
                    </a:lnTo>
                    <a:lnTo>
                      <a:pt x="7144" y="31147"/>
                    </a:lnTo>
                    <a:cubicBezTo>
                      <a:pt x="20383" y="31147"/>
                      <a:pt x="30956" y="41720"/>
                      <a:pt x="30956" y="54769"/>
                    </a:cubicBezTo>
                    <a:lnTo>
                      <a:pt x="30956" y="238982"/>
                    </a:lnTo>
                    <a:cubicBezTo>
                      <a:pt x="30956" y="251936"/>
                      <a:pt x="20383" y="262604"/>
                      <a:pt x="7144" y="262604"/>
                    </a:cubicBezTo>
                    <a:lnTo>
                      <a:pt x="0" y="262604"/>
                    </a:lnTo>
                    <a:lnTo>
                      <a:pt x="0" y="293751"/>
                    </a:lnTo>
                    <a:lnTo>
                      <a:pt x="156496" y="29375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10" name="Freihandform: Form 9">
                <a:extLst>
                  <a:ext uri="{FF2B5EF4-FFF2-40B4-BE49-F238E27FC236}">
                    <a16:creationId xmlns:a16="http://schemas.microsoft.com/office/drawing/2014/main" id="{A124E49C-409B-D771-CA40-76BF8EE4EB67}"/>
                  </a:ext>
                </a:extLst>
              </p:cNvPr>
              <p:cNvSpPr/>
              <p:nvPr/>
            </p:nvSpPr>
            <p:spPr>
              <a:xfrm>
                <a:off x="5748718" y="3134295"/>
                <a:ext cx="248983" cy="294132"/>
              </a:xfrm>
              <a:custGeom>
                <a:avLst/>
                <a:gdLst>
                  <a:gd name="connsiteX0" fmla="*/ 248983 w 248983"/>
                  <a:gd name="connsiteY0" fmla="*/ 294037 h 294132"/>
                  <a:gd name="connsiteX1" fmla="*/ 248983 w 248983"/>
                  <a:gd name="connsiteY1" fmla="*/ 198596 h 294132"/>
                  <a:gd name="connsiteX2" fmla="*/ 217361 w 248983"/>
                  <a:gd name="connsiteY2" fmla="*/ 198596 h 294132"/>
                  <a:gd name="connsiteX3" fmla="*/ 156496 w 248983"/>
                  <a:gd name="connsiteY3" fmla="*/ 262890 h 294132"/>
                  <a:gd name="connsiteX4" fmla="*/ 124873 w 248983"/>
                  <a:gd name="connsiteY4" fmla="*/ 262890 h 294132"/>
                  <a:gd name="connsiteX5" fmla="*/ 124873 w 248983"/>
                  <a:gd name="connsiteY5" fmla="*/ 162687 h 294132"/>
                  <a:gd name="connsiteX6" fmla="*/ 136112 w 248983"/>
                  <a:gd name="connsiteY6" fmla="*/ 162687 h 294132"/>
                  <a:gd name="connsiteX7" fmla="*/ 159925 w 248983"/>
                  <a:gd name="connsiteY7" fmla="*/ 186500 h 294132"/>
                  <a:gd name="connsiteX8" fmla="*/ 159925 w 248983"/>
                  <a:gd name="connsiteY8" fmla="*/ 198406 h 294132"/>
                  <a:gd name="connsiteX9" fmla="*/ 191071 w 248983"/>
                  <a:gd name="connsiteY9" fmla="*/ 198406 h 294132"/>
                  <a:gd name="connsiteX10" fmla="*/ 191071 w 248983"/>
                  <a:gd name="connsiteY10" fmla="*/ 95631 h 294132"/>
                  <a:gd name="connsiteX11" fmla="*/ 159925 w 248983"/>
                  <a:gd name="connsiteY11" fmla="*/ 95631 h 294132"/>
                  <a:gd name="connsiteX12" fmla="*/ 159925 w 248983"/>
                  <a:gd name="connsiteY12" fmla="*/ 107537 h 294132"/>
                  <a:gd name="connsiteX13" fmla="*/ 136112 w 248983"/>
                  <a:gd name="connsiteY13" fmla="*/ 131350 h 294132"/>
                  <a:gd name="connsiteX14" fmla="*/ 124873 w 248983"/>
                  <a:gd name="connsiteY14" fmla="*/ 131350 h 294132"/>
                  <a:gd name="connsiteX15" fmla="*/ 124873 w 248983"/>
                  <a:gd name="connsiteY15" fmla="*/ 31147 h 294132"/>
                  <a:gd name="connsiteX16" fmla="*/ 156496 w 248983"/>
                  <a:gd name="connsiteY16" fmla="*/ 31147 h 294132"/>
                  <a:gd name="connsiteX17" fmla="*/ 217361 w 248983"/>
                  <a:gd name="connsiteY17" fmla="*/ 95441 h 294132"/>
                  <a:gd name="connsiteX18" fmla="*/ 248983 w 248983"/>
                  <a:gd name="connsiteY18" fmla="*/ 95441 h 294132"/>
                  <a:gd name="connsiteX19" fmla="*/ 248983 w 248983"/>
                  <a:gd name="connsiteY19" fmla="*/ 0 h 294132"/>
                  <a:gd name="connsiteX20" fmla="*/ 0 w 248983"/>
                  <a:gd name="connsiteY20" fmla="*/ 0 h 294132"/>
                  <a:gd name="connsiteX21" fmla="*/ 0 w 248983"/>
                  <a:gd name="connsiteY21" fmla="*/ 31337 h 294132"/>
                  <a:gd name="connsiteX22" fmla="*/ 7144 w 248983"/>
                  <a:gd name="connsiteY22" fmla="*/ 31337 h 294132"/>
                  <a:gd name="connsiteX23" fmla="*/ 30766 w 248983"/>
                  <a:gd name="connsiteY23" fmla="*/ 54959 h 294132"/>
                  <a:gd name="connsiteX24" fmla="*/ 30766 w 248983"/>
                  <a:gd name="connsiteY24" fmla="*/ 239173 h 294132"/>
                  <a:gd name="connsiteX25" fmla="*/ 7144 w 248983"/>
                  <a:gd name="connsiteY25" fmla="*/ 262795 h 294132"/>
                  <a:gd name="connsiteX26" fmla="*/ 0 w 248983"/>
                  <a:gd name="connsiteY26" fmla="*/ 262795 h 294132"/>
                  <a:gd name="connsiteX27" fmla="*/ 0 w 248983"/>
                  <a:gd name="connsiteY27" fmla="*/ 293942 h 294132"/>
                  <a:gd name="connsiteX28" fmla="*/ 248983 w 248983"/>
                  <a:gd name="connsiteY28" fmla="*/ 294132 h 2941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48983" h="294132">
                    <a:moveTo>
                      <a:pt x="248983" y="294037"/>
                    </a:moveTo>
                    <a:lnTo>
                      <a:pt x="248983" y="198596"/>
                    </a:lnTo>
                    <a:lnTo>
                      <a:pt x="217361" y="198596"/>
                    </a:lnTo>
                    <a:cubicBezTo>
                      <a:pt x="217361" y="198596"/>
                      <a:pt x="211550" y="262890"/>
                      <a:pt x="156496" y="262890"/>
                    </a:cubicBezTo>
                    <a:lnTo>
                      <a:pt x="124873" y="262890"/>
                    </a:lnTo>
                    <a:lnTo>
                      <a:pt x="124873" y="162687"/>
                    </a:lnTo>
                    <a:lnTo>
                      <a:pt x="136112" y="162687"/>
                    </a:lnTo>
                    <a:cubicBezTo>
                      <a:pt x="149352" y="162687"/>
                      <a:pt x="159925" y="173355"/>
                      <a:pt x="159925" y="186500"/>
                    </a:cubicBezTo>
                    <a:lnTo>
                      <a:pt x="159925" y="198406"/>
                    </a:lnTo>
                    <a:lnTo>
                      <a:pt x="191071" y="198406"/>
                    </a:lnTo>
                    <a:lnTo>
                      <a:pt x="191071" y="95631"/>
                    </a:lnTo>
                    <a:lnTo>
                      <a:pt x="159925" y="95631"/>
                    </a:lnTo>
                    <a:lnTo>
                      <a:pt x="159925" y="107537"/>
                    </a:lnTo>
                    <a:cubicBezTo>
                      <a:pt x="159925" y="120777"/>
                      <a:pt x="149352" y="131350"/>
                      <a:pt x="136112" y="131350"/>
                    </a:cubicBezTo>
                    <a:lnTo>
                      <a:pt x="124873" y="131350"/>
                    </a:lnTo>
                    <a:lnTo>
                      <a:pt x="124873" y="31147"/>
                    </a:lnTo>
                    <a:lnTo>
                      <a:pt x="156496" y="31147"/>
                    </a:lnTo>
                    <a:cubicBezTo>
                      <a:pt x="211455" y="31147"/>
                      <a:pt x="217361" y="95441"/>
                      <a:pt x="217361" y="95441"/>
                    </a:cubicBezTo>
                    <a:lnTo>
                      <a:pt x="248983" y="95441"/>
                    </a:lnTo>
                    <a:lnTo>
                      <a:pt x="248983" y="0"/>
                    </a:lnTo>
                    <a:lnTo>
                      <a:pt x="0" y="0"/>
                    </a:lnTo>
                    <a:lnTo>
                      <a:pt x="0" y="31337"/>
                    </a:lnTo>
                    <a:lnTo>
                      <a:pt x="7144" y="31337"/>
                    </a:lnTo>
                    <a:cubicBezTo>
                      <a:pt x="20098" y="31337"/>
                      <a:pt x="30766" y="42005"/>
                      <a:pt x="30766" y="54959"/>
                    </a:cubicBezTo>
                    <a:lnTo>
                      <a:pt x="30766" y="239173"/>
                    </a:lnTo>
                    <a:cubicBezTo>
                      <a:pt x="30766" y="252127"/>
                      <a:pt x="20193" y="262795"/>
                      <a:pt x="7144" y="262795"/>
                    </a:cubicBezTo>
                    <a:lnTo>
                      <a:pt x="0" y="262795"/>
                    </a:lnTo>
                    <a:lnTo>
                      <a:pt x="0" y="293942"/>
                    </a:lnTo>
                    <a:lnTo>
                      <a:pt x="248983" y="294132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11" name="Freihandform: Form 10">
                <a:extLst>
                  <a:ext uri="{FF2B5EF4-FFF2-40B4-BE49-F238E27FC236}">
                    <a16:creationId xmlns:a16="http://schemas.microsoft.com/office/drawing/2014/main" id="{F237BB53-7167-311E-02F3-F721352DEE1A}"/>
                  </a:ext>
                </a:extLst>
              </p:cNvPr>
              <p:cNvSpPr/>
              <p:nvPr/>
            </p:nvSpPr>
            <p:spPr>
              <a:xfrm>
                <a:off x="6217588" y="3134295"/>
                <a:ext cx="237562" cy="293941"/>
              </a:xfrm>
              <a:custGeom>
                <a:avLst/>
                <a:gdLst>
                  <a:gd name="connsiteX0" fmla="*/ 133586 w 237562"/>
                  <a:gd name="connsiteY0" fmla="*/ 30956 h 293941"/>
                  <a:gd name="connsiteX1" fmla="*/ 201976 w 237562"/>
                  <a:gd name="connsiteY1" fmla="*/ 95250 h 293941"/>
                  <a:gd name="connsiteX2" fmla="*/ 232551 w 237562"/>
                  <a:gd name="connsiteY2" fmla="*/ 95250 h 293941"/>
                  <a:gd name="connsiteX3" fmla="*/ 232551 w 237562"/>
                  <a:gd name="connsiteY3" fmla="*/ 0 h 293941"/>
                  <a:gd name="connsiteX4" fmla="*/ 6713 w 237562"/>
                  <a:gd name="connsiteY4" fmla="*/ 0 h 293941"/>
                  <a:gd name="connsiteX5" fmla="*/ 64339 w 237562"/>
                  <a:gd name="connsiteY5" fmla="*/ 151733 h 293941"/>
                  <a:gd name="connsiteX6" fmla="*/ 132348 w 237562"/>
                  <a:gd name="connsiteY6" fmla="*/ 262795 h 293941"/>
                  <a:gd name="connsiteX7" fmla="*/ 94248 w 237562"/>
                  <a:gd name="connsiteY7" fmla="*/ 262795 h 293941"/>
                  <a:gd name="connsiteX8" fmla="*/ 33383 w 237562"/>
                  <a:gd name="connsiteY8" fmla="*/ 198501 h 293941"/>
                  <a:gd name="connsiteX9" fmla="*/ 1760 w 237562"/>
                  <a:gd name="connsiteY9" fmla="*/ 198501 h 293941"/>
                  <a:gd name="connsiteX10" fmla="*/ 1760 w 237562"/>
                  <a:gd name="connsiteY10" fmla="*/ 293942 h 293941"/>
                  <a:gd name="connsiteX11" fmla="*/ 229312 w 237562"/>
                  <a:gd name="connsiteY11" fmla="*/ 293942 h 293941"/>
                  <a:gd name="connsiteX12" fmla="*/ 168257 w 237562"/>
                  <a:gd name="connsiteY12" fmla="*/ 133731 h 293941"/>
                  <a:gd name="connsiteX13" fmla="*/ 104821 w 237562"/>
                  <a:gd name="connsiteY13" fmla="*/ 30671 h 293941"/>
                  <a:gd name="connsiteX14" fmla="*/ 133586 w 237562"/>
                  <a:gd name="connsiteY14" fmla="*/ 30861 h 293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37562" h="293941">
                    <a:moveTo>
                      <a:pt x="133586" y="30956"/>
                    </a:moveTo>
                    <a:cubicBezTo>
                      <a:pt x="197023" y="30956"/>
                      <a:pt x="201976" y="95250"/>
                      <a:pt x="201976" y="95250"/>
                    </a:cubicBezTo>
                    <a:lnTo>
                      <a:pt x="232551" y="95250"/>
                    </a:lnTo>
                    <a:lnTo>
                      <a:pt x="232551" y="0"/>
                    </a:lnTo>
                    <a:lnTo>
                      <a:pt x="6713" y="0"/>
                    </a:lnTo>
                    <a:cubicBezTo>
                      <a:pt x="6713" y="0"/>
                      <a:pt x="-29006" y="46768"/>
                      <a:pt x="64339" y="151733"/>
                    </a:cubicBezTo>
                    <a:cubicBezTo>
                      <a:pt x="64339" y="151733"/>
                      <a:pt x="130538" y="228981"/>
                      <a:pt x="132348" y="262795"/>
                    </a:cubicBezTo>
                    <a:lnTo>
                      <a:pt x="94248" y="262795"/>
                    </a:lnTo>
                    <a:cubicBezTo>
                      <a:pt x="39289" y="262795"/>
                      <a:pt x="33383" y="198501"/>
                      <a:pt x="33383" y="198501"/>
                    </a:cubicBezTo>
                    <a:lnTo>
                      <a:pt x="1760" y="198501"/>
                    </a:lnTo>
                    <a:lnTo>
                      <a:pt x="1760" y="293942"/>
                    </a:lnTo>
                    <a:lnTo>
                      <a:pt x="229312" y="293942"/>
                    </a:lnTo>
                    <a:cubicBezTo>
                      <a:pt x="229312" y="293942"/>
                      <a:pt x="270651" y="249365"/>
                      <a:pt x="168257" y="133731"/>
                    </a:cubicBezTo>
                    <a:cubicBezTo>
                      <a:pt x="168257" y="133731"/>
                      <a:pt x="114536" y="78581"/>
                      <a:pt x="104821" y="30671"/>
                    </a:cubicBezTo>
                    <a:lnTo>
                      <a:pt x="133586" y="3086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12" name="Freihandform: Form 11">
                <a:extLst>
                  <a:ext uri="{FF2B5EF4-FFF2-40B4-BE49-F238E27FC236}">
                    <a16:creationId xmlns:a16="http://schemas.microsoft.com/office/drawing/2014/main" id="{6E098A65-DF32-C026-B93F-0F6EA3CE8014}"/>
                  </a:ext>
                </a:extLst>
              </p:cNvPr>
              <p:cNvSpPr/>
              <p:nvPr/>
            </p:nvSpPr>
            <p:spPr>
              <a:xfrm>
                <a:off x="6481716" y="3134295"/>
                <a:ext cx="237562" cy="293941"/>
              </a:xfrm>
              <a:custGeom>
                <a:avLst/>
                <a:gdLst>
                  <a:gd name="connsiteX0" fmla="*/ 133586 w 237562"/>
                  <a:gd name="connsiteY0" fmla="*/ 30956 h 293941"/>
                  <a:gd name="connsiteX1" fmla="*/ 201976 w 237562"/>
                  <a:gd name="connsiteY1" fmla="*/ 95250 h 293941"/>
                  <a:gd name="connsiteX2" fmla="*/ 232265 w 237562"/>
                  <a:gd name="connsiteY2" fmla="*/ 95250 h 293941"/>
                  <a:gd name="connsiteX3" fmla="*/ 232265 w 237562"/>
                  <a:gd name="connsiteY3" fmla="*/ 0 h 293941"/>
                  <a:gd name="connsiteX4" fmla="*/ 6713 w 237562"/>
                  <a:gd name="connsiteY4" fmla="*/ 0 h 293941"/>
                  <a:gd name="connsiteX5" fmla="*/ 64339 w 237562"/>
                  <a:gd name="connsiteY5" fmla="*/ 151733 h 293941"/>
                  <a:gd name="connsiteX6" fmla="*/ 132348 w 237562"/>
                  <a:gd name="connsiteY6" fmla="*/ 262795 h 293941"/>
                  <a:gd name="connsiteX7" fmla="*/ 94248 w 237562"/>
                  <a:gd name="connsiteY7" fmla="*/ 262795 h 293941"/>
                  <a:gd name="connsiteX8" fmla="*/ 33383 w 237562"/>
                  <a:gd name="connsiteY8" fmla="*/ 198501 h 293941"/>
                  <a:gd name="connsiteX9" fmla="*/ 1760 w 237562"/>
                  <a:gd name="connsiteY9" fmla="*/ 198501 h 293941"/>
                  <a:gd name="connsiteX10" fmla="*/ 1760 w 237562"/>
                  <a:gd name="connsiteY10" fmla="*/ 293942 h 293941"/>
                  <a:gd name="connsiteX11" fmla="*/ 229313 w 237562"/>
                  <a:gd name="connsiteY11" fmla="*/ 293942 h 293941"/>
                  <a:gd name="connsiteX12" fmla="*/ 168257 w 237562"/>
                  <a:gd name="connsiteY12" fmla="*/ 133731 h 293941"/>
                  <a:gd name="connsiteX13" fmla="*/ 104821 w 237562"/>
                  <a:gd name="connsiteY13" fmla="*/ 30671 h 293941"/>
                  <a:gd name="connsiteX14" fmla="*/ 133586 w 237562"/>
                  <a:gd name="connsiteY14" fmla="*/ 30861 h 293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37562" h="293941">
                    <a:moveTo>
                      <a:pt x="133586" y="30956"/>
                    </a:moveTo>
                    <a:cubicBezTo>
                      <a:pt x="196832" y="30956"/>
                      <a:pt x="201976" y="95250"/>
                      <a:pt x="201976" y="95250"/>
                    </a:cubicBezTo>
                    <a:lnTo>
                      <a:pt x="232265" y="95250"/>
                    </a:lnTo>
                    <a:lnTo>
                      <a:pt x="232265" y="0"/>
                    </a:lnTo>
                    <a:lnTo>
                      <a:pt x="6713" y="0"/>
                    </a:lnTo>
                    <a:cubicBezTo>
                      <a:pt x="6713" y="0"/>
                      <a:pt x="-29006" y="46768"/>
                      <a:pt x="64339" y="151733"/>
                    </a:cubicBezTo>
                    <a:cubicBezTo>
                      <a:pt x="64339" y="151733"/>
                      <a:pt x="130538" y="228981"/>
                      <a:pt x="132348" y="262795"/>
                    </a:cubicBezTo>
                    <a:lnTo>
                      <a:pt x="94248" y="262795"/>
                    </a:lnTo>
                    <a:cubicBezTo>
                      <a:pt x="39289" y="262795"/>
                      <a:pt x="33383" y="198501"/>
                      <a:pt x="33383" y="198501"/>
                    </a:cubicBezTo>
                    <a:lnTo>
                      <a:pt x="1760" y="198501"/>
                    </a:lnTo>
                    <a:lnTo>
                      <a:pt x="1760" y="293942"/>
                    </a:lnTo>
                    <a:lnTo>
                      <a:pt x="229313" y="293942"/>
                    </a:lnTo>
                    <a:cubicBezTo>
                      <a:pt x="229313" y="293942"/>
                      <a:pt x="270651" y="249365"/>
                      <a:pt x="168257" y="133731"/>
                    </a:cubicBezTo>
                    <a:cubicBezTo>
                      <a:pt x="168257" y="133731"/>
                      <a:pt x="114536" y="78581"/>
                      <a:pt x="104821" y="30671"/>
                    </a:cubicBezTo>
                    <a:lnTo>
                      <a:pt x="133586" y="3086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</p:grpSp>
      </p:grpSp>
      <p:cxnSp>
        <p:nvCxnSpPr>
          <p:cNvPr id="4" name="Gerade Verbindung 22">
            <a:extLst>
              <a:ext uri="{FF2B5EF4-FFF2-40B4-BE49-F238E27FC236}">
                <a16:creationId xmlns:a16="http://schemas.microsoft.com/office/drawing/2014/main" id="{E2DC6E92-94D5-73BF-91C7-64AF40863D75}"/>
              </a:ext>
            </a:extLst>
          </p:cNvPr>
          <p:cNvCxnSpPr>
            <a:cxnSpLocks/>
          </p:cNvCxnSpPr>
          <p:nvPr userDrawn="1"/>
        </p:nvCxnSpPr>
        <p:spPr>
          <a:xfrm>
            <a:off x="5096107" y="6093705"/>
            <a:ext cx="4319998" cy="0"/>
          </a:xfrm>
          <a:prstGeom prst="line">
            <a:avLst/>
          </a:prstGeom>
          <a:ln w="6350">
            <a:solidFill>
              <a:srgbClr val="DCE3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22">
            <a:extLst>
              <a:ext uri="{FF2B5EF4-FFF2-40B4-BE49-F238E27FC236}">
                <a16:creationId xmlns:a16="http://schemas.microsoft.com/office/drawing/2014/main" id="{AF4469AE-6D66-521B-58E7-0490A149DA22}"/>
              </a:ext>
            </a:extLst>
          </p:cNvPr>
          <p:cNvCxnSpPr>
            <a:cxnSpLocks/>
          </p:cNvCxnSpPr>
          <p:nvPr userDrawn="1"/>
        </p:nvCxnSpPr>
        <p:spPr>
          <a:xfrm>
            <a:off x="518318" y="4889103"/>
            <a:ext cx="4319998" cy="0"/>
          </a:xfrm>
          <a:prstGeom prst="line">
            <a:avLst/>
          </a:prstGeom>
          <a:ln w="6350">
            <a:solidFill>
              <a:srgbClr val="DCE3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feld 13">
            <a:extLst>
              <a:ext uri="{FF2B5EF4-FFF2-40B4-BE49-F238E27FC236}">
                <a16:creationId xmlns:a16="http://schemas.microsoft.com/office/drawing/2014/main" id="{C0F72EFB-8C4D-DACB-C3B9-655685DAEC57}"/>
              </a:ext>
            </a:extLst>
          </p:cNvPr>
          <p:cNvSpPr txBox="1"/>
          <p:nvPr userDrawn="1"/>
        </p:nvSpPr>
        <p:spPr>
          <a:xfrm>
            <a:off x="518317" y="4965080"/>
            <a:ext cx="105330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None/>
              <a:tabLst/>
            </a:pPr>
            <a:r>
              <a:rPr kumimoji="0" lang="ja-JP" altLang="en-US" sz="1200" b="1" i="0" u="none" strike="noStrike" kern="120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+mn-ea"/>
                <a:cs typeface="+mn-cs"/>
              </a:rPr>
              <a:t>目标人群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2E5BD0B0-EF62-AC5E-1769-FA0BF47971FE}"/>
              </a:ext>
            </a:extLst>
          </p:cNvPr>
          <p:cNvSpPr txBox="1"/>
          <p:nvPr userDrawn="1"/>
        </p:nvSpPr>
        <p:spPr>
          <a:xfrm>
            <a:off x="518318" y="5141291"/>
            <a:ext cx="89916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None/>
              <a:tabLst/>
            </a:pPr>
            <a:r>
              <a:rPr kumimoji="0" lang="ja-JP" altLang="en-US" sz="1200" b="0" i="0" u="none" strike="noStrike" kern="120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+mn-ea"/>
                <a:cs typeface="+mn-cs"/>
              </a:rPr>
              <a:t>目的</a:t>
            </a:r>
          </a:p>
        </p:txBody>
      </p: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D379F778-FD1E-784B-2D31-26896B7FB613}"/>
              </a:ext>
            </a:extLst>
          </p:cNvPr>
          <p:cNvGrpSpPr/>
          <p:nvPr userDrawn="1"/>
        </p:nvGrpSpPr>
        <p:grpSpPr>
          <a:xfrm>
            <a:off x="307324" y="-697715"/>
            <a:ext cx="11367557" cy="411958"/>
            <a:chOff x="307324" y="6944501"/>
            <a:chExt cx="11367557" cy="411958"/>
          </a:xfrm>
        </p:grpSpPr>
        <p:grpSp>
          <p:nvGrpSpPr>
            <p:cNvPr id="21" name="Gruppieren 20">
              <a:extLst>
                <a:ext uri="{FF2B5EF4-FFF2-40B4-BE49-F238E27FC236}">
                  <a16:creationId xmlns:a16="http://schemas.microsoft.com/office/drawing/2014/main" id="{7F20657E-844E-3FEA-86AB-0A88DF7F9B3E}"/>
                </a:ext>
              </a:extLst>
            </p:cNvPr>
            <p:cNvGrpSpPr/>
            <p:nvPr/>
          </p:nvGrpSpPr>
          <p:grpSpPr>
            <a:xfrm rot="16200000">
              <a:off x="205653" y="7046174"/>
              <a:ext cx="411956" cy="208614"/>
              <a:chOff x="-615197" y="4303061"/>
              <a:chExt cx="411956" cy="208614"/>
            </a:xfrm>
          </p:grpSpPr>
          <p:cxnSp>
            <p:nvCxnSpPr>
              <p:cNvPr id="33" name="Gerader Verbinder 32">
                <a:extLst>
                  <a:ext uri="{FF2B5EF4-FFF2-40B4-BE49-F238E27FC236}">
                    <a16:creationId xmlns:a16="http://schemas.microsoft.com/office/drawing/2014/main" id="{90DD5734-2E64-B048-A0D9-474B4EA1AD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Textfeld 33">
                <a:extLst>
                  <a:ext uri="{FF2B5EF4-FFF2-40B4-BE49-F238E27FC236}">
                    <a16:creationId xmlns:a16="http://schemas.microsoft.com/office/drawing/2014/main" id="{96A27DE2-4A48-5076-079B-97FA83182674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15.50</a:t>
                </a:r>
              </a:p>
            </p:txBody>
          </p:sp>
        </p:grpSp>
        <p:grpSp>
          <p:nvGrpSpPr>
            <p:cNvPr id="22" name="Gruppieren 21">
              <a:extLst>
                <a:ext uri="{FF2B5EF4-FFF2-40B4-BE49-F238E27FC236}">
                  <a16:creationId xmlns:a16="http://schemas.microsoft.com/office/drawing/2014/main" id="{8C0B7201-43D7-7789-E766-FFAE5A7757D2}"/>
                </a:ext>
              </a:extLst>
            </p:cNvPr>
            <p:cNvGrpSpPr/>
            <p:nvPr/>
          </p:nvGrpSpPr>
          <p:grpSpPr>
            <a:xfrm rot="16200000">
              <a:off x="5641253" y="7046174"/>
              <a:ext cx="411956" cy="208614"/>
              <a:chOff x="-615197" y="4303061"/>
              <a:chExt cx="411956" cy="208614"/>
            </a:xfrm>
          </p:grpSpPr>
          <p:cxnSp>
            <p:nvCxnSpPr>
              <p:cNvPr id="31" name="Gerader Verbinder 30">
                <a:extLst>
                  <a:ext uri="{FF2B5EF4-FFF2-40B4-BE49-F238E27FC236}">
                    <a16:creationId xmlns:a16="http://schemas.microsoft.com/office/drawing/2014/main" id="{7BF4A697-AED3-9A6F-ADFC-F634672D5F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Textfeld 31">
                <a:extLst>
                  <a:ext uri="{FF2B5EF4-FFF2-40B4-BE49-F238E27FC236}">
                    <a16:creationId xmlns:a16="http://schemas.microsoft.com/office/drawing/2014/main" id="{D5939492-B7A1-3410-1C96-277831C0DF25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00.40</a:t>
                </a:r>
              </a:p>
            </p:txBody>
          </p:sp>
        </p:grpSp>
        <p:grpSp>
          <p:nvGrpSpPr>
            <p:cNvPr id="23" name="Gruppieren 22">
              <a:extLst>
                <a:ext uri="{FF2B5EF4-FFF2-40B4-BE49-F238E27FC236}">
                  <a16:creationId xmlns:a16="http://schemas.microsoft.com/office/drawing/2014/main" id="{E9DB67A7-6E1D-78AF-20BE-7BD38D8C3659}"/>
                </a:ext>
              </a:extLst>
            </p:cNvPr>
            <p:cNvGrpSpPr/>
            <p:nvPr/>
          </p:nvGrpSpPr>
          <p:grpSpPr>
            <a:xfrm rot="5400000">
              <a:off x="6093326" y="7050196"/>
              <a:ext cx="411957" cy="200568"/>
              <a:chOff x="-615198" y="4354167"/>
              <a:chExt cx="411957" cy="200568"/>
            </a:xfrm>
          </p:grpSpPr>
          <p:cxnSp>
            <p:nvCxnSpPr>
              <p:cNvPr id="29" name="Gerader Verbinder 28">
                <a:extLst>
                  <a:ext uri="{FF2B5EF4-FFF2-40B4-BE49-F238E27FC236}">
                    <a16:creationId xmlns:a16="http://schemas.microsoft.com/office/drawing/2014/main" id="{C865AC67-5F5D-6975-DA8C-CC47A396A5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feld 29">
                <a:extLst>
                  <a:ext uri="{FF2B5EF4-FFF2-40B4-BE49-F238E27FC236}">
                    <a16:creationId xmlns:a16="http://schemas.microsoft.com/office/drawing/2014/main" id="{3CE11989-1036-8C6A-035E-263B8785A47B}"/>
                  </a:ext>
                </a:extLst>
              </p:cNvPr>
              <p:cNvSpPr txBox="1"/>
              <p:nvPr/>
            </p:nvSpPr>
            <p:spPr>
              <a:xfrm rot="10800000">
                <a:off x="-615198" y="4354167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00.40</a:t>
                </a:r>
              </a:p>
            </p:txBody>
          </p:sp>
        </p:grpSp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ADA1DC91-C2F5-49A3-4094-47937412A43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890022" y="7150480"/>
              <a:ext cx="411956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uppieren 24">
              <a:extLst>
                <a:ext uri="{FF2B5EF4-FFF2-40B4-BE49-F238E27FC236}">
                  <a16:creationId xmlns:a16="http://schemas.microsoft.com/office/drawing/2014/main" id="{5C1EBCD3-A9EA-AEA0-039E-26FE1AA554E6}"/>
                </a:ext>
              </a:extLst>
            </p:cNvPr>
            <p:cNvGrpSpPr/>
            <p:nvPr/>
          </p:nvGrpSpPr>
          <p:grpSpPr>
            <a:xfrm rot="16200000">
              <a:off x="11364596" y="7046174"/>
              <a:ext cx="411956" cy="208614"/>
              <a:chOff x="-615197" y="4303061"/>
              <a:chExt cx="411956" cy="208614"/>
            </a:xfrm>
          </p:grpSpPr>
          <p:cxnSp>
            <p:nvCxnSpPr>
              <p:cNvPr id="27" name="Gerader Verbinder 26">
                <a:extLst>
                  <a:ext uri="{FF2B5EF4-FFF2-40B4-BE49-F238E27FC236}">
                    <a16:creationId xmlns:a16="http://schemas.microsoft.com/office/drawing/2014/main" id="{BBE94587-A556-DCE5-5D87-B6815DF6DE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Textfeld 27">
                <a:extLst>
                  <a:ext uri="{FF2B5EF4-FFF2-40B4-BE49-F238E27FC236}">
                    <a16:creationId xmlns:a16="http://schemas.microsoft.com/office/drawing/2014/main" id="{A5B572C1-0F8C-0F69-497A-642D11321C40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15.50</a:t>
                </a:r>
              </a:p>
            </p:txBody>
          </p:sp>
        </p:grpSp>
      </p:grp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B2970B4B-68C6-81CE-9ED5-14C1F8A7269F}"/>
              </a:ext>
            </a:extLst>
          </p:cNvPr>
          <p:cNvGrpSpPr/>
          <p:nvPr userDrawn="1"/>
        </p:nvGrpSpPr>
        <p:grpSpPr>
          <a:xfrm>
            <a:off x="-697714" y="80201"/>
            <a:ext cx="411956" cy="6713707"/>
            <a:chOff x="-502267" y="80201"/>
            <a:chExt cx="411956" cy="6713707"/>
          </a:xfrm>
        </p:grpSpPr>
        <p:grpSp>
          <p:nvGrpSpPr>
            <p:cNvPr id="36" name="Gruppieren 35">
              <a:extLst>
                <a:ext uri="{FF2B5EF4-FFF2-40B4-BE49-F238E27FC236}">
                  <a16:creationId xmlns:a16="http://schemas.microsoft.com/office/drawing/2014/main" id="{4CAC52D0-F6F6-9C57-66CC-1B691B4EB12D}"/>
                </a:ext>
              </a:extLst>
            </p:cNvPr>
            <p:cNvGrpSpPr/>
            <p:nvPr/>
          </p:nvGrpSpPr>
          <p:grpSpPr>
            <a:xfrm>
              <a:off x="-502267" y="6593340"/>
              <a:ext cx="411956" cy="200568"/>
              <a:chOff x="-615197" y="4452994"/>
              <a:chExt cx="411956" cy="200568"/>
            </a:xfrm>
          </p:grpSpPr>
          <p:sp>
            <p:nvSpPr>
              <p:cNvPr id="71" name="Textfeld 70">
                <a:extLst>
                  <a:ext uri="{FF2B5EF4-FFF2-40B4-BE49-F238E27FC236}">
                    <a16:creationId xmlns:a16="http://schemas.microsoft.com/office/drawing/2014/main" id="{E743ACFF-8B70-7CA8-072F-27DA5708EE81}"/>
                  </a:ext>
                </a:extLst>
              </p:cNvPr>
              <p:cNvSpPr txBox="1"/>
              <p:nvPr/>
            </p:nvSpPr>
            <p:spPr>
              <a:xfrm>
                <a:off x="-615197" y="4452994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08.92</a:t>
                </a:r>
              </a:p>
            </p:txBody>
          </p:sp>
          <p:cxnSp>
            <p:nvCxnSpPr>
              <p:cNvPr id="73" name="Gerader Verbinder 72">
                <a:extLst>
                  <a:ext uri="{FF2B5EF4-FFF2-40B4-BE49-F238E27FC236}">
                    <a16:creationId xmlns:a16="http://schemas.microsoft.com/office/drawing/2014/main" id="{664A4E9E-B4B6-C20A-95C0-356CC77593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497389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7" name="Gruppieren 36">
              <a:extLst>
                <a:ext uri="{FF2B5EF4-FFF2-40B4-BE49-F238E27FC236}">
                  <a16:creationId xmlns:a16="http://schemas.microsoft.com/office/drawing/2014/main" id="{2311CE69-E128-8568-C31C-4485076D0FC8}"/>
                </a:ext>
              </a:extLst>
            </p:cNvPr>
            <p:cNvGrpSpPr/>
            <p:nvPr/>
          </p:nvGrpSpPr>
          <p:grpSpPr>
            <a:xfrm>
              <a:off x="-502267" y="5876163"/>
              <a:ext cx="411956" cy="216662"/>
              <a:chOff x="-615197" y="4295013"/>
              <a:chExt cx="411956" cy="216662"/>
            </a:xfrm>
          </p:grpSpPr>
          <p:cxnSp>
            <p:nvCxnSpPr>
              <p:cNvPr id="50" name="Gerader Verbinder 49">
                <a:extLst>
                  <a:ext uri="{FF2B5EF4-FFF2-40B4-BE49-F238E27FC236}">
                    <a16:creationId xmlns:a16="http://schemas.microsoft.com/office/drawing/2014/main" id="{ED666C6E-4F77-993C-67AC-0340796AD7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Textfeld 69">
                <a:extLst>
                  <a:ext uri="{FF2B5EF4-FFF2-40B4-BE49-F238E27FC236}">
                    <a16:creationId xmlns:a16="http://schemas.microsoft.com/office/drawing/2014/main" id="{4B7F8710-D4AD-D9D9-4376-66945BB13391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07.40</a:t>
                </a:r>
              </a:p>
            </p:txBody>
          </p:sp>
        </p:grpSp>
        <p:grpSp>
          <p:nvGrpSpPr>
            <p:cNvPr id="38" name="Gruppieren 37">
              <a:extLst>
                <a:ext uri="{FF2B5EF4-FFF2-40B4-BE49-F238E27FC236}">
                  <a16:creationId xmlns:a16="http://schemas.microsoft.com/office/drawing/2014/main" id="{DDE92C07-2C71-62A9-3F82-C5C767898078}"/>
                </a:ext>
              </a:extLst>
            </p:cNvPr>
            <p:cNvGrpSpPr/>
            <p:nvPr/>
          </p:nvGrpSpPr>
          <p:grpSpPr>
            <a:xfrm>
              <a:off x="-502267" y="3212338"/>
              <a:ext cx="411956" cy="216662"/>
              <a:chOff x="-615197" y="4295013"/>
              <a:chExt cx="411956" cy="216662"/>
            </a:xfrm>
          </p:grpSpPr>
          <p:cxnSp>
            <p:nvCxnSpPr>
              <p:cNvPr id="48" name="Gerader Verbinder 47">
                <a:extLst>
                  <a:ext uri="{FF2B5EF4-FFF2-40B4-BE49-F238E27FC236}">
                    <a16:creationId xmlns:a16="http://schemas.microsoft.com/office/drawing/2014/main" id="{8E81BB3F-3CB2-2593-7C47-F868147251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Textfeld 48">
                <a:extLst>
                  <a:ext uri="{FF2B5EF4-FFF2-40B4-BE49-F238E27FC236}">
                    <a16:creationId xmlns:a16="http://schemas.microsoft.com/office/drawing/2014/main" id="{293F0406-EDA4-0B8C-C9F4-221A75FA54D5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00.00</a:t>
                </a:r>
              </a:p>
            </p:txBody>
          </p:sp>
        </p:grpSp>
        <p:grpSp>
          <p:nvGrpSpPr>
            <p:cNvPr id="39" name="Gruppieren 38">
              <a:extLst>
                <a:ext uri="{FF2B5EF4-FFF2-40B4-BE49-F238E27FC236}">
                  <a16:creationId xmlns:a16="http://schemas.microsoft.com/office/drawing/2014/main" id="{036727FD-0159-E283-E8AC-D56179CFA240}"/>
                </a:ext>
              </a:extLst>
            </p:cNvPr>
            <p:cNvGrpSpPr/>
            <p:nvPr/>
          </p:nvGrpSpPr>
          <p:grpSpPr>
            <a:xfrm>
              <a:off x="-502267" y="835851"/>
              <a:ext cx="411956" cy="216662"/>
              <a:chOff x="-615197" y="4295013"/>
              <a:chExt cx="411956" cy="216662"/>
            </a:xfrm>
          </p:grpSpPr>
          <p:cxnSp>
            <p:nvCxnSpPr>
              <p:cNvPr id="46" name="Gerader Verbinder 45">
                <a:extLst>
                  <a:ext uri="{FF2B5EF4-FFF2-40B4-BE49-F238E27FC236}">
                    <a16:creationId xmlns:a16="http://schemas.microsoft.com/office/drawing/2014/main" id="{0875BD82-D223-E643-7DAF-012DC62F5A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Textfeld 46">
                <a:extLst>
                  <a:ext uri="{FF2B5EF4-FFF2-40B4-BE49-F238E27FC236}">
                    <a16:creationId xmlns:a16="http://schemas.microsoft.com/office/drawing/2014/main" id="{E7148169-E15C-8A18-B813-EB498F5CFF49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06.60</a:t>
                </a:r>
              </a:p>
            </p:txBody>
          </p:sp>
        </p:grpSp>
        <p:grpSp>
          <p:nvGrpSpPr>
            <p:cNvPr id="40" name="Gruppieren 39">
              <a:extLst>
                <a:ext uri="{FF2B5EF4-FFF2-40B4-BE49-F238E27FC236}">
                  <a16:creationId xmlns:a16="http://schemas.microsoft.com/office/drawing/2014/main" id="{5917D9C4-BFAC-547A-DAAD-6393339E8B23}"/>
                </a:ext>
              </a:extLst>
            </p:cNvPr>
            <p:cNvGrpSpPr/>
            <p:nvPr/>
          </p:nvGrpSpPr>
          <p:grpSpPr>
            <a:xfrm>
              <a:off x="-502267" y="1412113"/>
              <a:ext cx="411956" cy="216662"/>
              <a:chOff x="-615197" y="4295013"/>
              <a:chExt cx="411956" cy="216662"/>
            </a:xfrm>
          </p:grpSpPr>
          <p:cxnSp>
            <p:nvCxnSpPr>
              <p:cNvPr id="44" name="Gerader Verbinder 43">
                <a:extLst>
                  <a:ext uri="{FF2B5EF4-FFF2-40B4-BE49-F238E27FC236}">
                    <a16:creationId xmlns:a16="http://schemas.microsoft.com/office/drawing/2014/main" id="{1713A48A-B8F0-D39F-88B3-A6F039FB1A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Textfeld 44">
                <a:extLst>
                  <a:ext uri="{FF2B5EF4-FFF2-40B4-BE49-F238E27FC236}">
                    <a16:creationId xmlns:a16="http://schemas.microsoft.com/office/drawing/2014/main" id="{3E9679D2-935C-4889-90A6-21EA77DC8DBF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05.00</a:t>
                </a:r>
              </a:p>
            </p:txBody>
          </p:sp>
        </p:grpSp>
        <p:grpSp>
          <p:nvGrpSpPr>
            <p:cNvPr id="41" name="Gruppieren 40">
              <a:extLst>
                <a:ext uri="{FF2B5EF4-FFF2-40B4-BE49-F238E27FC236}">
                  <a16:creationId xmlns:a16="http://schemas.microsoft.com/office/drawing/2014/main" id="{6CD28362-1E6B-5CA6-955A-4486C6B713FF}"/>
                </a:ext>
              </a:extLst>
            </p:cNvPr>
            <p:cNvGrpSpPr/>
            <p:nvPr/>
          </p:nvGrpSpPr>
          <p:grpSpPr>
            <a:xfrm>
              <a:off x="-502267" y="80201"/>
              <a:ext cx="411956" cy="216662"/>
              <a:chOff x="-615197" y="4258501"/>
              <a:chExt cx="411956" cy="216662"/>
            </a:xfrm>
          </p:grpSpPr>
          <p:cxnSp>
            <p:nvCxnSpPr>
              <p:cNvPr id="42" name="Gerader Verbinder 41">
                <a:extLst>
                  <a:ext uri="{FF2B5EF4-FFF2-40B4-BE49-F238E27FC236}">
                    <a16:creationId xmlns:a16="http://schemas.microsoft.com/office/drawing/2014/main" id="{FC525872-5830-69BF-678A-E29CFF679C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475163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Textfeld 42">
                <a:extLst>
                  <a:ext uri="{FF2B5EF4-FFF2-40B4-BE49-F238E27FC236}">
                    <a16:creationId xmlns:a16="http://schemas.microsoft.com/office/drawing/2014/main" id="{72ADF7A2-23C1-810A-E0CB-2D30D987B934}"/>
                  </a:ext>
                </a:extLst>
              </p:cNvPr>
              <p:cNvSpPr txBox="1"/>
              <p:nvPr/>
            </p:nvSpPr>
            <p:spPr>
              <a:xfrm>
                <a:off x="-615197" y="425850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08.70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3753491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platzhalter 12">
            <a:extLst>
              <a:ext uri="{FF2B5EF4-FFF2-40B4-BE49-F238E27FC236}">
                <a16:creationId xmlns:a16="http://schemas.microsoft.com/office/drawing/2014/main" id="{08867696-D4BB-4274-99DA-E1F7C1D1AB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1670595"/>
            <a:ext cx="946655" cy="539942"/>
          </a:xfrm>
          <a:noFill/>
        </p:spPr>
        <p:txBody>
          <a:bodyPr wrap="none" lIns="518400" tIns="54000" bIns="54000" anchor="ctr" anchorCtr="0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0F2DB3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en-US" noProof="0" dirty="0"/>
              <a:t>01</a:t>
            </a:r>
          </a:p>
        </p:txBody>
      </p:sp>
      <p:sp>
        <p:nvSpPr>
          <p:cNvPr id="74" name="Textplatzhalter 12">
            <a:extLst>
              <a:ext uri="{FF2B5EF4-FFF2-40B4-BE49-F238E27FC236}">
                <a16:creationId xmlns:a16="http://schemas.microsoft.com/office/drawing/2014/main" id="{907877DD-5B1D-4AEE-ABA4-52DD96BEDB3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2952545"/>
            <a:ext cx="946655" cy="539942"/>
          </a:xfrm>
        </p:spPr>
        <p:txBody>
          <a:bodyPr wrap="none" lIns="518400" tIns="54000" bIns="54000" anchor="ctr" anchorCtr="0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0F2DB3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en-US" noProof="0"/>
              <a:t>03</a:t>
            </a:r>
          </a:p>
        </p:txBody>
      </p:sp>
      <p:sp>
        <p:nvSpPr>
          <p:cNvPr id="75" name="Textplatzhalter 12">
            <a:extLst>
              <a:ext uri="{FF2B5EF4-FFF2-40B4-BE49-F238E27FC236}">
                <a16:creationId xmlns:a16="http://schemas.microsoft.com/office/drawing/2014/main" id="{F1FEB128-FEDB-4E1C-B935-6290A27AC53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3593520"/>
            <a:ext cx="946655" cy="539942"/>
          </a:xfrm>
        </p:spPr>
        <p:txBody>
          <a:bodyPr wrap="none" lIns="518400" tIns="54000" bIns="54000" anchor="ctr" anchorCtr="0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0F2DB3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en-US" noProof="0"/>
              <a:t>04</a:t>
            </a:r>
          </a:p>
        </p:txBody>
      </p:sp>
      <p:sp>
        <p:nvSpPr>
          <p:cNvPr id="76" name="Textplatzhalter 12">
            <a:extLst>
              <a:ext uri="{FF2B5EF4-FFF2-40B4-BE49-F238E27FC236}">
                <a16:creationId xmlns:a16="http://schemas.microsoft.com/office/drawing/2014/main" id="{AA9AE1DF-DBF2-4FD9-94A7-2C59E1F53DC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4234495"/>
            <a:ext cx="946655" cy="539942"/>
          </a:xfrm>
        </p:spPr>
        <p:txBody>
          <a:bodyPr wrap="none" lIns="518400" tIns="54000" bIns="54000" anchor="ctr" anchorCtr="0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0F2DB3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en-US" noProof="0"/>
              <a:t>05</a:t>
            </a:r>
          </a:p>
        </p:txBody>
      </p:sp>
      <p:sp>
        <p:nvSpPr>
          <p:cNvPr id="77" name="Textplatzhalter 12">
            <a:extLst>
              <a:ext uri="{FF2B5EF4-FFF2-40B4-BE49-F238E27FC236}">
                <a16:creationId xmlns:a16="http://schemas.microsoft.com/office/drawing/2014/main" id="{6BBCC3E1-662D-4F3D-B750-E4C70FFB43A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0" y="4875470"/>
            <a:ext cx="946655" cy="539942"/>
          </a:xfrm>
        </p:spPr>
        <p:txBody>
          <a:bodyPr wrap="none" lIns="518400" tIns="54000" bIns="54000" anchor="ctr" anchorCtr="0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0F2DB3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en-US" noProof="0"/>
              <a:t>06</a:t>
            </a:r>
          </a:p>
        </p:txBody>
      </p:sp>
      <p:sp>
        <p:nvSpPr>
          <p:cNvPr id="78" name="Textplatzhalter 12">
            <a:extLst>
              <a:ext uri="{FF2B5EF4-FFF2-40B4-BE49-F238E27FC236}">
                <a16:creationId xmlns:a16="http://schemas.microsoft.com/office/drawing/2014/main" id="{341BE001-8BCF-4CFA-995D-4633F1EBEC8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0" y="5516447"/>
            <a:ext cx="946655" cy="539942"/>
          </a:xfrm>
        </p:spPr>
        <p:txBody>
          <a:bodyPr wrap="none" lIns="518400" tIns="54000" bIns="54000" anchor="ctr" anchorCtr="0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0F2DB3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en-US" noProof="0"/>
              <a:t>07</a:t>
            </a:r>
          </a:p>
        </p:txBody>
      </p:sp>
      <p:sp>
        <p:nvSpPr>
          <p:cNvPr id="79" name="Textplatzhalter 12">
            <a:extLst>
              <a:ext uri="{FF2B5EF4-FFF2-40B4-BE49-F238E27FC236}">
                <a16:creationId xmlns:a16="http://schemas.microsoft.com/office/drawing/2014/main" id="{FF924AF4-29E6-4D0D-A656-F1385B9DE279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0" y="2311570"/>
            <a:ext cx="946655" cy="539942"/>
          </a:xfrm>
        </p:spPr>
        <p:txBody>
          <a:bodyPr wrap="none" lIns="518400" tIns="54000" bIns="54000" anchor="ctr" anchorCtr="0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0F2DB3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en-US" noProof="0" dirty="0"/>
              <a:t>02</a:t>
            </a:r>
          </a:p>
        </p:txBody>
      </p:sp>
      <p:sp>
        <p:nvSpPr>
          <p:cNvPr id="35" name="Textplatzhalter 12">
            <a:extLst>
              <a:ext uri="{FF2B5EF4-FFF2-40B4-BE49-F238E27FC236}">
                <a16:creationId xmlns:a16="http://schemas.microsoft.com/office/drawing/2014/main" id="{F2C8B787-6095-434A-9C6C-78A5108C8B6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8319" y="1632212"/>
            <a:ext cx="11160000" cy="3600"/>
          </a:xfrm>
          <a:solidFill>
            <a:srgbClr val="DCE3E9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 </a:t>
            </a:r>
          </a:p>
        </p:txBody>
      </p:sp>
      <p:sp>
        <p:nvSpPr>
          <p:cNvPr id="36" name="Textplatzhalter 12">
            <a:extLst>
              <a:ext uri="{FF2B5EF4-FFF2-40B4-BE49-F238E27FC236}">
                <a16:creationId xmlns:a16="http://schemas.microsoft.com/office/drawing/2014/main" id="{EDBC396B-1D3D-4E70-9A15-834458035ED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18319" y="6091175"/>
            <a:ext cx="11160000" cy="3600"/>
          </a:xfrm>
          <a:solidFill>
            <a:srgbClr val="DCE3E9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 </a:t>
            </a:r>
          </a:p>
        </p:txBody>
      </p:sp>
      <p:sp>
        <p:nvSpPr>
          <p:cNvPr id="37" name="Textplatzhalter 12">
            <a:extLst>
              <a:ext uri="{FF2B5EF4-FFF2-40B4-BE49-F238E27FC236}">
                <a16:creationId xmlns:a16="http://schemas.microsoft.com/office/drawing/2014/main" id="{16496151-4C59-4CA7-9171-93A5E6FD0E3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8319" y="5454182"/>
            <a:ext cx="11160000" cy="3600"/>
          </a:xfrm>
          <a:solidFill>
            <a:srgbClr val="DCE3E9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 </a:t>
            </a:r>
          </a:p>
        </p:txBody>
      </p:sp>
      <p:sp>
        <p:nvSpPr>
          <p:cNvPr id="38" name="Textplatzhalter 12">
            <a:extLst>
              <a:ext uri="{FF2B5EF4-FFF2-40B4-BE49-F238E27FC236}">
                <a16:creationId xmlns:a16="http://schemas.microsoft.com/office/drawing/2014/main" id="{2E872B50-F58D-4049-829B-5D4FC3DD44B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8319" y="4817187"/>
            <a:ext cx="11160000" cy="3600"/>
          </a:xfrm>
          <a:solidFill>
            <a:srgbClr val="DCE3E9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 </a:t>
            </a:r>
          </a:p>
        </p:txBody>
      </p:sp>
      <p:sp>
        <p:nvSpPr>
          <p:cNvPr id="39" name="Textplatzhalter 12">
            <a:extLst>
              <a:ext uri="{FF2B5EF4-FFF2-40B4-BE49-F238E27FC236}">
                <a16:creationId xmlns:a16="http://schemas.microsoft.com/office/drawing/2014/main" id="{365BC96D-ED2D-464E-BC70-A23FF37E8D5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8319" y="4180192"/>
            <a:ext cx="11160000" cy="3600"/>
          </a:xfrm>
          <a:solidFill>
            <a:srgbClr val="DCE3E9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 </a:t>
            </a:r>
          </a:p>
        </p:txBody>
      </p:sp>
      <p:sp>
        <p:nvSpPr>
          <p:cNvPr id="40" name="Textplatzhalter 12">
            <a:extLst>
              <a:ext uri="{FF2B5EF4-FFF2-40B4-BE49-F238E27FC236}">
                <a16:creationId xmlns:a16="http://schemas.microsoft.com/office/drawing/2014/main" id="{B065DB6D-E88A-4417-88AE-F3BDA7535DF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8319" y="3543197"/>
            <a:ext cx="11160000" cy="3600"/>
          </a:xfrm>
          <a:solidFill>
            <a:srgbClr val="DCE3E9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 </a:t>
            </a:r>
          </a:p>
        </p:txBody>
      </p:sp>
      <p:sp>
        <p:nvSpPr>
          <p:cNvPr id="41" name="Textplatzhalter 12">
            <a:extLst>
              <a:ext uri="{FF2B5EF4-FFF2-40B4-BE49-F238E27FC236}">
                <a16:creationId xmlns:a16="http://schemas.microsoft.com/office/drawing/2014/main" id="{AEB6ADF8-03FE-4219-AC3D-60860EB9B1E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18319" y="2906202"/>
            <a:ext cx="11160000" cy="3600"/>
          </a:xfrm>
          <a:solidFill>
            <a:srgbClr val="DCE3E9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 </a:t>
            </a:r>
          </a:p>
        </p:txBody>
      </p:sp>
      <p:sp>
        <p:nvSpPr>
          <p:cNvPr id="42" name="Textplatzhalter 12">
            <a:extLst>
              <a:ext uri="{FF2B5EF4-FFF2-40B4-BE49-F238E27FC236}">
                <a16:creationId xmlns:a16="http://schemas.microsoft.com/office/drawing/2014/main" id="{39606005-B38E-44BD-9756-AFE8B8BBACA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8319" y="2269207"/>
            <a:ext cx="11160000" cy="3600"/>
          </a:xfrm>
          <a:solidFill>
            <a:srgbClr val="DCE3E9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 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008D678-508B-4EAC-8996-9B20ADAA3B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319" y="299633"/>
            <a:ext cx="9740106" cy="369332"/>
          </a:xfrm>
        </p:spPr>
        <p:txBody>
          <a:bodyPr/>
          <a:lstStyle/>
          <a:p>
            <a:r>
              <a:rPr lang="zh-CN" altLang="de-DE" noProof="0" dirty="0"/>
              <a:t>编辑主封面格式</a:t>
            </a:r>
            <a:endParaRPr lang="en-US" noProof="0" dirty="0"/>
          </a:p>
        </p:txBody>
      </p:sp>
      <p:sp>
        <p:nvSpPr>
          <p:cNvPr id="28" name="Textplatzhalter 27">
            <a:extLst>
              <a:ext uri="{FF2B5EF4-FFF2-40B4-BE49-F238E27FC236}">
                <a16:creationId xmlns:a16="http://schemas.microsoft.com/office/drawing/2014/main" id="{10C57EE4-17A8-41AE-AD8F-0C906241B73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08695" y="1713196"/>
            <a:ext cx="4842844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solidFill>
                  <a:schemeClr val="tx1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zh-CN" altLang="de-DE"/>
              <a:t>编辑母版文字格式</a:t>
            </a:r>
            <a:endParaRPr lang="de-DE" dirty="0"/>
          </a:p>
        </p:txBody>
      </p:sp>
      <p:sp>
        <p:nvSpPr>
          <p:cNvPr id="29" name="Textplatzhalter 27">
            <a:extLst>
              <a:ext uri="{FF2B5EF4-FFF2-40B4-BE49-F238E27FC236}">
                <a16:creationId xmlns:a16="http://schemas.microsoft.com/office/drawing/2014/main" id="{EDC138DF-81E8-468E-BE50-5A359E245AF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08695" y="5559048"/>
            <a:ext cx="4842844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zh-CN" altLang="de-DE"/>
              <a:t>编辑母版文字格式</a:t>
            </a:r>
            <a:endParaRPr lang="de-DE" dirty="0"/>
          </a:p>
        </p:txBody>
      </p:sp>
      <p:sp>
        <p:nvSpPr>
          <p:cNvPr id="30" name="Textplatzhalter 27">
            <a:extLst>
              <a:ext uri="{FF2B5EF4-FFF2-40B4-BE49-F238E27FC236}">
                <a16:creationId xmlns:a16="http://schemas.microsoft.com/office/drawing/2014/main" id="{E67A7442-A1B4-49EA-9268-A28469018AD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108695" y="4918071"/>
            <a:ext cx="4842844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zh-CN" altLang="de-DE"/>
              <a:t>编辑母版文字格式</a:t>
            </a:r>
            <a:endParaRPr lang="de-DE" dirty="0"/>
          </a:p>
        </p:txBody>
      </p:sp>
      <p:sp>
        <p:nvSpPr>
          <p:cNvPr id="31" name="Textplatzhalter 27">
            <a:extLst>
              <a:ext uri="{FF2B5EF4-FFF2-40B4-BE49-F238E27FC236}">
                <a16:creationId xmlns:a16="http://schemas.microsoft.com/office/drawing/2014/main" id="{9B7A6C1A-6494-4115-8E54-99DC0DB45D2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08695" y="4277096"/>
            <a:ext cx="4842844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zh-CN" altLang="de-DE"/>
              <a:t>编辑母版文字格式</a:t>
            </a:r>
            <a:endParaRPr lang="de-DE" dirty="0"/>
          </a:p>
        </p:txBody>
      </p:sp>
      <p:sp>
        <p:nvSpPr>
          <p:cNvPr id="32" name="Textplatzhalter 27">
            <a:extLst>
              <a:ext uri="{FF2B5EF4-FFF2-40B4-BE49-F238E27FC236}">
                <a16:creationId xmlns:a16="http://schemas.microsoft.com/office/drawing/2014/main" id="{9D8685BE-5979-43B0-AC0C-74054987778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108695" y="3636121"/>
            <a:ext cx="4842844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zh-CN" altLang="de-DE"/>
              <a:t>编辑母版文字格式</a:t>
            </a:r>
            <a:endParaRPr lang="de-DE" dirty="0"/>
          </a:p>
        </p:txBody>
      </p:sp>
      <p:sp>
        <p:nvSpPr>
          <p:cNvPr id="34" name="Textplatzhalter 27">
            <a:extLst>
              <a:ext uri="{FF2B5EF4-FFF2-40B4-BE49-F238E27FC236}">
                <a16:creationId xmlns:a16="http://schemas.microsoft.com/office/drawing/2014/main" id="{F5438DE9-D033-4100-9761-E4FFFC202FE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08695" y="2354171"/>
            <a:ext cx="4842844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zh-CN" altLang="de-DE"/>
              <a:t>编辑母版文字格式</a:t>
            </a:r>
            <a:endParaRPr lang="de-DE" dirty="0"/>
          </a:p>
        </p:txBody>
      </p:sp>
      <p:sp>
        <p:nvSpPr>
          <p:cNvPr id="54" name="Textplatzhalter 8">
            <a:extLst>
              <a:ext uri="{FF2B5EF4-FFF2-40B4-BE49-F238E27FC236}">
                <a16:creationId xmlns:a16="http://schemas.microsoft.com/office/drawing/2014/main" id="{BB278DD4-3FCE-4782-AF12-45EC1832917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18319" y="642855"/>
            <a:ext cx="9740106" cy="369332"/>
          </a:xfrm>
        </p:spPr>
        <p:txBody>
          <a:bodyPr wrap="square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400">
                <a:latin typeface="ZEISS Frutiger Next W1G"/>
                <a:cs typeface="ZEISS Frutiger Next W1G Lt"/>
              </a:defRPr>
            </a:lvl1pPr>
          </a:lstStyle>
          <a:p>
            <a:pPr lvl="0"/>
            <a:r>
              <a:rPr lang="zh-CN" altLang="de-DE" noProof="0" dirty="0"/>
              <a:t>编辑主文本格式</a:t>
            </a:r>
          </a:p>
        </p:txBody>
      </p:sp>
      <p:sp>
        <p:nvSpPr>
          <p:cNvPr id="55" name="Textplatzhalter 27">
            <a:extLst>
              <a:ext uri="{FF2B5EF4-FFF2-40B4-BE49-F238E27FC236}">
                <a16:creationId xmlns:a16="http://schemas.microsoft.com/office/drawing/2014/main" id="{40334521-65D4-4254-A9E2-9118257ED99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08695" y="2995146"/>
            <a:ext cx="4842844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zh-CN" altLang="de-DE"/>
              <a:t>编辑母版文字格式</a:t>
            </a:r>
            <a:endParaRPr lang="de-DE" dirty="0"/>
          </a:p>
        </p:txBody>
      </p:sp>
      <p:sp>
        <p:nvSpPr>
          <p:cNvPr id="50" name="Textplatzhalter 27">
            <a:extLst>
              <a:ext uri="{FF2B5EF4-FFF2-40B4-BE49-F238E27FC236}">
                <a16:creationId xmlns:a16="http://schemas.microsoft.com/office/drawing/2014/main" id="{58512C69-BAB1-4D42-BE3F-E7ED39890F8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969191" y="1713197"/>
            <a:ext cx="2289234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solidFill>
                  <a:schemeClr val="tx1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zh-TW" altLang="de-DE" noProof="0" dirty="0"/>
              <a:t>添加演讲者</a:t>
            </a:r>
          </a:p>
        </p:txBody>
      </p:sp>
      <p:sp>
        <p:nvSpPr>
          <p:cNvPr id="51" name="Textplatzhalter 27">
            <a:extLst>
              <a:ext uri="{FF2B5EF4-FFF2-40B4-BE49-F238E27FC236}">
                <a16:creationId xmlns:a16="http://schemas.microsoft.com/office/drawing/2014/main" id="{DACC74A9-0A8D-447B-B0A3-A7B3E185024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509624" y="1713197"/>
            <a:ext cx="1166403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solidFill>
                  <a:schemeClr val="tx1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en-US" noProof="0" dirty="0"/>
              <a:t>XX:XX – XX:XX</a:t>
            </a:r>
          </a:p>
        </p:txBody>
      </p:sp>
      <p:sp>
        <p:nvSpPr>
          <p:cNvPr id="52" name="Textplatzhalter 27">
            <a:extLst>
              <a:ext uri="{FF2B5EF4-FFF2-40B4-BE49-F238E27FC236}">
                <a16:creationId xmlns:a16="http://schemas.microsoft.com/office/drawing/2014/main" id="{BC8CE078-446E-44E4-82BB-784C7A3092C2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969191" y="5559049"/>
            <a:ext cx="2289234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solidFill>
                  <a:schemeClr val="tx1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zh-TW" altLang="de-DE" noProof="0"/>
              <a:t>添加演讲者</a:t>
            </a:r>
            <a:endParaRPr lang="zh-TW" altLang="de-DE" noProof="0" dirty="0"/>
          </a:p>
        </p:txBody>
      </p:sp>
      <p:sp>
        <p:nvSpPr>
          <p:cNvPr id="53" name="Textplatzhalter 27">
            <a:extLst>
              <a:ext uri="{FF2B5EF4-FFF2-40B4-BE49-F238E27FC236}">
                <a16:creationId xmlns:a16="http://schemas.microsoft.com/office/drawing/2014/main" id="{DF171C98-FC78-493B-8685-7FC7F1C0047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0509624" y="5559049"/>
            <a:ext cx="1166403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solidFill>
                  <a:schemeClr val="tx1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en-US" noProof="0" dirty="0"/>
              <a:t>XX:XX – XX:XX</a:t>
            </a:r>
          </a:p>
        </p:txBody>
      </p:sp>
      <p:sp>
        <p:nvSpPr>
          <p:cNvPr id="56" name="Textplatzhalter 27">
            <a:extLst>
              <a:ext uri="{FF2B5EF4-FFF2-40B4-BE49-F238E27FC236}">
                <a16:creationId xmlns:a16="http://schemas.microsoft.com/office/drawing/2014/main" id="{4902C768-3FF3-4324-ACE9-E6CC67486D92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969191" y="4918072"/>
            <a:ext cx="2289234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solidFill>
                  <a:schemeClr val="tx1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zh-TW" altLang="de-DE" noProof="0"/>
              <a:t>添加演讲者</a:t>
            </a:r>
            <a:endParaRPr lang="zh-TW" altLang="de-DE" noProof="0" dirty="0"/>
          </a:p>
        </p:txBody>
      </p:sp>
      <p:sp>
        <p:nvSpPr>
          <p:cNvPr id="57" name="Textplatzhalter 27">
            <a:extLst>
              <a:ext uri="{FF2B5EF4-FFF2-40B4-BE49-F238E27FC236}">
                <a16:creationId xmlns:a16="http://schemas.microsoft.com/office/drawing/2014/main" id="{382B9CCC-AC5B-4731-B3FF-0ED29CD5232D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509624" y="4918072"/>
            <a:ext cx="1166403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solidFill>
                  <a:schemeClr val="tx1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en-US" noProof="0" dirty="0"/>
              <a:t>XX:XX – XX:XX</a:t>
            </a:r>
          </a:p>
        </p:txBody>
      </p:sp>
      <p:sp>
        <p:nvSpPr>
          <p:cNvPr id="58" name="Textplatzhalter 27">
            <a:extLst>
              <a:ext uri="{FF2B5EF4-FFF2-40B4-BE49-F238E27FC236}">
                <a16:creationId xmlns:a16="http://schemas.microsoft.com/office/drawing/2014/main" id="{0CD871D3-6404-4FD8-BAA7-341A607318F7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969191" y="4277097"/>
            <a:ext cx="2289234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solidFill>
                  <a:schemeClr val="tx1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zh-TW" altLang="de-DE" noProof="0"/>
              <a:t>添加演讲者</a:t>
            </a:r>
            <a:endParaRPr lang="zh-TW" altLang="de-DE" noProof="0" dirty="0"/>
          </a:p>
        </p:txBody>
      </p:sp>
      <p:sp>
        <p:nvSpPr>
          <p:cNvPr id="66" name="Textplatzhalter 27">
            <a:extLst>
              <a:ext uri="{FF2B5EF4-FFF2-40B4-BE49-F238E27FC236}">
                <a16:creationId xmlns:a16="http://schemas.microsoft.com/office/drawing/2014/main" id="{EE9FAF77-111B-4232-B922-F5C2DAEC0AE9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0509624" y="4277097"/>
            <a:ext cx="1166403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solidFill>
                  <a:schemeClr val="tx1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en-US" noProof="0" dirty="0"/>
              <a:t>XX:XX – XX:XX</a:t>
            </a:r>
          </a:p>
        </p:txBody>
      </p:sp>
      <p:sp>
        <p:nvSpPr>
          <p:cNvPr id="67" name="Textplatzhalter 27">
            <a:extLst>
              <a:ext uri="{FF2B5EF4-FFF2-40B4-BE49-F238E27FC236}">
                <a16:creationId xmlns:a16="http://schemas.microsoft.com/office/drawing/2014/main" id="{DCF7C6C8-DFBE-4825-ADB4-31A94B3CB72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969191" y="3636122"/>
            <a:ext cx="2289234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solidFill>
                  <a:schemeClr val="tx1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zh-TW" altLang="de-DE" noProof="0"/>
              <a:t>添加演讲者</a:t>
            </a:r>
            <a:endParaRPr lang="zh-TW" altLang="de-DE" noProof="0" dirty="0"/>
          </a:p>
        </p:txBody>
      </p:sp>
      <p:sp>
        <p:nvSpPr>
          <p:cNvPr id="68" name="Textplatzhalter 27">
            <a:extLst>
              <a:ext uri="{FF2B5EF4-FFF2-40B4-BE49-F238E27FC236}">
                <a16:creationId xmlns:a16="http://schemas.microsoft.com/office/drawing/2014/main" id="{2F1B5A69-546B-4EB7-BE67-2CEF1A9F4DA9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0509624" y="3636122"/>
            <a:ext cx="1166403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solidFill>
                  <a:schemeClr val="tx1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en-US" noProof="0" dirty="0"/>
              <a:t>XX:XX – XX:XX</a:t>
            </a:r>
          </a:p>
        </p:txBody>
      </p:sp>
      <p:sp>
        <p:nvSpPr>
          <p:cNvPr id="69" name="Textplatzhalter 27">
            <a:extLst>
              <a:ext uri="{FF2B5EF4-FFF2-40B4-BE49-F238E27FC236}">
                <a16:creationId xmlns:a16="http://schemas.microsoft.com/office/drawing/2014/main" id="{2CA2A27B-96C0-4A80-8249-E8495A5FF8DE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969191" y="2995147"/>
            <a:ext cx="2289234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solidFill>
                  <a:schemeClr val="tx1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zh-TW" altLang="de-DE" noProof="0"/>
              <a:t>添加演讲者</a:t>
            </a:r>
            <a:endParaRPr lang="zh-TW" altLang="de-DE" noProof="0" dirty="0"/>
          </a:p>
        </p:txBody>
      </p:sp>
      <p:sp>
        <p:nvSpPr>
          <p:cNvPr id="70" name="Textplatzhalter 27">
            <a:extLst>
              <a:ext uri="{FF2B5EF4-FFF2-40B4-BE49-F238E27FC236}">
                <a16:creationId xmlns:a16="http://schemas.microsoft.com/office/drawing/2014/main" id="{08CDD6D7-EDFC-4C37-99AB-4969F8D6D034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0509624" y="2995147"/>
            <a:ext cx="1166403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solidFill>
                  <a:schemeClr val="tx1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en-US" noProof="0" dirty="0"/>
              <a:t>XX:XX – XX:XX</a:t>
            </a:r>
          </a:p>
        </p:txBody>
      </p:sp>
      <p:sp>
        <p:nvSpPr>
          <p:cNvPr id="71" name="Textplatzhalter 27">
            <a:extLst>
              <a:ext uri="{FF2B5EF4-FFF2-40B4-BE49-F238E27FC236}">
                <a16:creationId xmlns:a16="http://schemas.microsoft.com/office/drawing/2014/main" id="{FCDE6D54-5B75-4F38-8485-8FC6CF1A426B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7969191" y="2354172"/>
            <a:ext cx="2289234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solidFill>
                  <a:schemeClr val="tx1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zh-TW" altLang="de-DE" noProof="0"/>
              <a:t>添加演讲者</a:t>
            </a:r>
            <a:endParaRPr lang="zh-TW" altLang="de-DE" noProof="0" dirty="0"/>
          </a:p>
        </p:txBody>
      </p:sp>
      <p:sp>
        <p:nvSpPr>
          <p:cNvPr id="72" name="Textplatzhalter 27">
            <a:extLst>
              <a:ext uri="{FF2B5EF4-FFF2-40B4-BE49-F238E27FC236}">
                <a16:creationId xmlns:a16="http://schemas.microsoft.com/office/drawing/2014/main" id="{895225C6-8D81-4835-904C-A57B5DC158C8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509624" y="2354172"/>
            <a:ext cx="1166403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solidFill>
                  <a:schemeClr val="tx1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en-US" noProof="0" dirty="0"/>
              <a:t>XX:XX – XX:XX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F5084BC-D39E-41E2-AE8B-15BCB11E2D07}"/>
              </a:ext>
            </a:extLst>
          </p:cNvPr>
          <p:cNvSpPr>
            <a:spLocks noGrp="1"/>
          </p:cNvSpPr>
          <p:nvPr>
            <p:ph type="ftr" sz="quarter" idx="60"/>
          </p:nvPr>
        </p:nvSpPr>
        <p:spPr/>
        <p:txBody>
          <a:bodyPr/>
          <a:lstStyle/>
          <a:p>
            <a:r>
              <a:rPr lang="de-DE" altLang="zh-TW"/>
              <a:t>ZEISS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BF09F8F-88B8-4175-9E31-F02769419359}"/>
              </a:ext>
            </a:extLst>
          </p:cNvPr>
          <p:cNvSpPr>
            <a:spLocks noGrp="1"/>
          </p:cNvSpPr>
          <p:nvPr>
            <p:ph type="sldNum" sz="quarter" idx="61"/>
          </p:nvPr>
        </p:nvSpPr>
        <p:spPr/>
        <p:txBody>
          <a:bodyPr/>
          <a:lstStyle/>
          <a:p>
            <a:fld id="{C6A4AD45-2621-4550-9DC5-4911F1B5FA4D}" type="slidenum">
              <a:rPr lang="de-DE" smtClean="0">
                <a:latin typeface="Microsoft YaHei" panose="020B0503020204020204" pitchFamily="34" charset="-122"/>
              </a:rPr>
              <a:pPr/>
              <a:t>‹#›</a:t>
            </a:fld>
            <a:endParaRPr lang="de-DE" dirty="0"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5280135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platzhalter 12">
            <a:extLst>
              <a:ext uri="{FF2B5EF4-FFF2-40B4-BE49-F238E27FC236}">
                <a16:creationId xmlns:a16="http://schemas.microsoft.com/office/drawing/2014/main" id="{60B1A2EF-7EA6-48D0-837F-6AA82730ACA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8319" y="1632212"/>
            <a:ext cx="11160000" cy="3600"/>
          </a:xfrm>
          <a:solidFill>
            <a:srgbClr val="DCE3E9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 </a:t>
            </a:r>
          </a:p>
        </p:txBody>
      </p:sp>
      <p:sp>
        <p:nvSpPr>
          <p:cNvPr id="45" name="Textplatzhalter 12">
            <a:extLst>
              <a:ext uri="{FF2B5EF4-FFF2-40B4-BE49-F238E27FC236}">
                <a16:creationId xmlns:a16="http://schemas.microsoft.com/office/drawing/2014/main" id="{11D754A6-9116-418B-B54D-167359953A8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18319" y="6091175"/>
            <a:ext cx="11160000" cy="3600"/>
          </a:xfrm>
          <a:solidFill>
            <a:srgbClr val="DCE3E9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 </a:t>
            </a:r>
          </a:p>
        </p:txBody>
      </p:sp>
      <p:sp>
        <p:nvSpPr>
          <p:cNvPr id="46" name="Textplatzhalter 12">
            <a:extLst>
              <a:ext uri="{FF2B5EF4-FFF2-40B4-BE49-F238E27FC236}">
                <a16:creationId xmlns:a16="http://schemas.microsoft.com/office/drawing/2014/main" id="{2A741A2A-D48F-4186-A933-A38C7FB3FD6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8319" y="5454182"/>
            <a:ext cx="11160000" cy="3600"/>
          </a:xfrm>
          <a:solidFill>
            <a:srgbClr val="DCE3E9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 </a:t>
            </a:r>
          </a:p>
        </p:txBody>
      </p:sp>
      <p:sp>
        <p:nvSpPr>
          <p:cNvPr id="52" name="Textplatzhalter 12">
            <a:extLst>
              <a:ext uri="{FF2B5EF4-FFF2-40B4-BE49-F238E27FC236}">
                <a16:creationId xmlns:a16="http://schemas.microsoft.com/office/drawing/2014/main" id="{0C3A2905-336F-4115-8CFF-4EDC8CA10A2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8319" y="4817187"/>
            <a:ext cx="11160000" cy="3600"/>
          </a:xfrm>
          <a:solidFill>
            <a:srgbClr val="DCE3E9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 </a:t>
            </a:r>
          </a:p>
        </p:txBody>
      </p:sp>
      <p:sp>
        <p:nvSpPr>
          <p:cNvPr id="53" name="Textplatzhalter 12">
            <a:extLst>
              <a:ext uri="{FF2B5EF4-FFF2-40B4-BE49-F238E27FC236}">
                <a16:creationId xmlns:a16="http://schemas.microsoft.com/office/drawing/2014/main" id="{D2E7C502-228D-4891-B233-D5B3639E680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8319" y="4180192"/>
            <a:ext cx="11160000" cy="3600"/>
          </a:xfrm>
          <a:solidFill>
            <a:srgbClr val="DCE3E9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 </a:t>
            </a:r>
          </a:p>
        </p:txBody>
      </p:sp>
      <p:sp>
        <p:nvSpPr>
          <p:cNvPr id="56" name="Textplatzhalter 12">
            <a:extLst>
              <a:ext uri="{FF2B5EF4-FFF2-40B4-BE49-F238E27FC236}">
                <a16:creationId xmlns:a16="http://schemas.microsoft.com/office/drawing/2014/main" id="{1C5C67FD-A2AC-4A23-ADAA-700FEE60878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8319" y="3543197"/>
            <a:ext cx="11160000" cy="3600"/>
          </a:xfrm>
          <a:solidFill>
            <a:srgbClr val="DCE3E9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 </a:t>
            </a:r>
          </a:p>
        </p:txBody>
      </p:sp>
      <p:sp>
        <p:nvSpPr>
          <p:cNvPr id="58" name="Textplatzhalter 12">
            <a:extLst>
              <a:ext uri="{FF2B5EF4-FFF2-40B4-BE49-F238E27FC236}">
                <a16:creationId xmlns:a16="http://schemas.microsoft.com/office/drawing/2014/main" id="{1AFD6221-79AF-4FDB-9DC1-82609545876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18319" y="2906202"/>
            <a:ext cx="11160000" cy="3600"/>
          </a:xfrm>
          <a:solidFill>
            <a:srgbClr val="DCE3E9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 </a:t>
            </a:r>
          </a:p>
        </p:txBody>
      </p:sp>
      <p:sp>
        <p:nvSpPr>
          <p:cNvPr id="59" name="Textplatzhalter 12">
            <a:extLst>
              <a:ext uri="{FF2B5EF4-FFF2-40B4-BE49-F238E27FC236}">
                <a16:creationId xmlns:a16="http://schemas.microsoft.com/office/drawing/2014/main" id="{8F427141-71C3-435A-8417-99837EB6300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8319" y="2269207"/>
            <a:ext cx="11160000" cy="3600"/>
          </a:xfrm>
          <a:solidFill>
            <a:srgbClr val="DCE3E9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 </a:t>
            </a:r>
          </a:p>
        </p:txBody>
      </p:sp>
      <p:sp>
        <p:nvSpPr>
          <p:cNvPr id="60" name="Textplatzhalter 12">
            <a:extLst>
              <a:ext uri="{FF2B5EF4-FFF2-40B4-BE49-F238E27FC236}">
                <a16:creationId xmlns:a16="http://schemas.microsoft.com/office/drawing/2014/main" id="{2DD13305-EDD9-442A-B5DD-464D67D894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1609040"/>
            <a:ext cx="12192000" cy="663053"/>
          </a:xfrm>
          <a:solidFill>
            <a:srgbClr val="0F2DB3"/>
          </a:solidFill>
        </p:spPr>
        <p:txBody>
          <a:bodyPr wrap="square" lIns="518400" tIns="54000" bIns="54000"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800" b="1">
                <a:solidFill>
                  <a:schemeClr val="bg1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en-US" noProof="0"/>
              <a:t>01</a:t>
            </a:r>
          </a:p>
        </p:txBody>
      </p:sp>
      <p:sp>
        <p:nvSpPr>
          <p:cNvPr id="61" name="Textplatzhalter 12">
            <a:extLst>
              <a:ext uri="{FF2B5EF4-FFF2-40B4-BE49-F238E27FC236}">
                <a16:creationId xmlns:a16="http://schemas.microsoft.com/office/drawing/2014/main" id="{8C6B7371-9556-494C-BAFC-7DFF75248A0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2890990"/>
            <a:ext cx="12192000" cy="663053"/>
          </a:xfrm>
        </p:spPr>
        <p:txBody>
          <a:bodyPr wrap="square" lIns="518400" tIns="54000" bIns="54000"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0F2DB3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en-US" noProof="0"/>
              <a:t>03</a:t>
            </a:r>
          </a:p>
        </p:txBody>
      </p:sp>
      <p:sp>
        <p:nvSpPr>
          <p:cNvPr id="62" name="Textplatzhalter 12">
            <a:extLst>
              <a:ext uri="{FF2B5EF4-FFF2-40B4-BE49-F238E27FC236}">
                <a16:creationId xmlns:a16="http://schemas.microsoft.com/office/drawing/2014/main" id="{C7DE99D6-5DC2-4A4C-9D8F-55BB11C9D68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3531965"/>
            <a:ext cx="12192000" cy="663053"/>
          </a:xfrm>
        </p:spPr>
        <p:txBody>
          <a:bodyPr wrap="square" lIns="518400" tIns="54000" bIns="54000"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0F2DB3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en-US" noProof="0"/>
              <a:t>04</a:t>
            </a:r>
          </a:p>
        </p:txBody>
      </p:sp>
      <p:sp>
        <p:nvSpPr>
          <p:cNvPr id="63" name="Textplatzhalter 12">
            <a:extLst>
              <a:ext uri="{FF2B5EF4-FFF2-40B4-BE49-F238E27FC236}">
                <a16:creationId xmlns:a16="http://schemas.microsoft.com/office/drawing/2014/main" id="{23723DAB-6D78-4724-8772-28387EA5B47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4172940"/>
            <a:ext cx="12192000" cy="663053"/>
          </a:xfrm>
        </p:spPr>
        <p:txBody>
          <a:bodyPr wrap="square" lIns="518400" tIns="54000" bIns="54000"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0F2DB3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en-US" noProof="0"/>
              <a:t>05</a:t>
            </a:r>
          </a:p>
        </p:txBody>
      </p:sp>
      <p:sp>
        <p:nvSpPr>
          <p:cNvPr id="64" name="Textplatzhalter 12">
            <a:extLst>
              <a:ext uri="{FF2B5EF4-FFF2-40B4-BE49-F238E27FC236}">
                <a16:creationId xmlns:a16="http://schemas.microsoft.com/office/drawing/2014/main" id="{769E9AD8-F60D-43DC-BF3A-5026662A372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0" y="4813915"/>
            <a:ext cx="12192000" cy="663053"/>
          </a:xfrm>
        </p:spPr>
        <p:txBody>
          <a:bodyPr wrap="square" lIns="518400" tIns="54000" bIns="54000"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0F2DB3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en-US" noProof="0"/>
              <a:t>06</a:t>
            </a:r>
          </a:p>
        </p:txBody>
      </p:sp>
      <p:sp>
        <p:nvSpPr>
          <p:cNvPr id="65" name="Textplatzhalter 12">
            <a:extLst>
              <a:ext uri="{FF2B5EF4-FFF2-40B4-BE49-F238E27FC236}">
                <a16:creationId xmlns:a16="http://schemas.microsoft.com/office/drawing/2014/main" id="{1081EFB9-FE18-4F3C-8672-EB70FF7EA82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0" y="5454892"/>
            <a:ext cx="12192000" cy="663053"/>
          </a:xfrm>
        </p:spPr>
        <p:txBody>
          <a:bodyPr wrap="square" lIns="518400" tIns="54000" bIns="54000"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0F2DB3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en-US" noProof="0"/>
              <a:t>07</a:t>
            </a:r>
          </a:p>
        </p:txBody>
      </p:sp>
      <p:sp>
        <p:nvSpPr>
          <p:cNvPr id="66" name="Textplatzhalter 12">
            <a:extLst>
              <a:ext uri="{FF2B5EF4-FFF2-40B4-BE49-F238E27FC236}">
                <a16:creationId xmlns:a16="http://schemas.microsoft.com/office/drawing/2014/main" id="{E94757B5-7F5A-4E0B-840E-C22292BF9CC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0" y="2250015"/>
            <a:ext cx="12192000" cy="663053"/>
          </a:xfrm>
        </p:spPr>
        <p:txBody>
          <a:bodyPr wrap="square" lIns="518400" tIns="54000" bIns="54000"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0F2DB3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en-US" noProof="0" dirty="0"/>
              <a:t>02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008D678-508B-4EAC-8996-9B20ADAA3B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de-DE" noProof="0" dirty="0"/>
              <a:t>编辑主封面格式</a:t>
            </a:r>
            <a:endParaRPr lang="en-US" noProof="0" dirty="0"/>
          </a:p>
        </p:txBody>
      </p:sp>
      <p:sp>
        <p:nvSpPr>
          <p:cNvPr id="54" name="Textplatzhalter 8">
            <a:extLst>
              <a:ext uri="{FF2B5EF4-FFF2-40B4-BE49-F238E27FC236}">
                <a16:creationId xmlns:a16="http://schemas.microsoft.com/office/drawing/2014/main" id="{BB278DD4-3FCE-4782-AF12-45EC1832917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18319" y="642855"/>
            <a:ext cx="9740106" cy="369332"/>
          </a:xfrm>
        </p:spPr>
        <p:txBody>
          <a:bodyPr wrap="square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400">
                <a:latin typeface="ZEISS Frutiger Next W1G"/>
                <a:cs typeface="ZEISS Frutiger Next W1G Lt"/>
              </a:defRPr>
            </a:lvl1pPr>
          </a:lstStyle>
          <a:p>
            <a:pPr lvl="0"/>
            <a:r>
              <a:rPr lang="zh-CN" altLang="de-DE" noProof="0" dirty="0"/>
              <a:t>编辑主文本格式</a:t>
            </a:r>
          </a:p>
        </p:txBody>
      </p:sp>
      <p:sp>
        <p:nvSpPr>
          <p:cNvPr id="28" name="Textplatzhalter 27">
            <a:extLst>
              <a:ext uri="{FF2B5EF4-FFF2-40B4-BE49-F238E27FC236}">
                <a16:creationId xmlns:a16="http://schemas.microsoft.com/office/drawing/2014/main" id="{10C57EE4-17A8-41AE-AD8F-0C906241B73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08694" y="1713196"/>
            <a:ext cx="5131769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solidFill>
                  <a:schemeClr val="bg1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zh-CN" altLang="de-DE"/>
              <a:t>编辑母版文字格式</a:t>
            </a:r>
            <a:endParaRPr lang="de-DE" dirty="0"/>
          </a:p>
        </p:txBody>
      </p:sp>
      <p:sp>
        <p:nvSpPr>
          <p:cNvPr id="29" name="Textplatzhalter 27">
            <a:extLst>
              <a:ext uri="{FF2B5EF4-FFF2-40B4-BE49-F238E27FC236}">
                <a16:creationId xmlns:a16="http://schemas.microsoft.com/office/drawing/2014/main" id="{EDC138DF-81E8-468E-BE50-5A359E245AF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08694" y="5559048"/>
            <a:ext cx="5131769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zh-CN" altLang="de-DE"/>
              <a:t>编辑母版文字格式</a:t>
            </a:r>
            <a:endParaRPr lang="de-DE" dirty="0"/>
          </a:p>
        </p:txBody>
      </p:sp>
      <p:sp>
        <p:nvSpPr>
          <p:cNvPr id="30" name="Textplatzhalter 27">
            <a:extLst>
              <a:ext uri="{FF2B5EF4-FFF2-40B4-BE49-F238E27FC236}">
                <a16:creationId xmlns:a16="http://schemas.microsoft.com/office/drawing/2014/main" id="{E67A7442-A1B4-49EA-9268-A28469018AD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108694" y="4918071"/>
            <a:ext cx="5131769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zh-CN" altLang="de-DE"/>
              <a:t>编辑母版文字格式</a:t>
            </a:r>
            <a:endParaRPr lang="de-DE" dirty="0"/>
          </a:p>
        </p:txBody>
      </p:sp>
      <p:sp>
        <p:nvSpPr>
          <p:cNvPr id="31" name="Textplatzhalter 27">
            <a:extLst>
              <a:ext uri="{FF2B5EF4-FFF2-40B4-BE49-F238E27FC236}">
                <a16:creationId xmlns:a16="http://schemas.microsoft.com/office/drawing/2014/main" id="{9B7A6C1A-6494-4115-8E54-99DC0DB45D2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08694" y="4277096"/>
            <a:ext cx="5131769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zh-CN" altLang="de-DE"/>
              <a:t>编辑母版文字格式</a:t>
            </a:r>
            <a:endParaRPr lang="de-DE" dirty="0"/>
          </a:p>
        </p:txBody>
      </p:sp>
      <p:sp>
        <p:nvSpPr>
          <p:cNvPr id="32" name="Textplatzhalter 27">
            <a:extLst>
              <a:ext uri="{FF2B5EF4-FFF2-40B4-BE49-F238E27FC236}">
                <a16:creationId xmlns:a16="http://schemas.microsoft.com/office/drawing/2014/main" id="{9D8685BE-5979-43B0-AC0C-74054987778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108694" y="3636121"/>
            <a:ext cx="5131769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zh-CN" altLang="de-DE"/>
              <a:t>编辑母版文字格式</a:t>
            </a:r>
            <a:endParaRPr lang="de-DE" dirty="0"/>
          </a:p>
        </p:txBody>
      </p:sp>
      <p:sp>
        <p:nvSpPr>
          <p:cNvPr id="34" name="Textplatzhalter 27">
            <a:extLst>
              <a:ext uri="{FF2B5EF4-FFF2-40B4-BE49-F238E27FC236}">
                <a16:creationId xmlns:a16="http://schemas.microsoft.com/office/drawing/2014/main" id="{F5438DE9-D033-4100-9761-E4FFFC202FE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08694" y="2354171"/>
            <a:ext cx="5131769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zh-CN" altLang="de-DE"/>
              <a:t>编辑母版文字格式</a:t>
            </a:r>
            <a:endParaRPr lang="de-DE" dirty="0"/>
          </a:p>
        </p:txBody>
      </p:sp>
      <p:sp>
        <p:nvSpPr>
          <p:cNvPr id="55" name="Textplatzhalter 27">
            <a:extLst>
              <a:ext uri="{FF2B5EF4-FFF2-40B4-BE49-F238E27FC236}">
                <a16:creationId xmlns:a16="http://schemas.microsoft.com/office/drawing/2014/main" id="{40334521-65D4-4254-A9E2-9118257ED99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08694" y="2995146"/>
            <a:ext cx="5131769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zh-CN" altLang="de-DE"/>
              <a:t>编辑母版文字格式</a:t>
            </a:r>
            <a:endParaRPr lang="de-DE" dirty="0"/>
          </a:p>
        </p:txBody>
      </p:sp>
      <p:sp>
        <p:nvSpPr>
          <p:cNvPr id="35" name="Textplatzhalter 27">
            <a:extLst>
              <a:ext uri="{FF2B5EF4-FFF2-40B4-BE49-F238E27FC236}">
                <a16:creationId xmlns:a16="http://schemas.microsoft.com/office/drawing/2014/main" id="{5D1F0EEC-FD48-4FB3-810E-FD14CD7BC28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969191" y="1713197"/>
            <a:ext cx="2289234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solidFill>
                  <a:schemeClr val="bg1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zh-TW" altLang="de-DE" noProof="0"/>
              <a:t>添加演讲者</a:t>
            </a:r>
            <a:endParaRPr lang="zh-TW" altLang="de-DE" noProof="0" dirty="0"/>
          </a:p>
        </p:txBody>
      </p:sp>
      <p:sp>
        <p:nvSpPr>
          <p:cNvPr id="36" name="Textplatzhalter 27">
            <a:extLst>
              <a:ext uri="{FF2B5EF4-FFF2-40B4-BE49-F238E27FC236}">
                <a16:creationId xmlns:a16="http://schemas.microsoft.com/office/drawing/2014/main" id="{918D07F7-4ACB-4BC3-B11D-0FF0B3A4B90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509624" y="1713197"/>
            <a:ext cx="1166403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solidFill>
                  <a:schemeClr val="bg1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en-US" noProof="0" dirty="0"/>
              <a:t>XX:XX – XX:XX</a:t>
            </a:r>
          </a:p>
        </p:txBody>
      </p:sp>
      <p:sp>
        <p:nvSpPr>
          <p:cNvPr id="37" name="Textplatzhalter 27">
            <a:extLst>
              <a:ext uri="{FF2B5EF4-FFF2-40B4-BE49-F238E27FC236}">
                <a16:creationId xmlns:a16="http://schemas.microsoft.com/office/drawing/2014/main" id="{E6D3B839-D89D-4F63-8BF4-A73794E0190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969191" y="5559049"/>
            <a:ext cx="2289234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solidFill>
                  <a:schemeClr val="tx1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zh-TW" altLang="de-DE" noProof="0"/>
              <a:t>添加演讲者</a:t>
            </a:r>
            <a:endParaRPr lang="zh-TW" altLang="de-DE" noProof="0" dirty="0"/>
          </a:p>
        </p:txBody>
      </p:sp>
      <p:sp>
        <p:nvSpPr>
          <p:cNvPr id="38" name="Textplatzhalter 27">
            <a:extLst>
              <a:ext uri="{FF2B5EF4-FFF2-40B4-BE49-F238E27FC236}">
                <a16:creationId xmlns:a16="http://schemas.microsoft.com/office/drawing/2014/main" id="{0046F955-E9B3-41EA-A5CF-4905849F77D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0509624" y="5559049"/>
            <a:ext cx="1166403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solidFill>
                  <a:schemeClr val="tx1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en-US" noProof="0" dirty="0"/>
              <a:t>XX:XX – XX:XX</a:t>
            </a:r>
          </a:p>
        </p:txBody>
      </p:sp>
      <p:sp>
        <p:nvSpPr>
          <p:cNvPr id="39" name="Textplatzhalter 27">
            <a:extLst>
              <a:ext uri="{FF2B5EF4-FFF2-40B4-BE49-F238E27FC236}">
                <a16:creationId xmlns:a16="http://schemas.microsoft.com/office/drawing/2014/main" id="{E56CCD57-2A45-418D-BC05-2BC530B9048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969191" y="4918072"/>
            <a:ext cx="2289234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solidFill>
                  <a:schemeClr val="tx1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zh-TW" altLang="de-DE" noProof="0"/>
              <a:t>添加演讲者</a:t>
            </a:r>
            <a:endParaRPr lang="zh-TW" altLang="de-DE" noProof="0" dirty="0"/>
          </a:p>
        </p:txBody>
      </p:sp>
      <p:sp>
        <p:nvSpPr>
          <p:cNvPr id="40" name="Textplatzhalter 27">
            <a:extLst>
              <a:ext uri="{FF2B5EF4-FFF2-40B4-BE49-F238E27FC236}">
                <a16:creationId xmlns:a16="http://schemas.microsoft.com/office/drawing/2014/main" id="{3E528590-4FE2-488F-9DC6-35CDF609E8B3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0509624" y="4918072"/>
            <a:ext cx="1166403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solidFill>
                  <a:schemeClr val="tx1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en-US" noProof="0" dirty="0"/>
              <a:t>XX:XX – XX:XX</a:t>
            </a:r>
          </a:p>
        </p:txBody>
      </p:sp>
      <p:sp>
        <p:nvSpPr>
          <p:cNvPr id="41" name="Textplatzhalter 27">
            <a:extLst>
              <a:ext uri="{FF2B5EF4-FFF2-40B4-BE49-F238E27FC236}">
                <a16:creationId xmlns:a16="http://schemas.microsoft.com/office/drawing/2014/main" id="{24ACE534-D550-4823-937E-5E86B5B0FB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969191" y="4277097"/>
            <a:ext cx="2289234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solidFill>
                  <a:schemeClr val="tx1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zh-TW" altLang="de-DE" noProof="0"/>
              <a:t>添加演讲者</a:t>
            </a:r>
            <a:endParaRPr lang="zh-TW" altLang="de-DE" noProof="0" dirty="0"/>
          </a:p>
        </p:txBody>
      </p:sp>
      <p:sp>
        <p:nvSpPr>
          <p:cNvPr id="42" name="Textplatzhalter 27">
            <a:extLst>
              <a:ext uri="{FF2B5EF4-FFF2-40B4-BE49-F238E27FC236}">
                <a16:creationId xmlns:a16="http://schemas.microsoft.com/office/drawing/2014/main" id="{69C3BCC9-69D3-4C3E-A8DE-517F0C7F2FA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0509624" y="4277097"/>
            <a:ext cx="1166403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solidFill>
                  <a:schemeClr val="tx1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en-US" noProof="0" dirty="0"/>
              <a:t>XX:XX – XX:XX</a:t>
            </a:r>
          </a:p>
        </p:txBody>
      </p:sp>
      <p:sp>
        <p:nvSpPr>
          <p:cNvPr id="43" name="Textplatzhalter 27">
            <a:extLst>
              <a:ext uri="{FF2B5EF4-FFF2-40B4-BE49-F238E27FC236}">
                <a16:creationId xmlns:a16="http://schemas.microsoft.com/office/drawing/2014/main" id="{0E48227E-5F12-4125-A9F9-EA5D1302194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969191" y="3636122"/>
            <a:ext cx="2289234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solidFill>
                  <a:schemeClr val="tx1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zh-TW" altLang="de-DE" noProof="0"/>
              <a:t>添加演讲者</a:t>
            </a:r>
            <a:endParaRPr lang="zh-TW" altLang="de-DE" noProof="0" dirty="0"/>
          </a:p>
        </p:txBody>
      </p:sp>
      <p:sp>
        <p:nvSpPr>
          <p:cNvPr id="47" name="Textplatzhalter 27">
            <a:extLst>
              <a:ext uri="{FF2B5EF4-FFF2-40B4-BE49-F238E27FC236}">
                <a16:creationId xmlns:a16="http://schemas.microsoft.com/office/drawing/2014/main" id="{891587E3-988F-4B4A-B30A-FD6BB8336F5C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0509624" y="3636122"/>
            <a:ext cx="1166403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solidFill>
                  <a:schemeClr val="tx1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en-US" noProof="0" dirty="0"/>
              <a:t>XX:XX – XX:XX</a:t>
            </a:r>
          </a:p>
        </p:txBody>
      </p:sp>
      <p:sp>
        <p:nvSpPr>
          <p:cNvPr id="48" name="Textplatzhalter 27">
            <a:extLst>
              <a:ext uri="{FF2B5EF4-FFF2-40B4-BE49-F238E27FC236}">
                <a16:creationId xmlns:a16="http://schemas.microsoft.com/office/drawing/2014/main" id="{983071D8-3C1D-4F32-A4AC-97A0A35658F0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969191" y="2995147"/>
            <a:ext cx="2289234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solidFill>
                  <a:schemeClr val="tx1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zh-TW" altLang="de-DE" noProof="0"/>
              <a:t>添加演讲者</a:t>
            </a:r>
            <a:endParaRPr lang="zh-TW" altLang="de-DE" noProof="0" dirty="0"/>
          </a:p>
        </p:txBody>
      </p:sp>
      <p:sp>
        <p:nvSpPr>
          <p:cNvPr id="49" name="Textplatzhalter 27">
            <a:extLst>
              <a:ext uri="{FF2B5EF4-FFF2-40B4-BE49-F238E27FC236}">
                <a16:creationId xmlns:a16="http://schemas.microsoft.com/office/drawing/2014/main" id="{2A8B2701-9772-4251-BD49-3E07FD4C80D7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0509624" y="2995147"/>
            <a:ext cx="1166403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solidFill>
                  <a:schemeClr val="tx1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en-US" noProof="0" dirty="0"/>
              <a:t>XX:XX – XX:XX</a:t>
            </a:r>
          </a:p>
        </p:txBody>
      </p:sp>
      <p:sp>
        <p:nvSpPr>
          <p:cNvPr id="50" name="Textplatzhalter 27">
            <a:extLst>
              <a:ext uri="{FF2B5EF4-FFF2-40B4-BE49-F238E27FC236}">
                <a16:creationId xmlns:a16="http://schemas.microsoft.com/office/drawing/2014/main" id="{3F0A58D0-C03A-4E00-9478-99DDF7BCEBFD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969191" y="2354172"/>
            <a:ext cx="2289234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solidFill>
                  <a:schemeClr val="tx1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zh-TW" altLang="de-DE" noProof="0"/>
              <a:t>添加演讲者</a:t>
            </a:r>
            <a:endParaRPr lang="zh-TW" altLang="de-DE" noProof="0" dirty="0"/>
          </a:p>
        </p:txBody>
      </p:sp>
      <p:sp>
        <p:nvSpPr>
          <p:cNvPr id="51" name="Textplatzhalter 27">
            <a:extLst>
              <a:ext uri="{FF2B5EF4-FFF2-40B4-BE49-F238E27FC236}">
                <a16:creationId xmlns:a16="http://schemas.microsoft.com/office/drawing/2014/main" id="{1BDCE48B-10A1-4245-A9EB-59CC9374FB90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0509624" y="2354172"/>
            <a:ext cx="1166403" cy="454740"/>
          </a:xfrm>
        </p:spPr>
        <p:txBody>
          <a:bodyPr anchor="ctr" anchorCtr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sz="1400">
                <a:solidFill>
                  <a:schemeClr val="tx1"/>
                </a:solidFill>
                <a:latin typeface="ZEISS Frutiger Next W1G"/>
                <a:cs typeface="ZEISS Frutiger Next W1G Medium"/>
              </a:defRPr>
            </a:lvl1pPr>
          </a:lstStyle>
          <a:p>
            <a:pPr lvl="0"/>
            <a:r>
              <a:rPr lang="en-US" noProof="0" dirty="0"/>
              <a:t>XX:XX – XX:XX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A5E1D43-E95F-49C7-80A1-14B3494D3666}"/>
              </a:ext>
            </a:extLst>
          </p:cNvPr>
          <p:cNvSpPr>
            <a:spLocks noGrp="1"/>
          </p:cNvSpPr>
          <p:nvPr>
            <p:ph type="ftr" sz="quarter" idx="60"/>
          </p:nvPr>
        </p:nvSpPr>
        <p:spPr/>
        <p:txBody>
          <a:bodyPr/>
          <a:lstStyle/>
          <a:p>
            <a:r>
              <a:rPr lang="de-DE" altLang="zh-TW"/>
              <a:t>ZEISS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9314DC2-44A7-4CEC-BE94-981E0BEB2FC2}"/>
              </a:ext>
            </a:extLst>
          </p:cNvPr>
          <p:cNvSpPr>
            <a:spLocks noGrp="1"/>
          </p:cNvSpPr>
          <p:nvPr>
            <p:ph type="sldNum" sz="quarter" idx="61"/>
          </p:nvPr>
        </p:nvSpPr>
        <p:spPr/>
        <p:txBody>
          <a:bodyPr/>
          <a:lstStyle/>
          <a:p>
            <a:fld id="{C6A4AD45-2621-4550-9DC5-4911F1B5FA4D}" type="slidenum">
              <a:rPr lang="de-DE" smtClean="0">
                <a:latin typeface="Microsoft YaHei" panose="020B0503020204020204" pitchFamily="34" charset="-122"/>
              </a:rPr>
              <a:pPr/>
              <a:t>‹#›</a:t>
            </a:fld>
            <a:endParaRPr lang="de-DE" dirty="0"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4278532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段落分页-对外 | 带有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Bildplatzhalter 86">
            <a:extLst>
              <a:ext uri="{FF2B5EF4-FFF2-40B4-BE49-F238E27FC236}">
                <a16:creationId xmlns:a16="http://schemas.microsoft.com/office/drawing/2014/main" id="{FB389B10-F29E-47A3-8BD0-A0132B3B5CEB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0" y="3429000"/>
            <a:ext cx="12191985" cy="3429000"/>
          </a:xfrm>
          <a:prstGeom prst="rect">
            <a:avLst/>
          </a:pr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 dirty="0"/>
              <a:t> 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5D536C54-AD88-4971-B5AC-E8FD5A475273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18319" y="2681949"/>
            <a:ext cx="9670705" cy="349519"/>
          </a:xfrm>
        </p:spPr>
        <p:txBody>
          <a:bodyPr wrap="square">
            <a:spAutoFit/>
          </a:bodyPr>
          <a:lstStyle>
            <a:lvl1pPr>
              <a:lnSpc>
                <a:spcPct val="120000"/>
              </a:lnSpc>
              <a:spcAft>
                <a:spcPts val="0"/>
              </a:spcAft>
              <a:defRPr sz="2000">
                <a:solidFill>
                  <a:srgbClr val="0F2DB3"/>
                </a:solidFill>
                <a:latin typeface="Microsoft YaHei" panose="020B0503020204020204" pitchFamily="34" charset="-122"/>
                <a:cs typeface="ZEISS Frutiger Next W1G Lt"/>
              </a:defRPr>
            </a:lvl1pPr>
          </a:lstStyle>
          <a:p>
            <a:pPr lvl="0"/>
            <a:r>
              <a:rPr lang="zh-CN" altLang="en-US" dirty="0"/>
              <a:t>编辑主文本格式</a:t>
            </a:r>
          </a:p>
        </p:txBody>
      </p:sp>
      <p:sp>
        <p:nvSpPr>
          <p:cNvPr id="88" name="Titel 1">
            <a:extLst>
              <a:ext uri="{FF2B5EF4-FFF2-40B4-BE49-F238E27FC236}">
                <a16:creationId xmlns:a16="http://schemas.microsoft.com/office/drawing/2014/main" id="{6E836B88-8EA3-4A7F-B203-70EF11B1F6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319" y="1052513"/>
            <a:ext cx="9670705" cy="1370806"/>
          </a:xfrm>
        </p:spPr>
        <p:txBody>
          <a:bodyPr wrap="square" anchor="b" anchorCtr="0">
            <a:noAutofit/>
          </a:bodyPr>
          <a:lstStyle>
            <a:lvl1pPr>
              <a:lnSpc>
                <a:spcPts val="5000"/>
              </a:lnSpc>
              <a:defRPr sz="4500" b="1">
                <a:latin typeface="Microsoft YaHei" panose="020B0503020204020204" pitchFamily="34" charset="-122"/>
                <a:cs typeface="ZEISS Frutiger Next W1G Lt"/>
              </a:defRPr>
            </a:lvl1pPr>
          </a:lstStyle>
          <a:p>
            <a:r>
              <a:rPr lang="zh-CN" altLang="en-US" dirty="0"/>
              <a:t>编辑主封面格式</a:t>
            </a:r>
            <a:endParaRPr lang="de-DE" dirty="0"/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ADC8E492-0A5E-D9DD-E2E0-FE21E426AF89}"/>
              </a:ext>
            </a:extLst>
          </p:cNvPr>
          <p:cNvGrpSpPr/>
          <p:nvPr/>
        </p:nvGrpSpPr>
        <p:grpSpPr>
          <a:xfrm>
            <a:off x="307324" y="-697715"/>
            <a:ext cx="11367557" cy="411958"/>
            <a:chOff x="307324" y="6944501"/>
            <a:chExt cx="11367557" cy="411958"/>
          </a:xfrm>
        </p:grpSpPr>
        <p:grpSp>
          <p:nvGrpSpPr>
            <p:cNvPr id="3" name="Gruppieren 2">
              <a:extLst>
                <a:ext uri="{FF2B5EF4-FFF2-40B4-BE49-F238E27FC236}">
                  <a16:creationId xmlns:a16="http://schemas.microsoft.com/office/drawing/2014/main" id="{E4E71D04-BA8D-4BBD-4D6A-B4DA283CC901}"/>
                </a:ext>
              </a:extLst>
            </p:cNvPr>
            <p:cNvGrpSpPr/>
            <p:nvPr/>
          </p:nvGrpSpPr>
          <p:grpSpPr>
            <a:xfrm rot="16200000">
              <a:off x="205653" y="7046174"/>
              <a:ext cx="411956" cy="208614"/>
              <a:chOff x="-615197" y="4303061"/>
              <a:chExt cx="411956" cy="208614"/>
            </a:xfrm>
          </p:grpSpPr>
          <p:cxnSp>
            <p:nvCxnSpPr>
              <p:cNvPr id="15" name="Gerader Verbinder 14">
                <a:extLst>
                  <a:ext uri="{FF2B5EF4-FFF2-40B4-BE49-F238E27FC236}">
                    <a16:creationId xmlns:a16="http://schemas.microsoft.com/office/drawing/2014/main" id="{C2BA127C-573B-4464-9134-52FE9C9CD8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5FE6ACC7-CC1B-6B1E-050F-5260C9FC2DAD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15.50</a:t>
                </a:r>
              </a:p>
            </p:txBody>
          </p:sp>
        </p:grpSp>
        <p:grpSp>
          <p:nvGrpSpPr>
            <p:cNvPr id="4" name="Gruppieren 3">
              <a:extLst>
                <a:ext uri="{FF2B5EF4-FFF2-40B4-BE49-F238E27FC236}">
                  <a16:creationId xmlns:a16="http://schemas.microsoft.com/office/drawing/2014/main" id="{974E875C-655E-9757-AB40-58E808CD08D2}"/>
                </a:ext>
              </a:extLst>
            </p:cNvPr>
            <p:cNvGrpSpPr/>
            <p:nvPr/>
          </p:nvGrpSpPr>
          <p:grpSpPr>
            <a:xfrm rot="16200000">
              <a:off x="5641253" y="7046174"/>
              <a:ext cx="411956" cy="208614"/>
              <a:chOff x="-615197" y="4303061"/>
              <a:chExt cx="411956" cy="208614"/>
            </a:xfrm>
          </p:grpSpPr>
          <p:cxnSp>
            <p:nvCxnSpPr>
              <p:cNvPr id="13" name="Gerader Verbinder 12">
                <a:extLst>
                  <a:ext uri="{FF2B5EF4-FFF2-40B4-BE49-F238E27FC236}">
                    <a16:creationId xmlns:a16="http://schemas.microsoft.com/office/drawing/2014/main" id="{03BBC443-8CCE-48ED-4628-8D1BDC48D6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F8E0E999-9C42-229C-9CAF-542F190DE155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00.40</a:t>
                </a:r>
              </a:p>
            </p:txBody>
          </p:sp>
        </p:grpSp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661636DA-4519-6E81-3B9D-99C5B442C028}"/>
                </a:ext>
              </a:extLst>
            </p:cNvPr>
            <p:cNvGrpSpPr/>
            <p:nvPr/>
          </p:nvGrpSpPr>
          <p:grpSpPr>
            <a:xfrm rot="5400000">
              <a:off x="6093326" y="7050196"/>
              <a:ext cx="411957" cy="200568"/>
              <a:chOff x="-615198" y="4354167"/>
              <a:chExt cx="411957" cy="200568"/>
            </a:xfrm>
          </p:grpSpPr>
          <p:cxnSp>
            <p:nvCxnSpPr>
              <p:cNvPr id="11" name="Gerader Verbinder 10">
                <a:extLst>
                  <a:ext uri="{FF2B5EF4-FFF2-40B4-BE49-F238E27FC236}">
                    <a16:creationId xmlns:a16="http://schemas.microsoft.com/office/drawing/2014/main" id="{F96291D7-0A3B-F9CE-207C-224588F0EE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5692DB0E-156C-A4B1-CF2F-F1E018494790}"/>
                  </a:ext>
                </a:extLst>
              </p:cNvPr>
              <p:cNvSpPr txBox="1"/>
              <p:nvPr/>
            </p:nvSpPr>
            <p:spPr>
              <a:xfrm rot="10800000">
                <a:off x="-615198" y="4354167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00.40</a:t>
                </a:r>
              </a:p>
            </p:txBody>
          </p:sp>
        </p:grpSp>
        <p:cxnSp>
          <p:nvCxnSpPr>
            <p:cNvPr id="6" name="Gerader Verbinder 5">
              <a:extLst>
                <a:ext uri="{FF2B5EF4-FFF2-40B4-BE49-F238E27FC236}">
                  <a16:creationId xmlns:a16="http://schemas.microsoft.com/office/drawing/2014/main" id="{0F45B500-0BDE-414E-3010-7E918A7D140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890022" y="7150480"/>
              <a:ext cx="411956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Gruppieren 6">
              <a:extLst>
                <a:ext uri="{FF2B5EF4-FFF2-40B4-BE49-F238E27FC236}">
                  <a16:creationId xmlns:a16="http://schemas.microsoft.com/office/drawing/2014/main" id="{39F68A74-6D76-4EEC-AC4E-6D38AA273418}"/>
                </a:ext>
              </a:extLst>
            </p:cNvPr>
            <p:cNvGrpSpPr/>
            <p:nvPr/>
          </p:nvGrpSpPr>
          <p:grpSpPr>
            <a:xfrm rot="16200000">
              <a:off x="11364596" y="7046174"/>
              <a:ext cx="411956" cy="208614"/>
              <a:chOff x="-615197" y="4303061"/>
              <a:chExt cx="411956" cy="208614"/>
            </a:xfrm>
          </p:grpSpPr>
          <p:cxnSp>
            <p:nvCxnSpPr>
              <p:cNvPr id="9" name="Gerader Verbinder 8">
                <a:extLst>
                  <a:ext uri="{FF2B5EF4-FFF2-40B4-BE49-F238E27FC236}">
                    <a16:creationId xmlns:a16="http://schemas.microsoft.com/office/drawing/2014/main" id="{9AE9730E-BA87-87DE-E03F-CCA52C71A6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F7F3456B-B0F2-FFC6-48BA-7C2E2DE49357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15.50</a:t>
                </a:r>
              </a:p>
            </p:txBody>
          </p:sp>
        </p:grp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ECB2B32C-D826-A577-D4DA-BD82B23F5B7D}"/>
              </a:ext>
            </a:extLst>
          </p:cNvPr>
          <p:cNvGrpSpPr/>
          <p:nvPr/>
        </p:nvGrpSpPr>
        <p:grpSpPr>
          <a:xfrm>
            <a:off x="-697714" y="80201"/>
            <a:ext cx="411956" cy="6713707"/>
            <a:chOff x="-502267" y="80201"/>
            <a:chExt cx="411956" cy="6713707"/>
          </a:xfrm>
        </p:grpSpPr>
        <p:grpSp>
          <p:nvGrpSpPr>
            <p:cNvPr id="18" name="Gruppieren 17">
              <a:extLst>
                <a:ext uri="{FF2B5EF4-FFF2-40B4-BE49-F238E27FC236}">
                  <a16:creationId xmlns:a16="http://schemas.microsoft.com/office/drawing/2014/main" id="{331C8505-D19F-9103-BF50-58E252B29304}"/>
                </a:ext>
              </a:extLst>
            </p:cNvPr>
            <p:cNvGrpSpPr/>
            <p:nvPr/>
          </p:nvGrpSpPr>
          <p:grpSpPr>
            <a:xfrm>
              <a:off x="-502267" y="6593340"/>
              <a:ext cx="411956" cy="200568"/>
              <a:chOff x="-615197" y="4452994"/>
              <a:chExt cx="411956" cy="200568"/>
            </a:xfrm>
          </p:grpSpPr>
          <p:sp>
            <p:nvSpPr>
              <p:cNvPr id="34" name="Textfeld 33">
                <a:extLst>
                  <a:ext uri="{FF2B5EF4-FFF2-40B4-BE49-F238E27FC236}">
                    <a16:creationId xmlns:a16="http://schemas.microsoft.com/office/drawing/2014/main" id="{458AA9B6-55BB-75FD-DBF6-40E48CEDD626}"/>
                  </a:ext>
                </a:extLst>
              </p:cNvPr>
              <p:cNvSpPr txBox="1"/>
              <p:nvPr/>
            </p:nvSpPr>
            <p:spPr>
              <a:xfrm>
                <a:off x="-615197" y="4452994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08.92</a:t>
                </a:r>
              </a:p>
            </p:txBody>
          </p:sp>
          <p:cxnSp>
            <p:nvCxnSpPr>
              <p:cNvPr id="35" name="Gerader Verbinder 34">
                <a:extLst>
                  <a:ext uri="{FF2B5EF4-FFF2-40B4-BE49-F238E27FC236}">
                    <a16:creationId xmlns:a16="http://schemas.microsoft.com/office/drawing/2014/main" id="{930ECE97-E551-2D70-B2F3-F7CF5EDF56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497389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uppieren 18">
              <a:extLst>
                <a:ext uri="{FF2B5EF4-FFF2-40B4-BE49-F238E27FC236}">
                  <a16:creationId xmlns:a16="http://schemas.microsoft.com/office/drawing/2014/main" id="{E18D82C7-1044-8340-3B8C-56F04D78E155}"/>
                </a:ext>
              </a:extLst>
            </p:cNvPr>
            <p:cNvGrpSpPr/>
            <p:nvPr/>
          </p:nvGrpSpPr>
          <p:grpSpPr>
            <a:xfrm>
              <a:off x="-502267" y="5876163"/>
              <a:ext cx="411956" cy="216662"/>
              <a:chOff x="-615197" y="4295013"/>
              <a:chExt cx="411956" cy="216662"/>
            </a:xfrm>
          </p:grpSpPr>
          <p:cxnSp>
            <p:nvCxnSpPr>
              <p:cNvPr id="32" name="Gerader Verbinder 31">
                <a:extLst>
                  <a:ext uri="{FF2B5EF4-FFF2-40B4-BE49-F238E27FC236}">
                    <a16:creationId xmlns:a16="http://schemas.microsoft.com/office/drawing/2014/main" id="{3CA18DC8-3456-AEF5-F621-40A329A170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Textfeld 32">
                <a:extLst>
                  <a:ext uri="{FF2B5EF4-FFF2-40B4-BE49-F238E27FC236}">
                    <a16:creationId xmlns:a16="http://schemas.microsoft.com/office/drawing/2014/main" id="{DDC01A7D-EA37-976C-5AA0-A030E1A1A497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07.40</a:t>
                </a:r>
              </a:p>
            </p:txBody>
          </p:sp>
        </p:grpSp>
        <p:grpSp>
          <p:nvGrpSpPr>
            <p:cNvPr id="20" name="Gruppieren 19">
              <a:extLst>
                <a:ext uri="{FF2B5EF4-FFF2-40B4-BE49-F238E27FC236}">
                  <a16:creationId xmlns:a16="http://schemas.microsoft.com/office/drawing/2014/main" id="{2DFBD4B6-508F-F185-81CB-73F34E893A5F}"/>
                </a:ext>
              </a:extLst>
            </p:cNvPr>
            <p:cNvGrpSpPr/>
            <p:nvPr/>
          </p:nvGrpSpPr>
          <p:grpSpPr>
            <a:xfrm>
              <a:off x="-502267" y="3212338"/>
              <a:ext cx="411956" cy="216662"/>
              <a:chOff x="-615197" y="4295013"/>
              <a:chExt cx="411956" cy="216662"/>
            </a:xfrm>
          </p:grpSpPr>
          <p:cxnSp>
            <p:nvCxnSpPr>
              <p:cNvPr id="30" name="Gerader Verbinder 29">
                <a:extLst>
                  <a:ext uri="{FF2B5EF4-FFF2-40B4-BE49-F238E27FC236}">
                    <a16:creationId xmlns:a16="http://schemas.microsoft.com/office/drawing/2014/main" id="{55C75467-49A8-40D0-A1BA-CB0F5DE7FE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D90F0DBE-16F9-00E4-232D-3F4C7B282A1C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00.00</a:t>
                </a:r>
              </a:p>
            </p:txBody>
          </p:sp>
        </p:grpSp>
        <p:grpSp>
          <p:nvGrpSpPr>
            <p:cNvPr id="21" name="Gruppieren 20">
              <a:extLst>
                <a:ext uri="{FF2B5EF4-FFF2-40B4-BE49-F238E27FC236}">
                  <a16:creationId xmlns:a16="http://schemas.microsoft.com/office/drawing/2014/main" id="{8711F1B3-7C3E-A3CA-B23A-FE18DB6C7883}"/>
                </a:ext>
              </a:extLst>
            </p:cNvPr>
            <p:cNvGrpSpPr/>
            <p:nvPr/>
          </p:nvGrpSpPr>
          <p:grpSpPr>
            <a:xfrm>
              <a:off x="-502267" y="835851"/>
              <a:ext cx="411956" cy="216662"/>
              <a:chOff x="-615197" y="4295013"/>
              <a:chExt cx="411956" cy="216662"/>
            </a:xfrm>
          </p:grpSpPr>
          <p:cxnSp>
            <p:nvCxnSpPr>
              <p:cNvPr id="28" name="Gerader Verbinder 27">
                <a:extLst>
                  <a:ext uri="{FF2B5EF4-FFF2-40B4-BE49-F238E27FC236}">
                    <a16:creationId xmlns:a16="http://schemas.microsoft.com/office/drawing/2014/main" id="{60787D98-D13B-3ED4-22F1-9AB179D41A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97C1D7AE-1B7A-3090-F79B-CBAD5FB6E08A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06.60</a:t>
                </a:r>
              </a:p>
            </p:txBody>
          </p:sp>
        </p:grpSp>
        <p:grpSp>
          <p:nvGrpSpPr>
            <p:cNvPr id="22" name="Gruppieren 21">
              <a:extLst>
                <a:ext uri="{FF2B5EF4-FFF2-40B4-BE49-F238E27FC236}">
                  <a16:creationId xmlns:a16="http://schemas.microsoft.com/office/drawing/2014/main" id="{9AA9C03C-A03D-10AD-F242-131D8A588F23}"/>
                </a:ext>
              </a:extLst>
            </p:cNvPr>
            <p:cNvGrpSpPr/>
            <p:nvPr/>
          </p:nvGrpSpPr>
          <p:grpSpPr>
            <a:xfrm>
              <a:off x="-502267" y="1412113"/>
              <a:ext cx="411956" cy="216662"/>
              <a:chOff x="-615197" y="4295013"/>
              <a:chExt cx="411956" cy="216662"/>
            </a:xfrm>
          </p:grpSpPr>
          <p:cxnSp>
            <p:nvCxnSpPr>
              <p:cNvPr id="26" name="Gerader Verbinder 25">
                <a:extLst>
                  <a:ext uri="{FF2B5EF4-FFF2-40B4-BE49-F238E27FC236}">
                    <a16:creationId xmlns:a16="http://schemas.microsoft.com/office/drawing/2014/main" id="{05C8703F-582C-A812-C540-5A281F93CC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Textfeld 26">
                <a:extLst>
                  <a:ext uri="{FF2B5EF4-FFF2-40B4-BE49-F238E27FC236}">
                    <a16:creationId xmlns:a16="http://schemas.microsoft.com/office/drawing/2014/main" id="{E00C6F88-AE62-E017-609B-07969DBE20DC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05.00</a:t>
                </a:r>
              </a:p>
            </p:txBody>
          </p:sp>
        </p:grpSp>
        <p:grpSp>
          <p:nvGrpSpPr>
            <p:cNvPr id="23" name="Gruppieren 22">
              <a:extLst>
                <a:ext uri="{FF2B5EF4-FFF2-40B4-BE49-F238E27FC236}">
                  <a16:creationId xmlns:a16="http://schemas.microsoft.com/office/drawing/2014/main" id="{71929258-C09F-5FEF-C51A-D5E5D65583D7}"/>
                </a:ext>
              </a:extLst>
            </p:cNvPr>
            <p:cNvGrpSpPr/>
            <p:nvPr/>
          </p:nvGrpSpPr>
          <p:grpSpPr>
            <a:xfrm>
              <a:off x="-502267" y="80201"/>
              <a:ext cx="411956" cy="216662"/>
              <a:chOff x="-615197" y="4258501"/>
              <a:chExt cx="411956" cy="216662"/>
            </a:xfrm>
          </p:grpSpPr>
          <p:cxnSp>
            <p:nvCxnSpPr>
              <p:cNvPr id="24" name="Gerader Verbinder 23">
                <a:extLst>
                  <a:ext uri="{FF2B5EF4-FFF2-40B4-BE49-F238E27FC236}">
                    <a16:creationId xmlns:a16="http://schemas.microsoft.com/office/drawing/2014/main" id="{41BDC1BF-643D-F5D3-4CE1-C644817868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475163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B43E23BF-E899-DFF8-7B0B-7ACDCA16ED5F}"/>
                  </a:ext>
                </a:extLst>
              </p:cNvPr>
              <p:cNvSpPr txBox="1"/>
              <p:nvPr/>
            </p:nvSpPr>
            <p:spPr>
              <a:xfrm>
                <a:off x="-615197" y="425850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08.70</a:t>
                </a:r>
              </a:p>
            </p:txBody>
          </p:sp>
        </p:grpSp>
      </p:grpSp>
      <p:grpSp>
        <p:nvGrpSpPr>
          <p:cNvPr id="37" name="Gruppieren 36">
            <a:extLst>
              <a:ext uri="{FF2B5EF4-FFF2-40B4-BE49-F238E27FC236}">
                <a16:creationId xmlns:a16="http://schemas.microsoft.com/office/drawing/2014/main" id="{1DC48E38-0338-539A-A4A0-3F6DE32701CF}"/>
              </a:ext>
            </a:extLst>
          </p:cNvPr>
          <p:cNvGrpSpPr/>
          <p:nvPr/>
        </p:nvGrpSpPr>
        <p:grpSpPr>
          <a:xfrm>
            <a:off x="11170442" y="299244"/>
            <a:ext cx="505400" cy="505400"/>
            <a:chOff x="5423248" y="2756248"/>
            <a:chExt cx="1349978" cy="1349978"/>
          </a:xfrm>
        </p:grpSpPr>
        <p:sp>
          <p:nvSpPr>
            <p:cNvPr id="38" name="Freihandform: Form 37">
              <a:extLst>
                <a:ext uri="{FF2B5EF4-FFF2-40B4-BE49-F238E27FC236}">
                  <a16:creationId xmlns:a16="http://schemas.microsoft.com/office/drawing/2014/main" id="{E649909A-0965-D9F5-CE26-77C4132BC337}"/>
                </a:ext>
              </a:extLst>
            </p:cNvPr>
            <p:cNvSpPr/>
            <p:nvPr/>
          </p:nvSpPr>
          <p:spPr>
            <a:xfrm>
              <a:off x="5423248" y="2756248"/>
              <a:ext cx="1349978" cy="1349978"/>
            </a:xfrm>
            <a:custGeom>
              <a:avLst/>
              <a:gdLst>
                <a:gd name="connsiteX0" fmla="*/ 1349788 w 1349978"/>
                <a:gd name="connsiteY0" fmla="*/ 1349978 h 1349978"/>
                <a:gd name="connsiteX1" fmla="*/ 675037 w 1349978"/>
                <a:gd name="connsiteY1" fmla="*/ 1205389 h 1349978"/>
                <a:gd name="connsiteX2" fmla="*/ 0 w 1349978"/>
                <a:gd name="connsiteY2" fmla="*/ 1349978 h 1349978"/>
                <a:gd name="connsiteX3" fmla="*/ 0 w 1349978"/>
                <a:gd name="connsiteY3" fmla="*/ 0 h 1349978"/>
                <a:gd name="connsiteX4" fmla="*/ 1349978 w 1349978"/>
                <a:gd name="connsiteY4" fmla="*/ 0 h 1349978"/>
                <a:gd name="connsiteX5" fmla="*/ 1349788 w 1349978"/>
                <a:gd name="connsiteY5" fmla="*/ 1349978 h 1349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9978" h="1349978">
                  <a:moveTo>
                    <a:pt x="1349788" y="1349978"/>
                  </a:moveTo>
                  <a:cubicBezTo>
                    <a:pt x="1143953" y="1257110"/>
                    <a:pt x="915543" y="1205389"/>
                    <a:pt x="675037" y="1205389"/>
                  </a:cubicBezTo>
                  <a:cubicBezTo>
                    <a:pt x="434530" y="1205389"/>
                    <a:pt x="205835" y="1257110"/>
                    <a:pt x="0" y="1349978"/>
                  </a:cubicBezTo>
                  <a:lnTo>
                    <a:pt x="0" y="0"/>
                  </a:lnTo>
                  <a:lnTo>
                    <a:pt x="1349978" y="0"/>
                  </a:lnTo>
                  <a:lnTo>
                    <a:pt x="1349788" y="1349978"/>
                  </a:lnTo>
                  <a:close/>
                </a:path>
              </a:pathLst>
            </a:custGeom>
            <a:solidFill>
              <a:srgbClr val="0F2D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grpSp>
          <p:nvGrpSpPr>
            <p:cNvPr id="39" name="Grafik 31">
              <a:extLst>
                <a:ext uri="{FF2B5EF4-FFF2-40B4-BE49-F238E27FC236}">
                  <a16:creationId xmlns:a16="http://schemas.microsoft.com/office/drawing/2014/main" id="{381A14D8-062A-AFB2-DE90-0F7F3B3249BD}"/>
                </a:ext>
              </a:extLst>
            </p:cNvPr>
            <p:cNvGrpSpPr/>
            <p:nvPr/>
          </p:nvGrpSpPr>
          <p:grpSpPr>
            <a:xfrm>
              <a:off x="5474985" y="3134295"/>
              <a:ext cx="1244293" cy="294132"/>
              <a:chOff x="5474985" y="3134295"/>
              <a:chExt cx="1244293" cy="294132"/>
            </a:xfrm>
            <a:solidFill>
              <a:srgbClr val="FFFFFF"/>
            </a:solidFill>
          </p:grpSpPr>
          <p:sp>
            <p:nvSpPr>
              <p:cNvPr id="40" name="Freihandform: Form 39">
                <a:extLst>
                  <a:ext uri="{FF2B5EF4-FFF2-40B4-BE49-F238E27FC236}">
                    <a16:creationId xmlns:a16="http://schemas.microsoft.com/office/drawing/2014/main" id="{80D11917-791F-A8E3-C29C-B4756D45A94C}"/>
                  </a:ext>
                </a:extLst>
              </p:cNvPr>
              <p:cNvSpPr/>
              <p:nvPr/>
            </p:nvSpPr>
            <p:spPr>
              <a:xfrm>
                <a:off x="5474985" y="3134295"/>
                <a:ext cx="247353" cy="293941"/>
              </a:xfrm>
              <a:custGeom>
                <a:avLst/>
                <a:gdLst>
                  <a:gd name="connsiteX0" fmla="*/ 109998 w 247353"/>
                  <a:gd name="connsiteY0" fmla="*/ 30956 h 293941"/>
                  <a:gd name="connsiteX1" fmla="*/ 41418 w 247353"/>
                  <a:gd name="connsiteY1" fmla="*/ 95250 h 293941"/>
                  <a:gd name="connsiteX2" fmla="*/ 11129 w 247353"/>
                  <a:gd name="connsiteY2" fmla="*/ 95250 h 293941"/>
                  <a:gd name="connsiteX3" fmla="*/ 11129 w 247353"/>
                  <a:gd name="connsiteY3" fmla="*/ 0 h 293941"/>
                  <a:gd name="connsiteX4" fmla="*/ 247349 w 247353"/>
                  <a:gd name="connsiteY4" fmla="*/ 0 h 293941"/>
                  <a:gd name="connsiteX5" fmla="*/ 179340 w 247353"/>
                  <a:gd name="connsiteY5" fmla="*/ 151733 h 293941"/>
                  <a:gd name="connsiteX6" fmla="*/ 111141 w 247353"/>
                  <a:gd name="connsiteY6" fmla="*/ 262795 h 293941"/>
                  <a:gd name="connsiteX7" fmla="*/ 149432 w 247353"/>
                  <a:gd name="connsiteY7" fmla="*/ 262795 h 293941"/>
                  <a:gd name="connsiteX8" fmla="*/ 210011 w 247353"/>
                  <a:gd name="connsiteY8" fmla="*/ 198501 h 293941"/>
                  <a:gd name="connsiteX9" fmla="*/ 241634 w 247353"/>
                  <a:gd name="connsiteY9" fmla="*/ 198501 h 293941"/>
                  <a:gd name="connsiteX10" fmla="*/ 241634 w 247353"/>
                  <a:gd name="connsiteY10" fmla="*/ 293942 h 293941"/>
                  <a:gd name="connsiteX11" fmla="*/ 270 w 247353"/>
                  <a:gd name="connsiteY11" fmla="*/ 293942 h 293941"/>
                  <a:gd name="connsiteX12" fmla="*/ 75137 w 247353"/>
                  <a:gd name="connsiteY12" fmla="*/ 133731 h 293941"/>
                  <a:gd name="connsiteX13" fmla="*/ 138573 w 247353"/>
                  <a:gd name="connsiteY13" fmla="*/ 30671 h 293941"/>
                  <a:gd name="connsiteX14" fmla="*/ 109998 w 247353"/>
                  <a:gd name="connsiteY14" fmla="*/ 30861 h 293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47353" h="293941">
                    <a:moveTo>
                      <a:pt x="109998" y="30956"/>
                    </a:moveTo>
                    <a:cubicBezTo>
                      <a:pt x="46562" y="30956"/>
                      <a:pt x="41418" y="95250"/>
                      <a:pt x="41418" y="95250"/>
                    </a:cubicBezTo>
                    <a:lnTo>
                      <a:pt x="11129" y="95250"/>
                    </a:lnTo>
                    <a:lnTo>
                      <a:pt x="11129" y="0"/>
                    </a:lnTo>
                    <a:lnTo>
                      <a:pt x="247349" y="0"/>
                    </a:lnTo>
                    <a:cubicBezTo>
                      <a:pt x="247349" y="0"/>
                      <a:pt x="249254" y="73628"/>
                      <a:pt x="179340" y="151733"/>
                    </a:cubicBezTo>
                    <a:cubicBezTo>
                      <a:pt x="179340" y="151733"/>
                      <a:pt x="112856" y="228981"/>
                      <a:pt x="111141" y="262795"/>
                    </a:cubicBezTo>
                    <a:lnTo>
                      <a:pt x="149432" y="262795"/>
                    </a:lnTo>
                    <a:cubicBezTo>
                      <a:pt x="204391" y="262795"/>
                      <a:pt x="210011" y="198501"/>
                      <a:pt x="210011" y="198501"/>
                    </a:cubicBezTo>
                    <a:lnTo>
                      <a:pt x="241634" y="198501"/>
                    </a:lnTo>
                    <a:lnTo>
                      <a:pt x="241634" y="293942"/>
                    </a:lnTo>
                    <a:lnTo>
                      <a:pt x="270" y="293942"/>
                    </a:lnTo>
                    <a:cubicBezTo>
                      <a:pt x="270" y="293942"/>
                      <a:pt x="-8588" y="221647"/>
                      <a:pt x="75137" y="133731"/>
                    </a:cubicBezTo>
                    <a:cubicBezTo>
                      <a:pt x="75137" y="133731"/>
                      <a:pt x="126667" y="76200"/>
                      <a:pt x="138573" y="30671"/>
                    </a:cubicBezTo>
                    <a:lnTo>
                      <a:pt x="109998" y="3086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1" name="Freihandform: Form 40">
                <a:extLst>
                  <a:ext uri="{FF2B5EF4-FFF2-40B4-BE49-F238E27FC236}">
                    <a16:creationId xmlns:a16="http://schemas.microsoft.com/office/drawing/2014/main" id="{77EB7AF4-E001-92A2-8701-F0525BE93273}"/>
                  </a:ext>
                </a:extLst>
              </p:cNvPr>
              <p:cNvSpPr/>
              <p:nvPr/>
            </p:nvSpPr>
            <p:spPr>
              <a:xfrm>
                <a:off x="6030181" y="3134295"/>
                <a:ext cx="156495" cy="293750"/>
              </a:xfrm>
              <a:custGeom>
                <a:avLst/>
                <a:gdLst>
                  <a:gd name="connsiteX0" fmla="*/ 156496 w 156495"/>
                  <a:gd name="connsiteY0" fmla="*/ 293751 h 293750"/>
                  <a:gd name="connsiteX1" fmla="*/ 156496 w 156495"/>
                  <a:gd name="connsiteY1" fmla="*/ 262604 h 293750"/>
                  <a:gd name="connsiteX2" fmla="*/ 149352 w 156495"/>
                  <a:gd name="connsiteY2" fmla="*/ 262604 h 293750"/>
                  <a:gd name="connsiteX3" fmla="*/ 125730 w 156495"/>
                  <a:gd name="connsiteY3" fmla="*/ 238982 h 293750"/>
                  <a:gd name="connsiteX4" fmla="*/ 125730 w 156495"/>
                  <a:gd name="connsiteY4" fmla="*/ 54769 h 293750"/>
                  <a:gd name="connsiteX5" fmla="*/ 149352 w 156495"/>
                  <a:gd name="connsiteY5" fmla="*/ 31147 h 293750"/>
                  <a:gd name="connsiteX6" fmla="*/ 156496 w 156495"/>
                  <a:gd name="connsiteY6" fmla="*/ 31147 h 293750"/>
                  <a:gd name="connsiteX7" fmla="*/ 156496 w 156495"/>
                  <a:gd name="connsiteY7" fmla="*/ 0 h 293750"/>
                  <a:gd name="connsiteX8" fmla="*/ 0 w 156495"/>
                  <a:gd name="connsiteY8" fmla="*/ 0 h 293750"/>
                  <a:gd name="connsiteX9" fmla="*/ 0 w 156495"/>
                  <a:gd name="connsiteY9" fmla="*/ 31147 h 293750"/>
                  <a:gd name="connsiteX10" fmla="*/ 7144 w 156495"/>
                  <a:gd name="connsiteY10" fmla="*/ 31147 h 293750"/>
                  <a:gd name="connsiteX11" fmla="*/ 30956 w 156495"/>
                  <a:gd name="connsiteY11" fmla="*/ 54769 h 293750"/>
                  <a:gd name="connsiteX12" fmla="*/ 30956 w 156495"/>
                  <a:gd name="connsiteY12" fmla="*/ 238982 h 293750"/>
                  <a:gd name="connsiteX13" fmla="*/ 7144 w 156495"/>
                  <a:gd name="connsiteY13" fmla="*/ 262604 h 293750"/>
                  <a:gd name="connsiteX14" fmla="*/ 0 w 156495"/>
                  <a:gd name="connsiteY14" fmla="*/ 262604 h 293750"/>
                  <a:gd name="connsiteX15" fmla="*/ 0 w 156495"/>
                  <a:gd name="connsiteY15" fmla="*/ 293751 h 293750"/>
                  <a:gd name="connsiteX16" fmla="*/ 156496 w 156495"/>
                  <a:gd name="connsiteY16" fmla="*/ 293751 h 293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56495" h="293750">
                    <a:moveTo>
                      <a:pt x="156496" y="293751"/>
                    </a:moveTo>
                    <a:lnTo>
                      <a:pt x="156496" y="262604"/>
                    </a:lnTo>
                    <a:lnTo>
                      <a:pt x="149352" y="262604"/>
                    </a:lnTo>
                    <a:cubicBezTo>
                      <a:pt x="136398" y="262604"/>
                      <a:pt x="125730" y="251936"/>
                      <a:pt x="125730" y="238982"/>
                    </a:cubicBezTo>
                    <a:lnTo>
                      <a:pt x="125730" y="54769"/>
                    </a:lnTo>
                    <a:cubicBezTo>
                      <a:pt x="125730" y="41815"/>
                      <a:pt x="136303" y="31147"/>
                      <a:pt x="149352" y="31147"/>
                    </a:cubicBezTo>
                    <a:lnTo>
                      <a:pt x="156496" y="31147"/>
                    </a:lnTo>
                    <a:lnTo>
                      <a:pt x="156496" y="0"/>
                    </a:lnTo>
                    <a:lnTo>
                      <a:pt x="0" y="0"/>
                    </a:lnTo>
                    <a:lnTo>
                      <a:pt x="0" y="31147"/>
                    </a:lnTo>
                    <a:lnTo>
                      <a:pt x="7144" y="31147"/>
                    </a:lnTo>
                    <a:cubicBezTo>
                      <a:pt x="20383" y="31147"/>
                      <a:pt x="30956" y="41720"/>
                      <a:pt x="30956" y="54769"/>
                    </a:cubicBezTo>
                    <a:lnTo>
                      <a:pt x="30956" y="238982"/>
                    </a:lnTo>
                    <a:cubicBezTo>
                      <a:pt x="30956" y="251936"/>
                      <a:pt x="20383" y="262604"/>
                      <a:pt x="7144" y="262604"/>
                    </a:cubicBezTo>
                    <a:lnTo>
                      <a:pt x="0" y="262604"/>
                    </a:lnTo>
                    <a:lnTo>
                      <a:pt x="0" y="293751"/>
                    </a:lnTo>
                    <a:lnTo>
                      <a:pt x="156496" y="29375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2" name="Freihandform: Form 41">
                <a:extLst>
                  <a:ext uri="{FF2B5EF4-FFF2-40B4-BE49-F238E27FC236}">
                    <a16:creationId xmlns:a16="http://schemas.microsoft.com/office/drawing/2014/main" id="{65DD0320-6025-58D9-1393-D10C85D424D8}"/>
                  </a:ext>
                </a:extLst>
              </p:cNvPr>
              <p:cNvSpPr/>
              <p:nvPr/>
            </p:nvSpPr>
            <p:spPr>
              <a:xfrm>
                <a:off x="5748718" y="3134295"/>
                <a:ext cx="248983" cy="294132"/>
              </a:xfrm>
              <a:custGeom>
                <a:avLst/>
                <a:gdLst>
                  <a:gd name="connsiteX0" fmla="*/ 248983 w 248983"/>
                  <a:gd name="connsiteY0" fmla="*/ 294037 h 294132"/>
                  <a:gd name="connsiteX1" fmla="*/ 248983 w 248983"/>
                  <a:gd name="connsiteY1" fmla="*/ 198596 h 294132"/>
                  <a:gd name="connsiteX2" fmla="*/ 217361 w 248983"/>
                  <a:gd name="connsiteY2" fmla="*/ 198596 h 294132"/>
                  <a:gd name="connsiteX3" fmla="*/ 156496 w 248983"/>
                  <a:gd name="connsiteY3" fmla="*/ 262890 h 294132"/>
                  <a:gd name="connsiteX4" fmla="*/ 124873 w 248983"/>
                  <a:gd name="connsiteY4" fmla="*/ 262890 h 294132"/>
                  <a:gd name="connsiteX5" fmla="*/ 124873 w 248983"/>
                  <a:gd name="connsiteY5" fmla="*/ 162687 h 294132"/>
                  <a:gd name="connsiteX6" fmla="*/ 136112 w 248983"/>
                  <a:gd name="connsiteY6" fmla="*/ 162687 h 294132"/>
                  <a:gd name="connsiteX7" fmla="*/ 159925 w 248983"/>
                  <a:gd name="connsiteY7" fmla="*/ 186500 h 294132"/>
                  <a:gd name="connsiteX8" fmla="*/ 159925 w 248983"/>
                  <a:gd name="connsiteY8" fmla="*/ 198406 h 294132"/>
                  <a:gd name="connsiteX9" fmla="*/ 191071 w 248983"/>
                  <a:gd name="connsiteY9" fmla="*/ 198406 h 294132"/>
                  <a:gd name="connsiteX10" fmla="*/ 191071 w 248983"/>
                  <a:gd name="connsiteY10" fmla="*/ 95631 h 294132"/>
                  <a:gd name="connsiteX11" fmla="*/ 159925 w 248983"/>
                  <a:gd name="connsiteY11" fmla="*/ 95631 h 294132"/>
                  <a:gd name="connsiteX12" fmla="*/ 159925 w 248983"/>
                  <a:gd name="connsiteY12" fmla="*/ 107537 h 294132"/>
                  <a:gd name="connsiteX13" fmla="*/ 136112 w 248983"/>
                  <a:gd name="connsiteY13" fmla="*/ 131350 h 294132"/>
                  <a:gd name="connsiteX14" fmla="*/ 124873 w 248983"/>
                  <a:gd name="connsiteY14" fmla="*/ 131350 h 294132"/>
                  <a:gd name="connsiteX15" fmla="*/ 124873 w 248983"/>
                  <a:gd name="connsiteY15" fmla="*/ 31147 h 294132"/>
                  <a:gd name="connsiteX16" fmla="*/ 156496 w 248983"/>
                  <a:gd name="connsiteY16" fmla="*/ 31147 h 294132"/>
                  <a:gd name="connsiteX17" fmla="*/ 217361 w 248983"/>
                  <a:gd name="connsiteY17" fmla="*/ 95441 h 294132"/>
                  <a:gd name="connsiteX18" fmla="*/ 248983 w 248983"/>
                  <a:gd name="connsiteY18" fmla="*/ 95441 h 294132"/>
                  <a:gd name="connsiteX19" fmla="*/ 248983 w 248983"/>
                  <a:gd name="connsiteY19" fmla="*/ 0 h 294132"/>
                  <a:gd name="connsiteX20" fmla="*/ 0 w 248983"/>
                  <a:gd name="connsiteY20" fmla="*/ 0 h 294132"/>
                  <a:gd name="connsiteX21" fmla="*/ 0 w 248983"/>
                  <a:gd name="connsiteY21" fmla="*/ 31337 h 294132"/>
                  <a:gd name="connsiteX22" fmla="*/ 7144 w 248983"/>
                  <a:gd name="connsiteY22" fmla="*/ 31337 h 294132"/>
                  <a:gd name="connsiteX23" fmla="*/ 30766 w 248983"/>
                  <a:gd name="connsiteY23" fmla="*/ 54959 h 294132"/>
                  <a:gd name="connsiteX24" fmla="*/ 30766 w 248983"/>
                  <a:gd name="connsiteY24" fmla="*/ 239173 h 294132"/>
                  <a:gd name="connsiteX25" fmla="*/ 7144 w 248983"/>
                  <a:gd name="connsiteY25" fmla="*/ 262795 h 294132"/>
                  <a:gd name="connsiteX26" fmla="*/ 0 w 248983"/>
                  <a:gd name="connsiteY26" fmla="*/ 262795 h 294132"/>
                  <a:gd name="connsiteX27" fmla="*/ 0 w 248983"/>
                  <a:gd name="connsiteY27" fmla="*/ 293942 h 294132"/>
                  <a:gd name="connsiteX28" fmla="*/ 248983 w 248983"/>
                  <a:gd name="connsiteY28" fmla="*/ 294132 h 2941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48983" h="294132">
                    <a:moveTo>
                      <a:pt x="248983" y="294037"/>
                    </a:moveTo>
                    <a:lnTo>
                      <a:pt x="248983" y="198596"/>
                    </a:lnTo>
                    <a:lnTo>
                      <a:pt x="217361" y="198596"/>
                    </a:lnTo>
                    <a:cubicBezTo>
                      <a:pt x="217361" y="198596"/>
                      <a:pt x="211550" y="262890"/>
                      <a:pt x="156496" y="262890"/>
                    </a:cubicBezTo>
                    <a:lnTo>
                      <a:pt x="124873" y="262890"/>
                    </a:lnTo>
                    <a:lnTo>
                      <a:pt x="124873" y="162687"/>
                    </a:lnTo>
                    <a:lnTo>
                      <a:pt x="136112" y="162687"/>
                    </a:lnTo>
                    <a:cubicBezTo>
                      <a:pt x="149352" y="162687"/>
                      <a:pt x="159925" y="173355"/>
                      <a:pt x="159925" y="186500"/>
                    </a:cubicBezTo>
                    <a:lnTo>
                      <a:pt x="159925" y="198406"/>
                    </a:lnTo>
                    <a:lnTo>
                      <a:pt x="191071" y="198406"/>
                    </a:lnTo>
                    <a:lnTo>
                      <a:pt x="191071" y="95631"/>
                    </a:lnTo>
                    <a:lnTo>
                      <a:pt x="159925" y="95631"/>
                    </a:lnTo>
                    <a:lnTo>
                      <a:pt x="159925" y="107537"/>
                    </a:lnTo>
                    <a:cubicBezTo>
                      <a:pt x="159925" y="120777"/>
                      <a:pt x="149352" y="131350"/>
                      <a:pt x="136112" y="131350"/>
                    </a:cubicBezTo>
                    <a:lnTo>
                      <a:pt x="124873" y="131350"/>
                    </a:lnTo>
                    <a:lnTo>
                      <a:pt x="124873" y="31147"/>
                    </a:lnTo>
                    <a:lnTo>
                      <a:pt x="156496" y="31147"/>
                    </a:lnTo>
                    <a:cubicBezTo>
                      <a:pt x="211455" y="31147"/>
                      <a:pt x="217361" y="95441"/>
                      <a:pt x="217361" y="95441"/>
                    </a:cubicBezTo>
                    <a:lnTo>
                      <a:pt x="248983" y="95441"/>
                    </a:lnTo>
                    <a:lnTo>
                      <a:pt x="248983" y="0"/>
                    </a:lnTo>
                    <a:lnTo>
                      <a:pt x="0" y="0"/>
                    </a:lnTo>
                    <a:lnTo>
                      <a:pt x="0" y="31337"/>
                    </a:lnTo>
                    <a:lnTo>
                      <a:pt x="7144" y="31337"/>
                    </a:lnTo>
                    <a:cubicBezTo>
                      <a:pt x="20098" y="31337"/>
                      <a:pt x="30766" y="42005"/>
                      <a:pt x="30766" y="54959"/>
                    </a:cubicBezTo>
                    <a:lnTo>
                      <a:pt x="30766" y="239173"/>
                    </a:lnTo>
                    <a:cubicBezTo>
                      <a:pt x="30766" y="252127"/>
                      <a:pt x="20193" y="262795"/>
                      <a:pt x="7144" y="262795"/>
                    </a:cubicBezTo>
                    <a:lnTo>
                      <a:pt x="0" y="262795"/>
                    </a:lnTo>
                    <a:lnTo>
                      <a:pt x="0" y="293942"/>
                    </a:lnTo>
                    <a:lnTo>
                      <a:pt x="248983" y="294132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3" name="Freihandform: Form 42">
                <a:extLst>
                  <a:ext uri="{FF2B5EF4-FFF2-40B4-BE49-F238E27FC236}">
                    <a16:creationId xmlns:a16="http://schemas.microsoft.com/office/drawing/2014/main" id="{EB8A0CFA-7EF5-8E36-0BCD-1C0ACCE7E9EF}"/>
                  </a:ext>
                </a:extLst>
              </p:cNvPr>
              <p:cNvSpPr/>
              <p:nvPr/>
            </p:nvSpPr>
            <p:spPr>
              <a:xfrm>
                <a:off x="6217588" y="3134295"/>
                <a:ext cx="237562" cy="293941"/>
              </a:xfrm>
              <a:custGeom>
                <a:avLst/>
                <a:gdLst>
                  <a:gd name="connsiteX0" fmla="*/ 133586 w 237562"/>
                  <a:gd name="connsiteY0" fmla="*/ 30956 h 293941"/>
                  <a:gd name="connsiteX1" fmla="*/ 201976 w 237562"/>
                  <a:gd name="connsiteY1" fmla="*/ 95250 h 293941"/>
                  <a:gd name="connsiteX2" fmla="*/ 232551 w 237562"/>
                  <a:gd name="connsiteY2" fmla="*/ 95250 h 293941"/>
                  <a:gd name="connsiteX3" fmla="*/ 232551 w 237562"/>
                  <a:gd name="connsiteY3" fmla="*/ 0 h 293941"/>
                  <a:gd name="connsiteX4" fmla="*/ 6713 w 237562"/>
                  <a:gd name="connsiteY4" fmla="*/ 0 h 293941"/>
                  <a:gd name="connsiteX5" fmla="*/ 64339 w 237562"/>
                  <a:gd name="connsiteY5" fmla="*/ 151733 h 293941"/>
                  <a:gd name="connsiteX6" fmla="*/ 132348 w 237562"/>
                  <a:gd name="connsiteY6" fmla="*/ 262795 h 293941"/>
                  <a:gd name="connsiteX7" fmla="*/ 94248 w 237562"/>
                  <a:gd name="connsiteY7" fmla="*/ 262795 h 293941"/>
                  <a:gd name="connsiteX8" fmla="*/ 33383 w 237562"/>
                  <a:gd name="connsiteY8" fmla="*/ 198501 h 293941"/>
                  <a:gd name="connsiteX9" fmla="*/ 1760 w 237562"/>
                  <a:gd name="connsiteY9" fmla="*/ 198501 h 293941"/>
                  <a:gd name="connsiteX10" fmla="*/ 1760 w 237562"/>
                  <a:gd name="connsiteY10" fmla="*/ 293942 h 293941"/>
                  <a:gd name="connsiteX11" fmla="*/ 229312 w 237562"/>
                  <a:gd name="connsiteY11" fmla="*/ 293942 h 293941"/>
                  <a:gd name="connsiteX12" fmla="*/ 168257 w 237562"/>
                  <a:gd name="connsiteY12" fmla="*/ 133731 h 293941"/>
                  <a:gd name="connsiteX13" fmla="*/ 104821 w 237562"/>
                  <a:gd name="connsiteY13" fmla="*/ 30671 h 293941"/>
                  <a:gd name="connsiteX14" fmla="*/ 133586 w 237562"/>
                  <a:gd name="connsiteY14" fmla="*/ 30861 h 293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37562" h="293941">
                    <a:moveTo>
                      <a:pt x="133586" y="30956"/>
                    </a:moveTo>
                    <a:cubicBezTo>
                      <a:pt x="197023" y="30956"/>
                      <a:pt x="201976" y="95250"/>
                      <a:pt x="201976" y="95250"/>
                    </a:cubicBezTo>
                    <a:lnTo>
                      <a:pt x="232551" y="95250"/>
                    </a:lnTo>
                    <a:lnTo>
                      <a:pt x="232551" y="0"/>
                    </a:lnTo>
                    <a:lnTo>
                      <a:pt x="6713" y="0"/>
                    </a:lnTo>
                    <a:cubicBezTo>
                      <a:pt x="6713" y="0"/>
                      <a:pt x="-29006" y="46768"/>
                      <a:pt x="64339" y="151733"/>
                    </a:cubicBezTo>
                    <a:cubicBezTo>
                      <a:pt x="64339" y="151733"/>
                      <a:pt x="130538" y="228981"/>
                      <a:pt x="132348" y="262795"/>
                    </a:cubicBezTo>
                    <a:lnTo>
                      <a:pt x="94248" y="262795"/>
                    </a:lnTo>
                    <a:cubicBezTo>
                      <a:pt x="39289" y="262795"/>
                      <a:pt x="33383" y="198501"/>
                      <a:pt x="33383" y="198501"/>
                    </a:cubicBezTo>
                    <a:lnTo>
                      <a:pt x="1760" y="198501"/>
                    </a:lnTo>
                    <a:lnTo>
                      <a:pt x="1760" y="293942"/>
                    </a:lnTo>
                    <a:lnTo>
                      <a:pt x="229312" y="293942"/>
                    </a:lnTo>
                    <a:cubicBezTo>
                      <a:pt x="229312" y="293942"/>
                      <a:pt x="270651" y="249365"/>
                      <a:pt x="168257" y="133731"/>
                    </a:cubicBezTo>
                    <a:cubicBezTo>
                      <a:pt x="168257" y="133731"/>
                      <a:pt x="114536" y="78581"/>
                      <a:pt x="104821" y="30671"/>
                    </a:cubicBezTo>
                    <a:lnTo>
                      <a:pt x="133586" y="3086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4" name="Freihandform: Form 43">
                <a:extLst>
                  <a:ext uri="{FF2B5EF4-FFF2-40B4-BE49-F238E27FC236}">
                    <a16:creationId xmlns:a16="http://schemas.microsoft.com/office/drawing/2014/main" id="{053C1FD2-05C0-1382-595F-F880C73B5262}"/>
                  </a:ext>
                </a:extLst>
              </p:cNvPr>
              <p:cNvSpPr/>
              <p:nvPr/>
            </p:nvSpPr>
            <p:spPr>
              <a:xfrm>
                <a:off x="6481716" y="3134295"/>
                <a:ext cx="237562" cy="293941"/>
              </a:xfrm>
              <a:custGeom>
                <a:avLst/>
                <a:gdLst>
                  <a:gd name="connsiteX0" fmla="*/ 133586 w 237562"/>
                  <a:gd name="connsiteY0" fmla="*/ 30956 h 293941"/>
                  <a:gd name="connsiteX1" fmla="*/ 201976 w 237562"/>
                  <a:gd name="connsiteY1" fmla="*/ 95250 h 293941"/>
                  <a:gd name="connsiteX2" fmla="*/ 232265 w 237562"/>
                  <a:gd name="connsiteY2" fmla="*/ 95250 h 293941"/>
                  <a:gd name="connsiteX3" fmla="*/ 232265 w 237562"/>
                  <a:gd name="connsiteY3" fmla="*/ 0 h 293941"/>
                  <a:gd name="connsiteX4" fmla="*/ 6713 w 237562"/>
                  <a:gd name="connsiteY4" fmla="*/ 0 h 293941"/>
                  <a:gd name="connsiteX5" fmla="*/ 64339 w 237562"/>
                  <a:gd name="connsiteY5" fmla="*/ 151733 h 293941"/>
                  <a:gd name="connsiteX6" fmla="*/ 132348 w 237562"/>
                  <a:gd name="connsiteY6" fmla="*/ 262795 h 293941"/>
                  <a:gd name="connsiteX7" fmla="*/ 94248 w 237562"/>
                  <a:gd name="connsiteY7" fmla="*/ 262795 h 293941"/>
                  <a:gd name="connsiteX8" fmla="*/ 33383 w 237562"/>
                  <a:gd name="connsiteY8" fmla="*/ 198501 h 293941"/>
                  <a:gd name="connsiteX9" fmla="*/ 1760 w 237562"/>
                  <a:gd name="connsiteY9" fmla="*/ 198501 h 293941"/>
                  <a:gd name="connsiteX10" fmla="*/ 1760 w 237562"/>
                  <a:gd name="connsiteY10" fmla="*/ 293942 h 293941"/>
                  <a:gd name="connsiteX11" fmla="*/ 229313 w 237562"/>
                  <a:gd name="connsiteY11" fmla="*/ 293942 h 293941"/>
                  <a:gd name="connsiteX12" fmla="*/ 168257 w 237562"/>
                  <a:gd name="connsiteY12" fmla="*/ 133731 h 293941"/>
                  <a:gd name="connsiteX13" fmla="*/ 104821 w 237562"/>
                  <a:gd name="connsiteY13" fmla="*/ 30671 h 293941"/>
                  <a:gd name="connsiteX14" fmla="*/ 133586 w 237562"/>
                  <a:gd name="connsiteY14" fmla="*/ 30861 h 293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37562" h="293941">
                    <a:moveTo>
                      <a:pt x="133586" y="30956"/>
                    </a:moveTo>
                    <a:cubicBezTo>
                      <a:pt x="196832" y="30956"/>
                      <a:pt x="201976" y="95250"/>
                      <a:pt x="201976" y="95250"/>
                    </a:cubicBezTo>
                    <a:lnTo>
                      <a:pt x="232265" y="95250"/>
                    </a:lnTo>
                    <a:lnTo>
                      <a:pt x="232265" y="0"/>
                    </a:lnTo>
                    <a:lnTo>
                      <a:pt x="6713" y="0"/>
                    </a:lnTo>
                    <a:cubicBezTo>
                      <a:pt x="6713" y="0"/>
                      <a:pt x="-29006" y="46768"/>
                      <a:pt x="64339" y="151733"/>
                    </a:cubicBezTo>
                    <a:cubicBezTo>
                      <a:pt x="64339" y="151733"/>
                      <a:pt x="130538" y="228981"/>
                      <a:pt x="132348" y="262795"/>
                    </a:cubicBezTo>
                    <a:lnTo>
                      <a:pt x="94248" y="262795"/>
                    </a:lnTo>
                    <a:cubicBezTo>
                      <a:pt x="39289" y="262795"/>
                      <a:pt x="33383" y="198501"/>
                      <a:pt x="33383" y="198501"/>
                    </a:cubicBezTo>
                    <a:lnTo>
                      <a:pt x="1760" y="198501"/>
                    </a:lnTo>
                    <a:lnTo>
                      <a:pt x="1760" y="293942"/>
                    </a:lnTo>
                    <a:lnTo>
                      <a:pt x="229313" y="293942"/>
                    </a:lnTo>
                    <a:cubicBezTo>
                      <a:pt x="229313" y="293942"/>
                      <a:pt x="270651" y="249365"/>
                      <a:pt x="168257" y="133731"/>
                    </a:cubicBezTo>
                    <a:cubicBezTo>
                      <a:pt x="168257" y="133731"/>
                      <a:pt x="114536" y="78581"/>
                      <a:pt x="104821" y="30671"/>
                    </a:cubicBezTo>
                    <a:lnTo>
                      <a:pt x="133586" y="3086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1096973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段落分页-对内|无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40C2D3-DBDA-4D6C-BBD7-C8CCD961E4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319" y="1628776"/>
            <a:ext cx="8663775" cy="1962150"/>
          </a:xfrm>
        </p:spPr>
        <p:txBody>
          <a:bodyPr anchor="b" anchorCtr="0">
            <a:noAutofit/>
          </a:bodyPr>
          <a:lstStyle>
            <a:lvl1pPr>
              <a:lnSpc>
                <a:spcPts val="5000"/>
              </a:lnSpc>
              <a:defRPr sz="4500" b="1">
                <a:latin typeface="Microsoft YaHei" panose="020B0503020204020204" pitchFamily="34" charset="-122"/>
                <a:cs typeface="ZEISS Frutiger Next W1G Lt"/>
              </a:defRPr>
            </a:lvl1pPr>
          </a:lstStyle>
          <a:p>
            <a:r>
              <a:rPr lang="zh-CN" altLang="en-US" dirty="0"/>
              <a:t>编辑主封面格式</a:t>
            </a:r>
            <a:endParaRPr lang="de-DE" dirty="0"/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5D536C54-AD88-4971-B5AC-E8FD5A475273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18319" y="3849556"/>
            <a:ext cx="8663775" cy="1296124"/>
          </a:xfrm>
        </p:spPr>
        <p:txBody>
          <a:bodyPr wrap="square">
            <a:noAutofit/>
          </a:bodyPr>
          <a:lstStyle>
            <a:lvl1pPr>
              <a:lnSpc>
                <a:spcPct val="120000"/>
              </a:lnSpc>
              <a:spcAft>
                <a:spcPts val="0"/>
              </a:spcAft>
              <a:defRPr sz="2000">
                <a:solidFill>
                  <a:srgbClr val="0F2DB3"/>
                </a:solidFill>
                <a:latin typeface="Microsoft YaHei" panose="020B0503020204020204" pitchFamily="34" charset="-122"/>
                <a:cs typeface="ZEISS Frutiger Next W1G Lt"/>
              </a:defRPr>
            </a:lvl1pPr>
          </a:lstStyle>
          <a:p>
            <a:pPr lvl="0"/>
            <a:r>
              <a:rPr lang="zh-CN" altLang="en-US" dirty="0"/>
              <a:t>编辑主文本格式</a:t>
            </a:r>
          </a:p>
        </p:txBody>
      </p: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9C1280D3-B9C3-4A25-B7DA-EB8C06770EDC}"/>
              </a:ext>
            </a:extLst>
          </p:cNvPr>
          <p:cNvGrpSpPr/>
          <p:nvPr/>
        </p:nvGrpSpPr>
        <p:grpSpPr>
          <a:xfrm>
            <a:off x="307324" y="-697715"/>
            <a:ext cx="11367557" cy="411958"/>
            <a:chOff x="307324" y="6944501"/>
            <a:chExt cx="11367557" cy="411958"/>
          </a:xfrm>
        </p:grpSpPr>
        <p:grpSp>
          <p:nvGrpSpPr>
            <p:cNvPr id="40" name="Gruppieren 39">
              <a:extLst>
                <a:ext uri="{FF2B5EF4-FFF2-40B4-BE49-F238E27FC236}">
                  <a16:creationId xmlns:a16="http://schemas.microsoft.com/office/drawing/2014/main" id="{0D80C0B7-D192-4BE2-BA42-72602E670A9E}"/>
                </a:ext>
              </a:extLst>
            </p:cNvPr>
            <p:cNvGrpSpPr/>
            <p:nvPr/>
          </p:nvGrpSpPr>
          <p:grpSpPr>
            <a:xfrm rot="16200000">
              <a:off x="205653" y="7046174"/>
              <a:ext cx="411956" cy="208614"/>
              <a:chOff x="-615197" y="4303061"/>
              <a:chExt cx="411956" cy="208614"/>
            </a:xfrm>
          </p:grpSpPr>
          <p:cxnSp>
            <p:nvCxnSpPr>
              <p:cNvPr id="69" name="Gerader Verbinder 68">
                <a:extLst>
                  <a:ext uri="{FF2B5EF4-FFF2-40B4-BE49-F238E27FC236}">
                    <a16:creationId xmlns:a16="http://schemas.microsoft.com/office/drawing/2014/main" id="{45A436EE-24A1-41E2-B076-3A9AE34A69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6" name="Textfeld 85">
                <a:extLst>
                  <a:ext uri="{FF2B5EF4-FFF2-40B4-BE49-F238E27FC236}">
                    <a16:creationId xmlns:a16="http://schemas.microsoft.com/office/drawing/2014/main" id="{F43AC20D-B9EC-42E1-AAD8-9FCFD2D61ED4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15.50</a:t>
                </a:r>
              </a:p>
            </p:txBody>
          </p:sp>
        </p:grpSp>
        <p:grpSp>
          <p:nvGrpSpPr>
            <p:cNvPr id="41" name="Gruppieren 40">
              <a:extLst>
                <a:ext uri="{FF2B5EF4-FFF2-40B4-BE49-F238E27FC236}">
                  <a16:creationId xmlns:a16="http://schemas.microsoft.com/office/drawing/2014/main" id="{3BB62EAE-9AF5-417E-B9FB-F07E0361C00F}"/>
                </a:ext>
              </a:extLst>
            </p:cNvPr>
            <p:cNvGrpSpPr/>
            <p:nvPr/>
          </p:nvGrpSpPr>
          <p:grpSpPr>
            <a:xfrm rot="16200000">
              <a:off x="5641253" y="7046174"/>
              <a:ext cx="411956" cy="208614"/>
              <a:chOff x="-615197" y="4303061"/>
              <a:chExt cx="411956" cy="208614"/>
            </a:xfrm>
          </p:grpSpPr>
          <p:cxnSp>
            <p:nvCxnSpPr>
              <p:cNvPr id="49" name="Gerader Verbinder 48">
                <a:extLst>
                  <a:ext uri="{FF2B5EF4-FFF2-40B4-BE49-F238E27FC236}">
                    <a16:creationId xmlns:a16="http://schemas.microsoft.com/office/drawing/2014/main" id="{9C4493C4-7126-4DC2-8B39-0DA97D4322F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Textfeld 51">
                <a:extLst>
                  <a:ext uri="{FF2B5EF4-FFF2-40B4-BE49-F238E27FC236}">
                    <a16:creationId xmlns:a16="http://schemas.microsoft.com/office/drawing/2014/main" id="{FB971E19-0AD9-4FC0-A690-5B7FE4B937D2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00.40</a:t>
                </a:r>
              </a:p>
            </p:txBody>
          </p:sp>
        </p:grpSp>
        <p:grpSp>
          <p:nvGrpSpPr>
            <p:cNvPr id="42" name="Gruppieren 41">
              <a:extLst>
                <a:ext uri="{FF2B5EF4-FFF2-40B4-BE49-F238E27FC236}">
                  <a16:creationId xmlns:a16="http://schemas.microsoft.com/office/drawing/2014/main" id="{6FC177ED-08A3-41F2-A20F-421A8D15F67E}"/>
                </a:ext>
              </a:extLst>
            </p:cNvPr>
            <p:cNvGrpSpPr/>
            <p:nvPr/>
          </p:nvGrpSpPr>
          <p:grpSpPr>
            <a:xfrm rot="5400000">
              <a:off x="6093326" y="7050196"/>
              <a:ext cx="411957" cy="200568"/>
              <a:chOff x="-615198" y="4354167"/>
              <a:chExt cx="411957" cy="200568"/>
            </a:xfrm>
          </p:grpSpPr>
          <p:cxnSp>
            <p:nvCxnSpPr>
              <p:cNvPr id="47" name="Gerader Verbinder 46">
                <a:extLst>
                  <a:ext uri="{FF2B5EF4-FFF2-40B4-BE49-F238E27FC236}">
                    <a16:creationId xmlns:a16="http://schemas.microsoft.com/office/drawing/2014/main" id="{835CDBE8-AA56-4C77-B976-9D47940A7B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Textfeld 47">
                <a:extLst>
                  <a:ext uri="{FF2B5EF4-FFF2-40B4-BE49-F238E27FC236}">
                    <a16:creationId xmlns:a16="http://schemas.microsoft.com/office/drawing/2014/main" id="{2D561C1E-6052-4A4C-A499-813F75179129}"/>
                  </a:ext>
                </a:extLst>
              </p:cNvPr>
              <p:cNvSpPr txBox="1"/>
              <p:nvPr/>
            </p:nvSpPr>
            <p:spPr>
              <a:xfrm rot="10800000">
                <a:off x="-615198" y="4354167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00.40</a:t>
                </a:r>
              </a:p>
            </p:txBody>
          </p:sp>
        </p:grpSp>
        <p:cxnSp>
          <p:nvCxnSpPr>
            <p:cNvPr id="43" name="Gerader Verbinder 42">
              <a:extLst>
                <a:ext uri="{FF2B5EF4-FFF2-40B4-BE49-F238E27FC236}">
                  <a16:creationId xmlns:a16="http://schemas.microsoft.com/office/drawing/2014/main" id="{5E35AB79-CCC4-40B5-9419-E7B439F6AF2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890022" y="7150480"/>
              <a:ext cx="411956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4" name="Gruppieren 43">
              <a:extLst>
                <a:ext uri="{FF2B5EF4-FFF2-40B4-BE49-F238E27FC236}">
                  <a16:creationId xmlns:a16="http://schemas.microsoft.com/office/drawing/2014/main" id="{188768DC-E0C0-4954-8B6D-086430E859D1}"/>
                </a:ext>
              </a:extLst>
            </p:cNvPr>
            <p:cNvGrpSpPr/>
            <p:nvPr/>
          </p:nvGrpSpPr>
          <p:grpSpPr>
            <a:xfrm rot="16200000">
              <a:off x="11364596" y="7046174"/>
              <a:ext cx="411956" cy="208614"/>
              <a:chOff x="-615197" y="4303061"/>
              <a:chExt cx="411956" cy="208614"/>
            </a:xfrm>
          </p:grpSpPr>
          <p:cxnSp>
            <p:nvCxnSpPr>
              <p:cNvPr id="45" name="Gerader Verbinder 44">
                <a:extLst>
                  <a:ext uri="{FF2B5EF4-FFF2-40B4-BE49-F238E27FC236}">
                    <a16:creationId xmlns:a16="http://schemas.microsoft.com/office/drawing/2014/main" id="{BEB2F57A-3E27-41C6-8006-489CD896218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Textfeld 45">
                <a:extLst>
                  <a:ext uri="{FF2B5EF4-FFF2-40B4-BE49-F238E27FC236}">
                    <a16:creationId xmlns:a16="http://schemas.microsoft.com/office/drawing/2014/main" id="{CC3AC5D1-0A2D-43C7-BCF5-20E4AF49AC92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15.50</a:t>
                </a:r>
              </a:p>
            </p:txBody>
          </p:sp>
        </p:grpSp>
      </p:grpSp>
      <p:grpSp>
        <p:nvGrpSpPr>
          <p:cNvPr id="87" name="Gruppieren 86">
            <a:extLst>
              <a:ext uri="{FF2B5EF4-FFF2-40B4-BE49-F238E27FC236}">
                <a16:creationId xmlns:a16="http://schemas.microsoft.com/office/drawing/2014/main" id="{3C1455B6-9AFA-4D33-B327-9E8716352F4C}"/>
              </a:ext>
            </a:extLst>
          </p:cNvPr>
          <p:cNvGrpSpPr/>
          <p:nvPr/>
        </p:nvGrpSpPr>
        <p:grpSpPr>
          <a:xfrm>
            <a:off x="-697714" y="80201"/>
            <a:ext cx="411956" cy="6713707"/>
            <a:chOff x="-502267" y="80201"/>
            <a:chExt cx="411956" cy="6713707"/>
          </a:xfrm>
        </p:grpSpPr>
        <p:grpSp>
          <p:nvGrpSpPr>
            <p:cNvPr id="88" name="Gruppieren 87">
              <a:extLst>
                <a:ext uri="{FF2B5EF4-FFF2-40B4-BE49-F238E27FC236}">
                  <a16:creationId xmlns:a16="http://schemas.microsoft.com/office/drawing/2014/main" id="{0A1C7727-4464-42EF-8C17-CBF051C81971}"/>
                </a:ext>
              </a:extLst>
            </p:cNvPr>
            <p:cNvGrpSpPr/>
            <p:nvPr/>
          </p:nvGrpSpPr>
          <p:grpSpPr>
            <a:xfrm>
              <a:off x="-502267" y="6593340"/>
              <a:ext cx="411956" cy="200568"/>
              <a:chOff x="-615197" y="4452994"/>
              <a:chExt cx="411956" cy="200568"/>
            </a:xfrm>
          </p:grpSpPr>
          <p:sp>
            <p:nvSpPr>
              <p:cNvPr id="104" name="Textfeld 103">
                <a:extLst>
                  <a:ext uri="{FF2B5EF4-FFF2-40B4-BE49-F238E27FC236}">
                    <a16:creationId xmlns:a16="http://schemas.microsoft.com/office/drawing/2014/main" id="{5FF6A35F-0DDA-4183-9644-0E7ED61DE8A2}"/>
                  </a:ext>
                </a:extLst>
              </p:cNvPr>
              <p:cNvSpPr txBox="1"/>
              <p:nvPr/>
            </p:nvSpPr>
            <p:spPr>
              <a:xfrm>
                <a:off x="-615197" y="4452994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08.92</a:t>
                </a:r>
              </a:p>
            </p:txBody>
          </p:sp>
          <p:cxnSp>
            <p:nvCxnSpPr>
              <p:cNvPr id="105" name="Gerader Verbinder 104">
                <a:extLst>
                  <a:ext uri="{FF2B5EF4-FFF2-40B4-BE49-F238E27FC236}">
                    <a16:creationId xmlns:a16="http://schemas.microsoft.com/office/drawing/2014/main" id="{9E3B4AF1-BE96-44E5-A275-4B266ABFDE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497389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9" name="Gruppieren 88">
              <a:extLst>
                <a:ext uri="{FF2B5EF4-FFF2-40B4-BE49-F238E27FC236}">
                  <a16:creationId xmlns:a16="http://schemas.microsoft.com/office/drawing/2014/main" id="{95B34C54-29BD-43DC-9F2F-998AA0441029}"/>
                </a:ext>
              </a:extLst>
            </p:cNvPr>
            <p:cNvGrpSpPr/>
            <p:nvPr/>
          </p:nvGrpSpPr>
          <p:grpSpPr>
            <a:xfrm>
              <a:off x="-502267" y="5876163"/>
              <a:ext cx="411956" cy="216662"/>
              <a:chOff x="-615197" y="4295013"/>
              <a:chExt cx="411956" cy="216662"/>
            </a:xfrm>
          </p:grpSpPr>
          <p:cxnSp>
            <p:nvCxnSpPr>
              <p:cNvPr id="102" name="Gerader Verbinder 101">
                <a:extLst>
                  <a:ext uri="{FF2B5EF4-FFF2-40B4-BE49-F238E27FC236}">
                    <a16:creationId xmlns:a16="http://schemas.microsoft.com/office/drawing/2014/main" id="{17B7DA63-B5DD-4C7E-B9E5-2209E017BB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3" name="Textfeld 102">
                <a:extLst>
                  <a:ext uri="{FF2B5EF4-FFF2-40B4-BE49-F238E27FC236}">
                    <a16:creationId xmlns:a16="http://schemas.microsoft.com/office/drawing/2014/main" id="{6EE80D5E-D047-45D6-9996-4CDF42D4CBE2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07.40</a:t>
                </a:r>
              </a:p>
            </p:txBody>
          </p:sp>
        </p:grpSp>
        <p:grpSp>
          <p:nvGrpSpPr>
            <p:cNvPr id="90" name="Gruppieren 89">
              <a:extLst>
                <a:ext uri="{FF2B5EF4-FFF2-40B4-BE49-F238E27FC236}">
                  <a16:creationId xmlns:a16="http://schemas.microsoft.com/office/drawing/2014/main" id="{9FCAF90D-723B-42A2-8C38-6F6D5AF0716E}"/>
                </a:ext>
              </a:extLst>
            </p:cNvPr>
            <p:cNvGrpSpPr/>
            <p:nvPr/>
          </p:nvGrpSpPr>
          <p:grpSpPr>
            <a:xfrm>
              <a:off x="-502267" y="3212338"/>
              <a:ext cx="411956" cy="216662"/>
              <a:chOff x="-615197" y="4295013"/>
              <a:chExt cx="411956" cy="216662"/>
            </a:xfrm>
          </p:grpSpPr>
          <p:cxnSp>
            <p:nvCxnSpPr>
              <p:cNvPr id="100" name="Gerader Verbinder 99">
                <a:extLst>
                  <a:ext uri="{FF2B5EF4-FFF2-40B4-BE49-F238E27FC236}">
                    <a16:creationId xmlns:a16="http://schemas.microsoft.com/office/drawing/2014/main" id="{C4DC1DE7-5767-4A31-AA12-D3A80773B55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1" name="Textfeld 100">
                <a:extLst>
                  <a:ext uri="{FF2B5EF4-FFF2-40B4-BE49-F238E27FC236}">
                    <a16:creationId xmlns:a16="http://schemas.microsoft.com/office/drawing/2014/main" id="{7A821FEE-47E3-4012-850B-BC2BE8725CCB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00.00</a:t>
                </a:r>
              </a:p>
            </p:txBody>
          </p:sp>
        </p:grpSp>
        <p:grpSp>
          <p:nvGrpSpPr>
            <p:cNvPr id="91" name="Gruppieren 90">
              <a:extLst>
                <a:ext uri="{FF2B5EF4-FFF2-40B4-BE49-F238E27FC236}">
                  <a16:creationId xmlns:a16="http://schemas.microsoft.com/office/drawing/2014/main" id="{6F9B82A1-AC20-4CD1-8B29-CD0762DFA635}"/>
                </a:ext>
              </a:extLst>
            </p:cNvPr>
            <p:cNvGrpSpPr/>
            <p:nvPr/>
          </p:nvGrpSpPr>
          <p:grpSpPr>
            <a:xfrm>
              <a:off x="-502267" y="835851"/>
              <a:ext cx="411956" cy="216662"/>
              <a:chOff x="-615197" y="4295013"/>
              <a:chExt cx="411956" cy="216662"/>
            </a:xfrm>
          </p:grpSpPr>
          <p:cxnSp>
            <p:nvCxnSpPr>
              <p:cNvPr id="98" name="Gerader Verbinder 97">
                <a:extLst>
                  <a:ext uri="{FF2B5EF4-FFF2-40B4-BE49-F238E27FC236}">
                    <a16:creationId xmlns:a16="http://schemas.microsoft.com/office/drawing/2014/main" id="{C27D4744-56C5-4AC6-BCCE-719125B179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9" name="Textfeld 98">
                <a:extLst>
                  <a:ext uri="{FF2B5EF4-FFF2-40B4-BE49-F238E27FC236}">
                    <a16:creationId xmlns:a16="http://schemas.microsoft.com/office/drawing/2014/main" id="{891F6866-7F18-4C3C-86C6-4D7679551579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06.60</a:t>
                </a:r>
              </a:p>
            </p:txBody>
          </p:sp>
        </p:grpSp>
        <p:grpSp>
          <p:nvGrpSpPr>
            <p:cNvPr id="92" name="Gruppieren 91">
              <a:extLst>
                <a:ext uri="{FF2B5EF4-FFF2-40B4-BE49-F238E27FC236}">
                  <a16:creationId xmlns:a16="http://schemas.microsoft.com/office/drawing/2014/main" id="{71C9AFC6-BB62-4472-B89D-5106CD1B5C49}"/>
                </a:ext>
              </a:extLst>
            </p:cNvPr>
            <p:cNvGrpSpPr/>
            <p:nvPr/>
          </p:nvGrpSpPr>
          <p:grpSpPr>
            <a:xfrm>
              <a:off x="-502267" y="1412113"/>
              <a:ext cx="411956" cy="216662"/>
              <a:chOff x="-615197" y="4295013"/>
              <a:chExt cx="411956" cy="216662"/>
            </a:xfrm>
          </p:grpSpPr>
          <p:cxnSp>
            <p:nvCxnSpPr>
              <p:cNvPr id="96" name="Gerader Verbinder 95">
                <a:extLst>
                  <a:ext uri="{FF2B5EF4-FFF2-40B4-BE49-F238E27FC236}">
                    <a16:creationId xmlns:a16="http://schemas.microsoft.com/office/drawing/2014/main" id="{FF772E47-6CF1-4CAC-B77F-6699803D831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7" name="Textfeld 96">
                <a:extLst>
                  <a:ext uri="{FF2B5EF4-FFF2-40B4-BE49-F238E27FC236}">
                    <a16:creationId xmlns:a16="http://schemas.microsoft.com/office/drawing/2014/main" id="{5092AAAF-F07B-421E-A6D4-E8F178B69A32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05.00</a:t>
                </a:r>
              </a:p>
            </p:txBody>
          </p:sp>
        </p:grpSp>
        <p:grpSp>
          <p:nvGrpSpPr>
            <p:cNvPr id="93" name="Gruppieren 92">
              <a:extLst>
                <a:ext uri="{FF2B5EF4-FFF2-40B4-BE49-F238E27FC236}">
                  <a16:creationId xmlns:a16="http://schemas.microsoft.com/office/drawing/2014/main" id="{39AE4AE9-760F-4975-B6D0-653159945918}"/>
                </a:ext>
              </a:extLst>
            </p:cNvPr>
            <p:cNvGrpSpPr/>
            <p:nvPr/>
          </p:nvGrpSpPr>
          <p:grpSpPr>
            <a:xfrm>
              <a:off x="-502267" y="80201"/>
              <a:ext cx="411956" cy="216662"/>
              <a:chOff x="-615197" y="4258501"/>
              <a:chExt cx="411956" cy="216662"/>
            </a:xfrm>
          </p:grpSpPr>
          <p:cxnSp>
            <p:nvCxnSpPr>
              <p:cNvPr id="94" name="Gerader Verbinder 93">
                <a:extLst>
                  <a:ext uri="{FF2B5EF4-FFF2-40B4-BE49-F238E27FC236}">
                    <a16:creationId xmlns:a16="http://schemas.microsoft.com/office/drawing/2014/main" id="{EE01BD78-C498-4723-865C-A0458BCA2C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475163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5" name="Textfeld 94">
                <a:extLst>
                  <a:ext uri="{FF2B5EF4-FFF2-40B4-BE49-F238E27FC236}">
                    <a16:creationId xmlns:a16="http://schemas.microsoft.com/office/drawing/2014/main" id="{308FE79A-874E-46F1-A307-7C3BDB0E783C}"/>
                  </a:ext>
                </a:extLst>
              </p:cNvPr>
              <p:cNvSpPr txBox="1"/>
              <p:nvPr/>
            </p:nvSpPr>
            <p:spPr>
              <a:xfrm>
                <a:off x="-615197" y="425850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08.70</a:t>
                </a:r>
              </a:p>
            </p:txBody>
          </p:sp>
        </p:grpSp>
      </p:grp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B6050CC9-7283-1AE6-334C-1AC15CC60A7A}"/>
              </a:ext>
            </a:extLst>
          </p:cNvPr>
          <p:cNvGrpSpPr/>
          <p:nvPr/>
        </p:nvGrpSpPr>
        <p:grpSpPr>
          <a:xfrm>
            <a:off x="11170442" y="299244"/>
            <a:ext cx="505400" cy="505400"/>
            <a:chOff x="5423248" y="2756248"/>
            <a:chExt cx="1349978" cy="1349978"/>
          </a:xfrm>
        </p:grpSpPr>
        <p:sp>
          <p:nvSpPr>
            <p:cNvPr id="5" name="Freihandform: Form 4">
              <a:extLst>
                <a:ext uri="{FF2B5EF4-FFF2-40B4-BE49-F238E27FC236}">
                  <a16:creationId xmlns:a16="http://schemas.microsoft.com/office/drawing/2014/main" id="{08A9EF5E-508B-7E77-4FAC-163D2AD1A7CC}"/>
                </a:ext>
              </a:extLst>
            </p:cNvPr>
            <p:cNvSpPr/>
            <p:nvPr/>
          </p:nvSpPr>
          <p:spPr>
            <a:xfrm>
              <a:off x="5423248" y="2756248"/>
              <a:ext cx="1349978" cy="1349978"/>
            </a:xfrm>
            <a:custGeom>
              <a:avLst/>
              <a:gdLst>
                <a:gd name="connsiteX0" fmla="*/ 1349788 w 1349978"/>
                <a:gd name="connsiteY0" fmla="*/ 1349978 h 1349978"/>
                <a:gd name="connsiteX1" fmla="*/ 675037 w 1349978"/>
                <a:gd name="connsiteY1" fmla="*/ 1205389 h 1349978"/>
                <a:gd name="connsiteX2" fmla="*/ 0 w 1349978"/>
                <a:gd name="connsiteY2" fmla="*/ 1349978 h 1349978"/>
                <a:gd name="connsiteX3" fmla="*/ 0 w 1349978"/>
                <a:gd name="connsiteY3" fmla="*/ 0 h 1349978"/>
                <a:gd name="connsiteX4" fmla="*/ 1349978 w 1349978"/>
                <a:gd name="connsiteY4" fmla="*/ 0 h 1349978"/>
                <a:gd name="connsiteX5" fmla="*/ 1349788 w 1349978"/>
                <a:gd name="connsiteY5" fmla="*/ 1349978 h 1349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9978" h="1349978">
                  <a:moveTo>
                    <a:pt x="1349788" y="1349978"/>
                  </a:moveTo>
                  <a:cubicBezTo>
                    <a:pt x="1143953" y="1257110"/>
                    <a:pt x="915543" y="1205389"/>
                    <a:pt x="675037" y="1205389"/>
                  </a:cubicBezTo>
                  <a:cubicBezTo>
                    <a:pt x="434530" y="1205389"/>
                    <a:pt x="205835" y="1257110"/>
                    <a:pt x="0" y="1349978"/>
                  </a:cubicBezTo>
                  <a:lnTo>
                    <a:pt x="0" y="0"/>
                  </a:lnTo>
                  <a:lnTo>
                    <a:pt x="1349978" y="0"/>
                  </a:lnTo>
                  <a:lnTo>
                    <a:pt x="1349788" y="1349978"/>
                  </a:lnTo>
                  <a:close/>
                </a:path>
              </a:pathLst>
            </a:custGeom>
            <a:solidFill>
              <a:srgbClr val="0F2D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grpSp>
          <p:nvGrpSpPr>
            <p:cNvPr id="6" name="Grafik 31">
              <a:extLst>
                <a:ext uri="{FF2B5EF4-FFF2-40B4-BE49-F238E27FC236}">
                  <a16:creationId xmlns:a16="http://schemas.microsoft.com/office/drawing/2014/main" id="{5417D3BC-AEF0-A456-3BE9-C18E74E1EB09}"/>
                </a:ext>
              </a:extLst>
            </p:cNvPr>
            <p:cNvGrpSpPr/>
            <p:nvPr/>
          </p:nvGrpSpPr>
          <p:grpSpPr>
            <a:xfrm>
              <a:off x="5474985" y="3134295"/>
              <a:ext cx="1244293" cy="294132"/>
              <a:chOff x="5474985" y="3134295"/>
              <a:chExt cx="1244293" cy="294132"/>
            </a:xfrm>
            <a:solidFill>
              <a:srgbClr val="FFFFFF"/>
            </a:solidFill>
          </p:grpSpPr>
          <p:sp>
            <p:nvSpPr>
              <p:cNvPr id="7" name="Freihandform: Form 6">
                <a:extLst>
                  <a:ext uri="{FF2B5EF4-FFF2-40B4-BE49-F238E27FC236}">
                    <a16:creationId xmlns:a16="http://schemas.microsoft.com/office/drawing/2014/main" id="{DF3F7DDE-C1CF-E9B2-B6CC-ECC937F16D29}"/>
                  </a:ext>
                </a:extLst>
              </p:cNvPr>
              <p:cNvSpPr/>
              <p:nvPr/>
            </p:nvSpPr>
            <p:spPr>
              <a:xfrm>
                <a:off x="5474985" y="3134295"/>
                <a:ext cx="247353" cy="293941"/>
              </a:xfrm>
              <a:custGeom>
                <a:avLst/>
                <a:gdLst>
                  <a:gd name="connsiteX0" fmla="*/ 109998 w 247353"/>
                  <a:gd name="connsiteY0" fmla="*/ 30956 h 293941"/>
                  <a:gd name="connsiteX1" fmla="*/ 41418 w 247353"/>
                  <a:gd name="connsiteY1" fmla="*/ 95250 h 293941"/>
                  <a:gd name="connsiteX2" fmla="*/ 11129 w 247353"/>
                  <a:gd name="connsiteY2" fmla="*/ 95250 h 293941"/>
                  <a:gd name="connsiteX3" fmla="*/ 11129 w 247353"/>
                  <a:gd name="connsiteY3" fmla="*/ 0 h 293941"/>
                  <a:gd name="connsiteX4" fmla="*/ 247349 w 247353"/>
                  <a:gd name="connsiteY4" fmla="*/ 0 h 293941"/>
                  <a:gd name="connsiteX5" fmla="*/ 179340 w 247353"/>
                  <a:gd name="connsiteY5" fmla="*/ 151733 h 293941"/>
                  <a:gd name="connsiteX6" fmla="*/ 111141 w 247353"/>
                  <a:gd name="connsiteY6" fmla="*/ 262795 h 293941"/>
                  <a:gd name="connsiteX7" fmla="*/ 149432 w 247353"/>
                  <a:gd name="connsiteY7" fmla="*/ 262795 h 293941"/>
                  <a:gd name="connsiteX8" fmla="*/ 210011 w 247353"/>
                  <a:gd name="connsiteY8" fmla="*/ 198501 h 293941"/>
                  <a:gd name="connsiteX9" fmla="*/ 241634 w 247353"/>
                  <a:gd name="connsiteY9" fmla="*/ 198501 h 293941"/>
                  <a:gd name="connsiteX10" fmla="*/ 241634 w 247353"/>
                  <a:gd name="connsiteY10" fmla="*/ 293942 h 293941"/>
                  <a:gd name="connsiteX11" fmla="*/ 270 w 247353"/>
                  <a:gd name="connsiteY11" fmla="*/ 293942 h 293941"/>
                  <a:gd name="connsiteX12" fmla="*/ 75137 w 247353"/>
                  <a:gd name="connsiteY12" fmla="*/ 133731 h 293941"/>
                  <a:gd name="connsiteX13" fmla="*/ 138573 w 247353"/>
                  <a:gd name="connsiteY13" fmla="*/ 30671 h 293941"/>
                  <a:gd name="connsiteX14" fmla="*/ 109998 w 247353"/>
                  <a:gd name="connsiteY14" fmla="*/ 30861 h 293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47353" h="293941">
                    <a:moveTo>
                      <a:pt x="109998" y="30956"/>
                    </a:moveTo>
                    <a:cubicBezTo>
                      <a:pt x="46562" y="30956"/>
                      <a:pt x="41418" y="95250"/>
                      <a:pt x="41418" y="95250"/>
                    </a:cubicBezTo>
                    <a:lnTo>
                      <a:pt x="11129" y="95250"/>
                    </a:lnTo>
                    <a:lnTo>
                      <a:pt x="11129" y="0"/>
                    </a:lnTo>
                    <a:lnTo>
                      <a:pt x="247349" y="0"/>
                    </a:lnTo>
                    <a:cubicBezTo>
                      <a:pt x="247349" y="0"/>
                      <a:pt x="249254" y="73628"/>
                      <a:pt x="179340" y="151733"/>
                    </a:cubicBezTo>
                    <a:cubicBezTo>
                      <a:pt x="179340" y="151733"/>
                      <a:pt x="112856" y="228981"/>
                      <a:pt x="111141" y="262795"/>
                    </a:cubicBezTo>
                    <a:lnTo>
                      <a:pt x="149432" y="262795"/>
                    </a:lnTo>
                    <a:cubicBezTo>
                      <a:pt x="204391" y="262795"/>
                      <a:pt x="210011" y="198501"/>
                      <a:pt x="210011" y="198501"/>
                    </a:cubicBezTo>
                    <a:lnTo>
                      <a:pt x="241634" y="198501"/>
                    </a:lnTo>
                    <a:lnTo>
                      <a:pt x="241634" y="293942"/>
                    </a:lnTo>
                    <a:lnTo>
                      <a:pt x="270" y="293942"/>
                    </a:lnTo>
                    <a:cubicBezTo>
                      <a:pt x="270" y="293942"/>
                      <a:pt x="-8588" y="221647"/>
                      <a:pt x="75137" y="133731"/>
                    </a:cubicBezTo>
                    <a:cubicBezTo>
                      <a:pt x="75137" y="133731"/>
                      <a:pt x="126667" y="76200"/>
                      <a:pt x="138573" y="30671"/>
                    </a:cubicBezTo>
                    <a:lnTo>
                      <a:pt x="109998" y="3086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9" name="Freihandform: Form 8">
                <a:extLst>
                  <a:ext uri="{FF2B5EF4-FFF2-40B4-BE49-F238E27FC236}">
                    <a16:creationId xmlns:a16="http://schemas.microsoft.com/office/drawing/2014/main" id="{5682FA23-DFD3-EA6B-7E2D-DD5B4371B563}"/>
                  </a:ext>
                </a:extLst>
              </p:cNvPr>
              <p:cNvSpPr/>
              <p:nvPr/>
            </p:nvSpPr>
            <p:spPr>
              <a:xfrm>
                <a:off x="6030181" y="3134295"/>
                <a:ext cx="156495" cy="293750"/>
              </a:xfrm>
              <a:custGeom>
                <a:avLst/>
                <a:gdLst>
                  <a:gd name="connsiteX0" fmla="*/ 156496 w 156495"/>
                  <a:gd name="connsiteY0" fmla="*/ 293751 h 293750"/>
                  <a:gd name="connsiteX1" fmla="*/ 156496 w 156495"/>
                  <a:gd name="connsiteY1" fmla="*/ 262604 h 293750"/>
                  <a:gd name="connsiteX2" fmla="*/ 149352 w 156495"/>
                  <a:gd name="connsiteY2" fmla="*/ 262604 h 293750"/>
                  <a:gd name="connsiteX3" fmla="*/ 125730 w 156495"/>
                  <a:gd name="connsiteY3" fmla="*/ 238982 h 293750"/>
                  <a:gd name="connsiteX4" fmla="*/ 125730 w 156495"/>
                  <a:gd name="connsiteY4" fmla="*/ 54769 h 293750"/>
                  <a:gd name="connsiteX5" fmla="*/ 149352 w 156495"/>
                  <a:gd name="connsiteY5" fmla="*/ 31147 h 293750"/>
                  <a:gd name="connsiteX6" fmla="*/ 156496 w 156495"/>
                  <a:gd name="connsiteY6" fmla="*/ 31147 h 293750"/>
                  <a:gd name="connsiteX7" fmla="*/ 156496 w 156495"/>
                  <a:gd name="connsiteY7" fmla="*/ 0 h 293750"/>
                  <a:gd name="connsiteX8" fmla="*/ 0 w 156495"/>
                  <a:gd name="connsiteY8" fmla="*/ 0 h 293750"/>
                  <a:gd name="connsiteX9" fmla="*/ 0 w 156495"/>
                  <a:gd name="connsiteY9" fmla="*/ 31147 h 293750"/>
                  <a:gd name="connsiteX10" fmla="*/ 7144 w 156495"/>
                  <a:gd name="connsiteY10" fmla="*/ 31147 h 293750"/>
                  <a:gd name="connsiteX11" fmla="*/ 30956 w 156495"/>
                  <a:gd name="connsiteY11" fmla="*/ 54769 h 293750"/>
                  <a:gd name="connsiteX12" fmla="*/ 30956 w 156495"/>
                  <a:gd name="connsiteY12" fmla="*/ 238982 h 293750"/>
                  <a:gd name="connsiteX13" fmla="*/ 7144 w 156495"/>
                  <a:gd name="connsiteY13" fmla="*/ 262604 h 293750"/>
                  <a:gd name="connsiteX14" fmla="*/ 0 w 156495"/>
                  <a:gd name="connsiteY14" fmla="*/ 262604 h 293750"/>
                  <a:gd name="connsiteX15" fmla="*/ 0 w 156495"/>
                  <a:gd name="connsiteY15" fmla="*/ 293751 h 293750"/>
                  <a:gd name="connsiteX16" fmla="*/ 156496 w 156495"/>
                  <a:gd name="connsiteY16" fmla="*/ 293751 h 293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56495" h="293750">
                    <a:moveTo>
                      <a:pt x="156496" y="293751"/>
                    </a:moveTo>
                    <a:lnTo>
                      <a:pt x="156496" y="262604"/>
                    </a:lnTo>
                    <a:lnTo>
                      <a:pt x="149352" y="262604"/>
                    </a:lnTo>
                    <a:cubicBezTo>
                      <a:pt x="136398" y="262604"/>
                      <a:pt x="125730" y="251936"/>
                      <a:pt x="125730" y="238982"/>
                    </a:cubicBezTo>
                    <a:lnTo>
                      <a:pt x="125730" y="54769"/>
                    </a:lnTo>
                    <a:cubicBezTo>
                      <a:pt x="125730" y="41815"/>
                      <a:pt x="136303" y="31147"/>
                      <a:pt x="149352" y="31147"/>
                    </a:cubicBezTo>
                    <a:lnTo>
                      <a:pt x="156496" y="31147"/>
                    </a:lnTo>
                    <a:lnTo>
                      <a:pt x="156496" y="0"/>
                    </a:lnTo>
                    <a:lnTo>
                      <a:pt x="0" y="0"/>
                    </a:lnTo>
                    <a:lnTo>
                      <a:pt x="0" y="31147"/>
                    </a:lnTo>
                    <a:lnTo>
                      <a:pt x="7144" y="31147"/>
                    </a:lnTo>
                    <a:cubicBezTo>
                      <a:pt x="20383" y="31147"/>
                      <a:pt x="30956" y="41720"/>
                      <a:pt x="30956" y="54769"/>
                    </a:cubicBezTo>
                    <a:lnTo>
                      <a:pt x="30956" y="238982"/>
                    </a:lnTo>
                    <a:cubicBezTo>
                      <a:pt x="30956" y="251936"/>
                      <a:pt x="20383" y="262604"/>
                      <a:pt x="7144" y="262604"/>
                    </a:cubicBezTo>
                    <a:lnTo>
                      <a:pt x="0" y="262604"/>
                    </a:lnTo>
                    <a:lnTo>
                      <a:pt x="0" y="293751"/>
                    </a:lnTo>
                    <a:lnTo>
                      <a:pt x="156496" y="29375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10" name="Freihandform: Form 9">
                <a:extLst>
                  <a:ext uri="{FF2B5EF4-FFF2-40B4-BE49-F238E27FC236}">
                    <a16:creationId xmlns:a16="http://schemas.microsoft.com/office/drawing/2014/main" id="{AA6BF1BB-FAC8-D947-84E9-871C32227526}"/>
                  </a:ext>
                </a:extLst>
              </p:cNvPr>
              <p:cNvSpPr/>
              <p:nvPr/>
            </p:nvSpPr>
            <p:spPr>
              <a:xfrm>
                <a:off x="5748718" y="3134295"/>
                <a:ext cx="248983" cy="294132"/>
              </a:xfrm>
              <a:custGeom>
                <a:avLst/>
                <a:gdLst>
                  <a:gd name="connsiteX0" fmla="*/ 248983 w 248983"/>
                  <a:gd name="connsiteY0" fmla="*/ 294037 h 294132"/>
                  <a:gd name="connsiteX1" fmla="*/ 248983 w 248983"/>
                  <a:gd name="connsiteY1" fmla="*/ 198596 h 294132"/>
                  <a:gd name="connsiteX2" fmla="*/ 217361 w 248983"/>
                  <a:gd name="connsiteY2" fmla="*/ 198596 h 294132"/>
                  <a:gd name="connsiteX3" fmla="*/ 156496 w 248983"/>
                  <a:gd name="connsiteY3" fmla="*/ 262890 h 294132"/>
                  <a:gd name="connsiteX4" fmla="*/ 124873 w 248983"/>
                  <a:gd name="connsiteY4" fmla="*/ 262890 h 294132"/>
                  <a:gd name="connsiteX5" fmla="*/ 124873 w 248983"/>
                  <a:gd name="connsiteY5" fmla="*/ 162687 h 294132"/>
                  <a:gd name="connsiteX6" fmla="*/ 136112 w 248983"/>
                  <a:gd name="connsiteY6" fmla="*/ 162687 h 294132"/>
                  <a:gd name="connsiteX7" fmla="*/ 159925 w 248983"/>
                  <a:gd name="connsiteY7" fmla="*/ 186500 h 294132"/>
                  <a:gd name="connsiteX8" fmla="*/ 159925 w 248983"/>
                  <a:gd name="connsiteY8" fmla="*/ 198406 h 294132"/>
                  <a:gd name="connsiteX9" fmla="*/ 191071 w 248983"/>
                  <a:gd name="connsiteY9" fmla="*/ 198406 h 294132"/>
                  <a:gd name="connsiteX10" fmla="*/ 191071 w 248983"/>
                  <a:gd name="connsiteY10" fmla="*/ 95631 h 294132"/>
                  <a:gd name="connsiteX11" fmla="*/ 159925 w 248983"/>
                  <a:gd name="connsiteY11" fmla="*/ 95631 h 294132"/>
                  <a:gd name="connsiteX12" fmla="*/ 159925 w 248983"/>
                  <a:gd name="connsiteY12" fmla="*/ 107537 h 294132"/>
                  <a:gd name="connsiteX13" fmla="*/ 136112 w 248983"/>
                  <a:gd name="connsiteY13" fmla="*/ 131350 h 294132"/>
                  <a:gd name="connsiteX14" fmla="*/ 124873 w 248983"/>
                  <a:gd name="connsiteY14" fmla="*/ 131350 h 294132"/>
                  <a:gd name="connsiteX15" fmla="*/ 124873 w 248983"/>
                  <a:gd name="connsiteY15" fmla="*/ 31147 h 294132"/>
                  <a:gd name="connsiteX16" fmla="*/ 156496 w 248983"/>
                  <a:gd name="connsiteY16" fmla="*/ 31147 h 294132"/>
                  <a:gd name="connsiteX17" fmla="*/ 217361 w 248983"/>
                  <a:gd name="connsiteY17" fmla="*/ 95441 h 294132"/>
                  <a:gd name="connsiteX18" fmla="*/ 248983 w 248983"/>
                  <a:gd name="connsiteY18" fmla="*/ 95441 h 294132"/>
                  <a:gd name="connsiteX19" fmla="*/ 248983 w 248983"/>
                  <a:gd name="connsiteY19" fmla="*/ 0 h 294132"/>
                  <a:gd name="connsiteX20" fmla="*/ 0 w 248983"/>
                  <a:gd name="connsiteY20" fmla="*/ 0 h 294132"/>
                  <a:gd name="connsiteX21" fmla="*/ 0 w 248983"/>
                  <a:gd name="connsiteY21" fmla="*/ 31337 h 294132"/>
                  <a:gd name="connsiteX22" fmla="*/ 7144 w 248983"/>
                  <a:gd name="connsiteY22" fmla="*/ 31337 h 294132"/>
                  <a:gd name="connsiteX23" fmla="*/ 30766 w 248983"/>
                  <a:gd name="connsiteY23" fmla="*/ 54959 h 294132"/>
                  <a:gd name="connsiteX24" fmla="*/ 30766 w 248983"/>
                  <a:gd name="connsiteY24" fmla="*/ 239173 h 294132"/>
                  <a:gd name="connsiteX25" fmla="*/ 7144 w 248983"/>
                  <a:gd name="connsiteY25" fmla="*/ 262795 h 294132"/>
                  <a:gd name="connsiteX26" fmla="*/ 0 w 248983"/>
                  <a:gd name="connsiteY26" fmla="*/ 262795 h 294132"/>
                  <a:gd name="connsiteX27" fmla="*/ 0 w 248983"/>
                  <a:gd name="connsiteY27" fmla="*/ 293942 h 294132"/>
                  <a:gd name="connsiteX28" fmla="*/ 248983 w 248983"/>
                  <a:gd name="connsiteY28" fmla="*/ 294132 h 2941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48983" h="294132">
                    <a:moveTo>
                      <a:pt x="248983" y="294037"/>
                    </a:moveTo>
                    <a:lnTo>
                      <a:pt x="248983" y="198596"/>
                    </a:lnTo>
                    <a:lnTo>
                      <a:pt x="217361" y="198596"/>
                    </a:lnTo>
                    <a:cubicBezTo>
                      <a:pt x="217361" y="198596"/>
                      <a:pt x="211550" y="262890"/>
                      <a:pt x="156496" y="262890"/>
                    </a:cubicBezTo>
                    <a:lnTo>
                      <a:pt x="124873" y="262890"/>
                    </a:lnTo>
                    <a:lnTo>
                      <a:pt x="124873" y="162687"/>
                    </a:lnTo>
                    <a:lnTo>
                      <a:pt x="136112" y="162687"/>
                    </a:lnTo>
                    <a:cubicBezTo>
                      <a:pt x="149352" y="162687"/>
                      <a:pt x="159925" y="173355"/>
                      <a:pt x="159925" y="186500"/>
                    </a:cubicBezTo>
                    <a:lnTo>
                      <a:pt x="159925" y="198406"/>
                    </a:lnTo>
                    <a:lnTo>
                      <a:pt x="191071" y="198406"/>
                    </a:lnTo>
                    <a:lnTo>
                      <a:pt x="191071" y="95631"/>
                    </a:lnTo>
                    <a:lnTo>
                      <a:pt x="159925" y="95631"/>
                    </a:lnTo>
                    <a:lnTo>
                      <a:pt x="159925" y="107537"/>
                    </a:lnTo>
                    <a:cubicBezTo>
                      <a:pt x="159925" y="120777"/>
                      <a:pt x="149352" y="131350"/>
                      <a:pt x="136112" y="131350"/>
                    </a:cubicBezTo>
                    <a:lnTo>
                      <a:pt x="124873" y="131350"/>
                    </a:lnTo>
                    <a:lnTo>
                      <a:pt x="124873" y="31147"/>
                    </a:lnTo>
                    <a:lnTo>
                      <a:pt x="156496" y="31147"/>
                    </a:lnTo>
                    <a:cubicBezTo>
                      <a:pt x="211455" y="31147"/>
                      <a:pt x="217361" y="95441"/>
                      <a:pt x="217361" y="95441"/>
                    </a:cubicBezTo>
                    <a:lnTo>
                      <a:pt x="248983" y="95441"/>
                    </a:lnTo>
                    <a:lnTo>
                      <a:pt x="248983" y="0"/>
                    </a:lnTo>
                    <a:lnTo>
                      <a:pt x="0" y="0"/>
                    </a:lnTo>
                    <a:lnTo>
                      <a:pt x="0" y="31337"/>
                    </a:lnTo>
                    <a:lnTo>
                      <a:pt x="7144" y="31337"/>
                    </a:lnTo>
                    <a:cubicBezTo>
                      <a:pt x="20098" y="31337"/>
                      <a:pt x="30766" y="42005"/>
                      <a:pt x="30766" y="54959"/>
                    </a:cubicBezTo>
                    <a:lnTo>
                      <a:pt x="30766" y="239173"/>
                    </a:lnTo>
                    <a:cubicBezTo>
                      <a:pt x="30766" y="252127"/>
                      <a:pt x="20193" y="262795"/>
                      <a:pt x="7144" y="262795"/>
                    </a:cubicBezTo>
                    <a:lnTo>
                      <a:pt x="0" y="262795"/>
                    </a:lnTo>
                    <a:lnTo>
                      <a:pt x="0" y="293942"/>
                    </a:lnTo>
                    <a:lnTo>
                      <a:pt x="248983" y="294132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11" name="Freihandform: Form 10">
                <a:extLst>
                  <a:ext uri="{FF2B5EF4-FFF2-40B4-BE49-F238E27FC236}">
                    <a16:creationId xmlns:a16="http://schemas.microsoft.com/office/drawing/2014/main" id="{41C28F0C-0CB8-A656-ED45-4678B0F100B2}"/>
                  </a:ext>
                </a:extLst>
              </p:cNvPr>
              <p:cNvSpPr/>
              <p:nvPr/>
            </p:nvSpPr>
            <p:spPr>
              <a:xfrm>
                <a:off x="6217588" y="3134295"/>
                <a:ext cx="237562" cy="293941"/>
              </a:xfrm>
              <a:custGeom>
                <a:avLst/>
                <a:gdLst>
                  <a:gd name="connsiteX0" fmla="*/ 133586 w 237562"/>
                  <a:gd name="connsiteY0" fmla="*/ 30956 h 293941"/>
                  <a:gd name="connsiteX1" fmla="*/ 201976 w 237562"/>
                  <a:gd name="connsiteY1" fmla="*/ 95250 h 293941"/>
                  <a:gd name="connsiteX2" fmla="*/ 232551 w 237562"/>
                  <a:gd name="connsiteY2" fmla="*/ 95250 h 293941"/>
                  <a:gd name="connsiteX3" fmla="*/ 232551 w 237562"/>
                  <a:gd name="connsiteY3" fmla="*/ 0 h 293941"/>
                  <a:gd name="connsiteX4" fmla="*/ 6713 w 237562"/>
                  <a:gd name="connsiteY4" fmla="*/ 0 h 293941"/>
                  <a:gd name="connsiteX5" fmla="*/ 64339 w 237562"/>
                  <a:gd name="connsiteY5" fmla="*/ 151733 h 293941"/>
                  <a:gd name="connsiteX6" fmla="*/ 132348 w 237562"/>
                  <a:gd name="connsiteY6" fmla="*/ 262795 h 293941"/>
                  <a:gd name="connsiteX7" fmla="*/ 94248 w 237562"/>
                  <a:gd name="connsiteY7" fmla="*/ 262795 h 293941"/>
                  <a:gd name="connsiteX8" fmla="*/ 33383 w 237562"/>
                  <a:gd name="connsiteY8" fmla="*/ 198501 h 293941"/>
                  <a:gd name="connsiteX9" fmla="*/ 1760 w 237562"/>
                  <a:gd name="connsiteY9" fmla="*/ 198501 h 293941"/>
                  <a:gd name="connsiteX10" fmla="*/ 1760 w 237562"/>
                  <a:gd name="connsiteY10" fmla="*/ 293942 h 293941"/>
                  <a:gd name="connsiteX11" fmla="*/ 229312 w 237562"/>
                  <a:gd name="connsiteY11" fmla="*/ 293942 h 293941"/>
                  <a:gd name="connsiteX12" fmla="*/ 168257 w 237562"/>
                  <a:gd name="connsiteY12" fmla="*/ 133731 h 293941"/>
                  <a:gd name="connsiteX13" fmla="*/ 104821 w 237562"/>
                  <a:gd name="connsiteY13" fmla="*/ 30671 h 293941"/>
                  <a:gd name="connsiteX14" fmla="*/ 133586 w 237562"/>
                  <a:gd name="connsiteY14" fmla="*/ 30861 h 293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37562" h="293941">
                    <a:moveTo>
                      <a:pt x="133586" y="30956"/>
                    </a:moveTo>
                    <a:cubicBezTo>
                      <a:pt x="197023" y="30956"/>
                      <a:pt x="201976" y="95250"/>
                      <a:pt x="201976" y="95250"/>
                    </a:cubicBezTo>
                    <a:lnTo>
                      <a:pt x="232551" y="95250"/>
                    </a:lnTo>
                    <a:lnTo>
                      <a:pt x="232551" y="0"/>
                    </a:lnTo>
                    <a:lnTo>
                      <a:pt x="6713" y="0"/>
                    </a:lnTo>
                    <a:cubicBezTo>
                      <a:pt x="6713" y="0"/>
                      <a:pt x="-29006" y="46768"/>
                      <a:pt x="64339" y="151733"/>
                    </a:cubicBezTo>
                    <a:cubicBezTo>
                      <a:pt x="64339" y="151733"/>
                      <a:pt x="130538" y="228981"/>
                      <a:pt x="132348" y="262795"/>
                    </a:cubicBezTo>
                    <a:lnTo>
                      <a:pt x="94248" y="262795"/>
                    </a:lnTo>
                    <a:cubicBezTo>
                      <a:pt x="39289" y="262795"/>
                      <a:pt x="33383" y="198501"/>
                      <a:pt x="33383" y="198501"/>
                    </a:cubicBezTo>
                    <a:lnTo>
                      <a:pt x="1760" y="198501"/>
                    </a:lnTo>
                    <a:lnTo>
                      <a:pt x="1760" y="293942"/>
                    </a:lnTo>
                    <a:lnTo>
                      <a:pt x="229312" y="293942"/>
                    </a:lnTo>
                    <a:cubicBezTo>
                      <a:pt x="229312" y="293942"/>
                      <a:pt x="270651" y="249365"/>
                      <a:pt x="168257" y="133731"/>
                    </a:cubicBezTo>
                    <a:cubicBezTo>
                      <a:pt x="168257" y="133731"/>
                      <a:pt x="114536" y="78581"/>
                      <a:pt x="104821" y="30671"/>
                    </a:cubicBezTo>
                    <a:lnTo>
                      <a:pt x="133586" y="3086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12" name="Freihandform: Form 11">
                <a:extLst>
                  <a:ext uri="{FF2B5EF4-FFF2-40B4-BE49-F238E27FC236}">
                    <a16:creationId xmlns:a16="http://schemas.microsoft.com/office/drawing/2014/main" id="{AA13E02E-55B8-26F9-8F83-EB9E2AC4EF31}"/>
                  </a:ext>
                </a:extLst>
              </p:cNvPr>
              <p:cNvSpPr/>
              <p:nvPr/>
            </p:nvSpPr>
            <p:spPr>
              <a:xfrm>
                <a:off x="6481716" y="3134295"/>
                <a:ext cx="237562" cy="293941"/>
              </a:xfrm>
              <a:custGeom>
                <a:avLst/>
                <a:gdLst>
                  <a:gd name="connsiteX0" fmla="*/ 133586 w 237562"/>
                  <a:gd name="connsiteY0" fmla="*/ 30956 h 293941"/>
                  <a:gd name="connsiteX1" fmla="*/ 201976 w 237562"/>
                  <a:gd name="connsiteY1" fmla="*/ 95250 h 293941"/>
                  <a:gd name="connsiteX2" fmla="*/ 232265 w 237562"/>
                  <a:gd name="connsiteY2" fmla="*/ 95250 h 293941"/>
                  <a:gd name="connsiteX3" fmla="*/ 232265 w 237562"/>
                  <a:gd name="connsiteY3" fmla="*/ 0 h 293941"/>
                  <a:gd name="connsiteX4" fmla="*/ 6713 w 237562"/>
                  <a:gd name="connsiteY4" fmla="*/ 0 h 293941"/>
                  <a:gd name="connsiteX5" fmla="*/ 64339 w 237562"/>
                  <a:gd name="connsiteY5" fmla="*/ 151733 h 293941"/>
                  <a:gd name="connsiteX6" fmla="*/ 132348 w 237562"/>
                  <a:gd name="connsiteY6" fmla="*/ 262795 h 293941"/>
                  <a:gd name="connsiteX7" fmla="*/ 94248 w 237562"/>
                  <a:gd name="connsiteY7" fmla="*/ 262795 h 293941"/>
                  <a:gd name="connsiteX8" fmla="*/ 33383 w 237562"/>
                  <a:gd name="connsiteY8" fmla="*/ 198501 h 293941"/>
                  <a:gd name="connsiteX9" fmla="*/ 1760 w 237562"/>
                  <a:gd name="connsiteY9" fmla="*/ 198501 h 293941"/>
                  <a:gd name="connsiteX10" fmla="*/ 1760 w 237562"/>
                  <a:gd name="connsiteY10" fmla="*/ 293942 h 293941"/>
                  <a:gd name="connsiteX11" fmla="*/ 229313 w 237562"/>
                  <a:gd name="connsiteY11" fmla="*/ 293942 h 293941"/>
                  <a:gd name="connsiteX12" fmla="*/ 168257 w 237562"/>
                  <a:gd name="connsiteY12" fmla="*/ 133731 h 293941"/>
                  <a:gd name="connsiteX13" fmla="*/ 104821 w 237562"/>
                  <a:gd name="connsiteY13" fmla="*/ 30671 h 293941"/>
                  <a:gd name="connsiteX14" fmla="*/ 133586 w 237562"/>
                  <a:gd name="connsiteY14" fmla="*/ 30861 h 293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37562" h="293941">
                    <a:moveTo>
                      <a:pt x="133586" y="30956"/>
                    </a:moveTo>
                    <a:cubicBezTo>
                      <a:pt x="196832" y="30956"/>
                      <a:pt x="201976" y="95250"/>
                      <a:pt x="201976" y="95250"/>
                    </a:cubicBezTo>
                    <a:lnTo>
                      <a:pt x="232265" y="95250"/>
                    </a:lnTo>
                    <a:lnTo>
                      <a:pt x="232265" y="0"/>
                    </a:lnTo>
                    <a:lnTo>
                      <a:pt x="6713" y="0"/>
                    </a:lnTo>
                    <a:cubicBezTo>
                      <a:pt x="6713" y="0"/>
                      <a:pt x="-29006" y="46768"/>
                      <a:pt x="64339" y="151733"/>
                    </a:cubicBezTo>
                    <a:cubicBezTo>
                      <a:pt x="64339" y="151733"/>
                      <a:pt x="130538" y="228981"/>
                      <a:pt x="132348" y="262795"/>
                    </a:cubicBezTo>
                    <a:lnTo>
                      <a:pt x="94248" y="262795"/>
                    </a:lnTo>
                    <a:cubicBezTo>
                      <a:pt x="39289" y="262795"/>
                      <a:pt x="33383" y="198501"/>
                      <a:pt x="33383" y="198501"/>
                    </a:cubicBezTo>
                    <a:lnTo>
                      <a:pt x="1760" y="198501"/>
                    </a:lnTo>
                    <a:lnTo>
                      <a:pt x="1760" y="293942"/>
                    </a:lnTo>
                    <a:lnTo>
                      <a:pt x="229313" y="293942"/>
                    </a:lnTo>
                    <a:cubicBezTo>
                      <a:pt x="229313" y="293942"/>
                      <a:pt x="270651" y="249365"/>
                      <a:pt x="168257" y="133731"/>
                    </a:cubicBezTo>
                    <a:cubicBezTo>
                      <a:pt x="168257" y="133731"/>
                      <a:pt x="114536" y="78581"/>
                      <a:pt x="104821" y="30671"/>
                    </a:cubicBezTo>
                    <a:lnTo>
                      <a:pt x="133586" y="3086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</p:grpSp>
      </p:grp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8C7C9D0C-EFA6-3846-577E-BC9A522CE9E3}"/>
              </a:ext>
            </a:extLst>
          </p:cNvPr>
          <p:cNvGrpSpPr/>
          <p:nvPr userDrawn="1"/>
        </p:nvGrpSpPr>
        <p:grpSpPr>
          <a:xfrm>
            <a:off x="307324" y="-697715"/>
            <a:ext cx="11367557" cy="411958"/>
            <a:chOff x="307324" y="6944501"/>
            <a:chExt cx="11367557" cy="411958"/>
          </a:xfrm>
        </p:grpSpPr>
        <p:grpSp>
          <p:nvGrpSpPr>
            <p:cNvPr id="13" name="Gruppieren 12">
              <a:extLst>
                <a:ext uri="{FF2B5EF4-FFF2-40B4-BE49-F238E27FC236}">
                  <a16:creationId xmlns:a16="http://schemas.microsoft.com/office/drawing/2014/main" id="{7ADBCAB3-D80D-7299-14F3-2553A96E580F}"/>
                </a:ext>
              </a:extLst>
            </p:cNvPr>
            <p:cNvGrpSpPr/>
            <p:nvPr/>
          </p:nvGrpSpPr>
          <p:grpSpPr>
            <a:xfrm rot="16200000">
              <a:off x="205653" y="7046174"/>
              <a:ext cx="411956" cy="208614"/>
              <a:chOff x="-615197" y="4303061"/>
              <a:chExt cx="411956" cy="208614"/>
            </a:xfrm>
          </p:grpSpPr>
          <p:cxnSp>
            <p:nvCxnSpPr>
              <p:cNvPr id="24" name="Gerader Verbinder 23">
                <a:extLst>
                  <a:ext uri="{FF2B5EF4-FFF2-40B4-BE49-F238E27FC236}">
                    <a16:creationId xmlns:a16="http://schemas.microsoft.com/office/drawing/2014/main" id="{A32DB214-AB3C-5252-1AB4-0065A640F2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3BBA61DF-DC02-CB9D-7FD4-26EF83A737A6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15.50</a:t>
                </a:r>
              </a:p>
            </p:txBody>
          </p:sp>
        </p:grpSp>
        <p:grpSp>
          <p:nvGrpSpPr>
            <p:cNvPr id="14" name="Gruppieren 13">
              <a:extLst>
                <a:ext uri="{FF2B5EF4-FFF2-40B4-BE49-F238E27FC236}">
                  <a16:creationId xmlns:a16="http://schemas.microsoft.com/office/drawing/2014/main" id="{F429D677-752F-F506-A698-DB98CEC20D4B}"/>
                </a:ext>
              </a:extLst>
            </p:cNvPr>
            <p:cNvGrpSpPr/>
            <p:nvPr/>
          </p:nvGrpSpPr>
          <p:grpSpPr>
            <a:xfrm rot="16200000">
              <a:off x="5641253" y="7046174"/>
              <a:ext cx="411956" cy="208614"/>
              <a:chOff x="-615197" y="4303061"/>
              <a:chExt cx="411956" cy="208614"/>
            </a:xfrm>
          </p:grpSpPr>
          <p:cxnSp>
            <p:nvCxnSpPr>
              <p:cNvPr id="22" name="Gerader Verbinder 21">
                <a:extLst>
                  <a:ext uri="{FF2B5EF4-FFF2-40B4-BE49-F238E27FC236}">
                    <a16:creationId xmlns:a16="http://schemas.microsoft.com/office/drawing/2014/main" id="{3BC275ED-5A1D-6062-792E-94E2B2D66F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690794AF-52D7-0AB9-FA4E-EE27A82DB84A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00.40</a:t>
                </a:r>
              </a:p>
            </p:txBody>
          </p:sp>
        </p:grpSp>
        <p:grpSp>
          <p:nvGrpSpPr>
            <p:cNvPr id="15" name="Gruppieren 14">
              <a:extLst>
                <a:ext uri="{FF2B5EF4-FFF2-40B4-BE49-F238E27FC236}">
                  <a16:creationId xmlns:a16="http://schemas.microsoft.com/office/drawing/2014/main" id="{03FCDDDD-D7DC-AD0B-74D3-D9E90760A13B}"/>
                </a:ext>
              </a:extLst>
            </p:cNvPr>
            <p:cNvGrpSpPr/>
            <p:nvPr/>
          </p:nvGrpSpPr>
          <p:grpSpPr>
            <a:xfrm rot="5400000">
              <a:off x="6093326" y="7050196"/>
              <a:ext cx="411957" cy="200568"/>
              <a:chOff x="-615198" y="4354167"/>
              <a:chExt cx="411957" cy="200568"/>
            </a:xfrm>
          </p:grpSpPr>
          <p:cxnSp>
            <p:nvCxnSpPr>
              <p:cNvPr id="20" name="Gerader Verbinder 19">
                <a:extLst>
                  <a:ext uri="{FF2B5EF4-FFF2-40B4-BE49-F238E27FC236}">
                    <a16:creationId xmlns:a16="http://schemas.microsoft.com/office/drawing/2014/main" id="{E3C4F6D8-DEE9-91ED-04FB-50B8FDC388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85569655-3E11-5131-065E-BC05152C01D6}"/>
                  </a:ext>
                </a:extLst>
              </p:cNvPr>
              <p:cNvSpPr txBox="1"/>
              <p:nvPr/>
            </p:nvSpPr>
            <p:spPr>
              <a:xfrm rot="10800000">
                <a:off x="-615198" y="4354167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00.40</a:t>
                </a:r>
              </a:p>
            </p:txBody>
          </p:sp>
        </p:grpSp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C50C07DF-867F-2A4E-938D-460F5BADD73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890022" y="7150480"/>
              <a:ext cx="411956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Gruppieren 16">
              <a:extLst>
                <a:ext uri="{FF2B5EF4-FFF2-40B4-BE49-F238E27FC236}">
                  <a16:creationId xmlns:a16="http://schemas.microsoft.com/office/drawing/2014/main" id="{ACFDAB00-6B25-620B-1BB4-84B1E2AC71A7}"/>
                </a:ext>
              </a:extLst>
            </p:cNvPr>
            <p:cNvGrpSpPr/>
            <p:nvPr/>
          </p:nvGrpSpPr>
          <p:grpSpPr>
            <a:xfrm rot="16200000">
              <a:off x="11364596" y="7046174"/>
              <a:ext cx="411956" cy="208614"/>
              <a:chOff x="-615197" y="4303061"/>
              <a:chExt cx="411956" cy="208614"/>
            </a:xfrm>
          </p:grpSpPr>
          <p:cxnSp>
            <p:nvCxnSpPr>
              <p:cNvPr id="18" name="Gerader Verbinder 17">
                <a:extLst>
                  <a:ext uri="{FF2B5EF4-FFF2-40B4-BE49-F238E27FC236}">
                    <a16:creationId xmlns:a16="http://schemas.microsoft.com/office/drawing/2014/main" id="{49D2414F-5822-AADB-2FF9-A4DAAE48C0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D5556C5B-88B8-A4DA-9D29-DD33D6BD1918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15.50</a:t>
                </a:r>
              </a:p>
            </p:txBody>
          </p:sp>
        </p:grp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E0E0ED08-A2EB-70E4-96E4-F424E19EB5E6}"/>
              </a:ext>
            </a:extLst>
          </p:cNvPr>
          <p:cNvGrpSpPr/>
          <p:nvPr userDrawn="1"/>
        </p:nvGrpSpPr>
        <p:grpSpPr>
          <a:xfrm>
            <a:off x="-697714" y="80201"/>
            <a:ext cx="411956" cy="6713707"/>
            <a:chOff x="-502267" y="80201"/>
            <a:chExt cx="411956" cy="6713707"/>
          </a:xfrm>
        </p:grpSpPr>
        <p:grpSp>
          <p:nvGrpSpPr>
            <p:cNvPr id="27" name="Gruppieren 26">
              <a:extLst>
                <a:ext uri="{FF2B5EF4-FFF2-40B4-BE49-F238E27FC236}">
                  <a16:creationId xmlns:a16="http://schemas.microsoft.com/office/drawing/2014/main" id="{5E6AFFCB-001D-2ED8-1247-226EEAB39422}"/>
                </a:ext>
              </a:extLst>
            </p:cNvPr>
            <p:cNvGrpSpPr/>
            <p:nvPr/>
          </p:nvGrpSpPr>
          <p:grpSpPr>
            <a:xfrm>
              <a:off x="-502267" y="6593340"/>
              <a:ext cx="411956" cy="200568"/>
              <a:chOff x="-615197" y="4452994"/>
              <a:chExt cx="411956" cy="200568"/>
            </a:xfrm>
          </p:grpSpPr>
          <p:sp>
            <p:nvSpPr>
              <p:cNvPr id="55" name="Textfeld 54">
                <a:extLst>
                  <a:ext uri="{FF2B5EF4-FFF2-40B4-BE49-F238E27FC236}">
                    <a16:creationId xmlns:a16="http://schemas.microsoft.com/office/drawing/2014/main" id="{E46D59E3-1D22-FA31-9DCB-04681214E92C}"/>
                  </a:ext>
                </a:extLst>
              </p:cNvPr>
              <p:cNvSpPr txBox="1"/>
              <p:nvPr/>
            </p:nvSpPr>
            <p:spPr>
              <a:xfrm>
                <a:off x="-615197" y="4452994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08.92</a:t>
                </a:r>
              </a:p>
            </p:txBody>
          </p:sp>
          <p:cxnSp>
            <p:nvCxnSpPr>
              <p:cNvPr id="56" name="Gerader Verbinder 55">
                <a:extLst>
                  <a:ext uri="{FF2B5EF4-FFF2-40B4-BE49-F238E27FC236}">
                    <a16:creationId xmlns:a16="http://schemas.microsoft.com/office/drawing/2014/main" id="{209A0D2A-885E-06A9-0394-1436954014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497389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Gruppieren 27">
              <a:extLst>
                <a:ext uri="{FF2B5EF4-FFF2-40B4-BE49-F238E27FC236}">
                  <a16:creationId xmlns:a16="http://schemas.microsoft.com/office/drawing/2014/main" id="{4B6CD020-CC13-AC9D-3A73-4C33912492E0}"/>
                </a:ext>
              </a:extLst>
            </p:cNvPr>
            <p:cNvGrpSpPr/>
            <p:nvPr/>
          </p:nvGrpSpPr>
          <p:grpSpPr>
            <a:xfrm>
              <a:off x="-502267" y="5876163"/>
              <a:ext cx="411956" cy="216662"/>
              <a:chOff x="-615197" y="4295013"/>
              <a:chExt cx="411956" cy="216662"/>
            </a:xfrm>
          </p:grpSpPr>
          <p:cxnSp>
            <p:nvCxnSpPr>
              <p:cNvPr id="53" name="Gerader Verbinder 52">
                <a:extLst>
                  <a:ext uri="{FF2B5EF4-FFF2-40B4-BE49-F238E27FC236}">
                    <a16:creationId xmlns:a16="http://schemas.microsoft.com/office/drawing/2014/main" id="{64AC58A3-1155-DD41-5F2D-D19C882FA7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Textfeld 53">
                <a:extLst>
                  <a:ext uri="{FF2B5EF4-FFF2-40B4-BE49-F238E27FC236}">
                    <a16:creationId xmlns:a16="http://schemas.microsoft.com/office/drawing/2014/main" id="{A8BBC506-E983-BCC5-94F1-65D649FF3594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07.40</a:t>
                </a:r>
              </a:p>
            </p:txBody>
          </p:sp>
        </p:grpSp>
        <p:grpSp>
          <p:nvGrpSpPr>
            <p:cNvPr id="29" name="Gruppieren 28">
              <a:extLst>
                <a:ext uri="{FF2B5EF4-FFF2-40B4-BE49-F238E27FC236}">
                  <a16:creationId xmlns:a16="http://schemas.microsoft.com/office/drawing/2014/main" id="{8206AE76-2D38-7E9C-2F9C-C5EF7D4F0624}"/>
                </a:ext>
              </a:extLst>
            </p:cNvPr>
            <p:cNvGrpSpPr/>
            <p:nvPr/>
          </p:nvGrpSpPr>
          <p:grpSpPr>
            <a:xfrm>
              <a:off x="-502267" y="3212338"/>
              <a:ext cx="411956" cy="216662"/>
              <a:chOff x="-615197" y="4295013"/>
              <a:chExt cx="411956" cy="216662"/>
            </a:xfrm>
          </p:grpSpPr>
          <p:cxnSp>
            <p:nvCxnSpPr>
              <p:cNvPr id="50" name="Gerader Verbinder 49">
                <a:extLst>
                  <a:ext uri="{FF2B5EF4-FFF2-40B4-BE49-F238E27FC236}">
                    <a16:creationId xmlns:a16="http://schemas.microsoft.com/office/drawing/2014/main" id="{674C4EDC-6F32-C2AA-720B-37C3338337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Textfeld 50">
                <a:extLst>
                  <a:ext uri="{FF2B5EF4-FFF2-40B4-BE49-F238E27FC236}">
                    <a16:creationId xmlns:a16="http://schemas.microsoft.com/office/drawing/2014/main" id="{203714D7-1A7B-D8B8-985D-9C1190DD2B59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00.00</a:t>
                </a:r>
              </a:p>
            </p:txBody>
          </p:sp>
        </p:grpSp>
        <p:grpSp>
          <p:nvGrpSpPr>
            <p:cNvPr id="30" name="Gruppieren 29">
              <a:extLst>
                <a:ext uri="{FF2B5EF4-FFF2-40B4-BE49-F238E27FC236}">
                  <a16:creationId xmlns:a16="http://schemas.microsoft.com/office/drawing/2014/main" id="{DB071FB0-6168-0053-60AD-A730718DC6E1}"/>
                </a:ext>
              </a:extLst>
            </p:cNvPr>
            <p:cNvGrpSpPr/>
            <p:nvPr/>
          </p:nvGrpSpPr>
          <p:grpSpPr>
            <a:xfrm>
              <a:off x="-502267" y="835851"/>
              <a:ext cx="411956" cy="216662"/>
              <a:chOff x="-615197" y="4295013"/>
              <a:chExt cx="411956" cy="216662"/>
            </a:xfrm>
          </p:grpSpPr>
          <p:cxnSp>
            <p:nvCxnSpPr>
              <p:cNvPr id="37" name="Gerader Verbinder 36">
                <a:extLst>
                  <a:ext uri="{FF2B5EF4-FFF2-40B4-BE49-F238E27FC236}">
                    <a16:creationId xmlns:a16="http://schemas.microsoft.com/office/drawing/2014/main" id="{66A2B4AF-5B7E-B6F9-9201-5ECEDA1C77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Textfeld 37">
                <a:extLst>
                  <a:ext uri="{FF2B5EF4-FFF2-40B4-BE49-F238E27FC236}">
                    <a16:creationId xmlns:a16="http://schemas.microsoft.com/office/drawing/2014/main" id="{D4E100AC-4E2D-FE7B-4701-9DA24639D852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06.60</a:t>
                </a:r>
              </a:p>
            </p:txBody>
          </p:sp>
        </p:grpSp>
        <p:grpSp>
          <p:nvGrpSpPr>
            <p:cNvPr id="31" name="Gruppieren 30">
              <a:extLst>
                <a:ext uri="{FF2B5EF4-FFF2-40B4-BE49-F238E27FC236}">
                  <a16:creationId xmlns:a16="http://schemas.microsoft.com/office/drawing/2014/main" id="{68A42414-8D89-F73A-DACA-93175376BB58}"/>
                </a:ext>
              </a:extLst>
            </p:cNvPr>
            <p:cNvGrpSpPr/>
            <p:nvPr/>
          </p:nvGrpSpPr>
          <p:grpSpPr>
            <a:xfrm>
              <a:off x="-502267" y="1412113"/>
              <a:ext cx="411956" cy="216662"/>
              <a:chOff x="-615197" y="4295013"/>
              <a:chExt cx="411956" cy="216662"/>
            </a:xfrm>
          </p:grpSpPr>
          <p:cxnSp>
            <p:nvCxnSpPr>
              <p:cNvPr id="35" name="Gerader Verbinder 34">
                <a:extLst>
                  <a:ext uri="{FF2B5EF4-FFF2-40B4-BE49-F238E27FC236}">
                    <a16:creationId xmlns:a16="http://schemas.microsoft.com/office/drawing/2014/main" id="{A4F193E6-3511-66F6-E781-CB50E065E7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feld 35">
                <a:extLst>
                  <a:ext uri="{FF2B5EF4-FFF2-40B4-BE49-F238E27FC236}">
                    <a16:creationId xmlns:a16="http://schemas.microsoft.com/office/drawing/2014/main" id="{820BA9C9-04D4-00B8-BA1A-F399EE4766DA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05.00</a:t>
                </a:r>
              </a:p>
            </p:txBody>
          </p:sp>
        </p:grpSp>
        <p:grpSp>
          <p:nvGrpSpPr>
            <p:cNvPr id="32" name="Gruppieren 31">
              <a:extLst>
                <a:ext uri="{FF2B5EF4-FFF2-40B4-BE49-F238E27FC236}">
                  <a16:creationId xmlns:a16="http://schemas.microsoft.com/office/drawing/2014/main" id="{FAC8FACE-78B4-1A22-29A0-7EDC4C1E5DC6}"/>
                </a:ext>
              </a:extLst>
            </p:cNvPr>
            <p:cNvGrpSpPr/>
            <p:nvPr/>
          </p:nvGrpSpPr>
          <p:grpSpPr>
            <a:xfrm>
              <a:off x="-502267" y="80201"/>
              <a:ext cx="411956" cy="216662"/>
              <a:chOff x="-615197" y="4258501"/>
              <a:chExt cx="411956" cy="216662"/>
            </a:xfrm>
          </p:grpSpPr>
          <p:cxnSp>
            <p:nvCxnSpPr>
              <p:cNvPr id="33" name="Gerader Verbinder 32">
                <a:extLst>
                  <a:ext uri="{FF2B5EF4-FFF2-40B4-BE49-F238E27FC236}">
                    <a16:creationId xmlns:a16="http://schemas.microsoft.com/office/drawing/2014/main" id="{411AA394-6401-A5DF-EB0A-74F0A951E0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475163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Textfeld 33">
                <a:extLst>
                  <a:ext uri="{FF2B5EF4-FFF2-40B4-BE49-F238E27FC236}">
                    <a16:creationId xmlns:a16="http://schemas.microsoft.com/office/drawing/2014/main" id="{CCFFBBE5-B366-AD8C-4ADA-B2CD68906621}"/>
                  </a:ext>
                </a:extLst>
              </p:cNvPr>
              <p:cNvSpPr txBox="1"/>
              <p:nvPr/>
            </p:nvSpPr>
            <p:spPr>
              <a:xfrm>
                <a:off x="-615197" y="425850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08.70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6121052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文本分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40C2D3-DBDA-4D6C-BBD7-C8CCD961E4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319" y="299633"/>
            <a:ext cx="9740106" cy="369332"/>
          </a:xfrm>
        </p:spPr>
        <p:txBody>
          <a:bodyPr/>
          <a:lstStyle/>
          <a:p>
            <a:r>
              <a:rPr lang="zh-CN" altLang="en-US"/>
              <a:t>编辑主封面格式</a:t>
            </a:r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CDF64D8-43C9-4659-8FEB-D25E62DE2319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18319" y="642855"/>
            <a:ext cx="9740106" cy="369332"/>
          </a:xfrm>
        </p:spPr>
        <p:txBody>
          <a:bodyPr wrap="square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400">
                <a:latin typeface="Microsoft YaHei" panose="020B0503020204020204" pitchFamily="34" charset="-122"/>
                <a:cs typeface="ZEISS Frutiger Next W1G Lt"/>
              </a:defRPr>
            </a:lvl1pPr>
          </a:lstStyle>
          <a:p>
            <a:pPr lvl="0"/>
            <a:r>
              <a:rPr lang="zh-CN" altLang="en-US"/>
              <a:t>编辑主文本格式</a:t>
            </a:r>
            <a:endParaRPr lang="zh-CN" alt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21D1B0B-1BA8-4136-AF7B-59A487C42E1D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518319" y="1631837"/>
            <a:ext cx="11160000" cy="4464000"/>
          </a:xfrm>
        </p:spPr>
        <p:txBody>
          <a:bodyPr rIns="54000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编辑主文本格式</a:t>
            </a:r>
          </a:p>
          <a:p>
            <a:pPr marL="180000" marR="0" lvl="1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ja-JP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第二级</a:t>
            </a:r>
          </a:p>
          <a:p>
            <a:pPr marL="360000" marR="0" lvl="2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第三级 </a:t>
            </a:r>
          </a:p>
          <a:p>
            <a:pPr marL="540000" marR="0" lvl="3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第四级</a:t>
            </a:r>
          </a:p>
          <a:p>
            <a:pPr marL="540000" marR="0" lvl="4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第五级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46188AC-C297-406E-A4D2-EFC9D21EA48F}"/>
              </a:ext>
            </a:extLst>
          </p:cNvPr>
          <p:cNvSpPr>
            <a:spLocks noGrp="1"/>
          </p:cNvSpPr>
          <p:nvPr>
            <p:ph type="ftr" sz="quarter" idx="64"/>
          </p:nvPr>
        </p:nvSpPr>
        <p:spPr/>
        <p:txBody>
          <a:bodyPr/>
          <a:lstStyle/>
          <a:p>
            <a:r>
              <a:rPr lang="de-DE" altLang="zh-TW"/>
              <a:t>ZEISS</a:t>
            </a:r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DCB12A4-C54F-4BE6-BE78-F0279DD9776D}"/>
              </a:ext>
            </a:extLst>
          </p:cNvPr>
          <p:cNvSpPr>
            <a:spLocks noGrp="1"/>
          </p:cNvSpPr>
          <p:nvPr>
            <p:ph type="sldNum" sz="quarter" idx="65"/>
          </p:nvPr>
        </p:nvSpPr>
        <p:spPr/>
        <p:txBody>
          <a:bodyPr/>
          <a:lstStyle/>
          <a:p>
            <a:fld id="{C6A4AD45-2621-4550-9DC5-4911F1B5FA4D}" type="slidenum">
              <a:rPr lang="de-DE" smtClean="0">
                <a:latin typeface="Microsoft YaHei" panose="020B0503020204020204" pitchFamily="34" charset="-122"/>
              </a:rPr>
              <a:pPr/>
              <a:t>‹#›</a:t>
            </a:fld>
            <a:endParaRPr lang="de-DE" dirty="0"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5056295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文本分页 | 两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40C2D3-DBDA-4D6C-BBD7-C8CCD961E4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319" y="299633"/>
            <a:ext cx="9740106" cy="369332"/>
          </a:xfrm>
        </p:spPr>
        <p:txBody>
          <a:bodyPr/>
          <a:lstStyle/>
          <a:p>
            <a:r>
              <a:rPr lang="zh-CN" altLang="en-US"/>
              <a:t>编辑主封面格式</a:t>
            </a:r>
            <a:endParaRPr lang="de-DE" dirty="0"/>
          </a:p>
        </p:txBody>
      </p:sp>
      <p:sp>
        <p:nvSpPr>
          <p:cNvPr id="10" name="Textplatzhalter 8">
            <a:extLst>
              <a:ext uri="{FF2B5EF4-FFF2-40B4-BE49-F238E27FC236}">
                <a16:creationId xmlns:a16="http://schemas.microsoft.com/office/drawing/2014/main" id="{162F79FD-685F-4AD0-AD07-F82DCA600046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18319" y="642855"/>
            <a:ext cx="9740106" cy="369332"/>
          </a:xfrm>
        </p:spPr>
        <p:txBody>
          <a:bodyPr wrap="square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400">
                <a:latin typeface="Microsoft YaHei" panose="020B0503020204020204" pitchFamily="34" charset="-122"/>
                <a:cs typeface="ZEISS Frutiger Next W1G Lt"/>
              </a:defRPr>
            </a:lvl1pPr>
          </a:lstStyle>
          <a:p>
            <a:pPr lvl="0"/>
            <a:r>
              <a:rPr lang="zh-CN" altLang="en-US"/>
              <a:t>编辑主文本格式</a:t>
            </a:r>
            <a:endParaRPr lang="zh-CN" altLang="en-US" dirty="0"/>
          </a:p>
        </p:txBody>
      </p:sp>
      <p:sp>
        <p:nvSpPr>
          <p:cNvPr id="11" name="Textplatzhalter 3">
            <a:extLst>
              <a:ext uri="{FF2B5EF4-FFF2-40B4-BE49-F238E27FC236}">
                <a16:creationId xmlns:a16="http://schemas.microsoft.com/office/drawing/2014/main" id="{12A02888-F9A5-43B4-9619-58072584F513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518319" y="1631837"/>
            <a:ext cx="5433219" cy="4464000"/>
          </a:xfrm>
        </p:spPr>
        <p:txBody>
          <a:bodyPr rIns="54000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编辑主文本格式</a:t>
            </a:r>
          </a:p>
          <a:p>
            <a:pPr marL="180000" marR="0" lvl="1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第二级</a:t>
            </a:r>
          </a:p>
          <a:p>
            <a:pPr marL="360000" marR="0" lvl="2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第三级 </a:t>
            </a:r>
          </a:p>
          <a:p>
            <a:pPr marL="540000" marR="0" lvl="3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第四级</a:t>
            </a:r>
          </a:p>
          <a:p>
            <a:pPr marL="540000" marR="0" lvl="4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第五级</a:t>
            </a:r>
            <a:endParaRPr kumimoji="0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2" name="Textplatzhalter 3">
            <a:extLst>
              <a:ext uri="{FF2B5EF4-FFF2-40B4-BE49-F238E27FC236}">
                <a16:creationId xmlns:a16="http://schemas.microsoft.com/office/drawing/2014/main" id="{D03185D6-5C86-4FFC-9297-944DDAF3BE36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6242844" y="1631837"/>
            <a:ext cx="5433219" cy="4464000"/>
          </a:xfrm>
        </p:spPr>
        <p:txBody>
          <a:bodyPr rIns="54000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编辑主文本格式</a:t>
            </a:r>
          </a:p>
          <a:p>
            <a:pPr marL="180000" marR="0" lvl="1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第二级</a:t>
            </a:r>
          </a:p>
          <a:p>
            <a:pPr marL="360000" marR="0" lvl="2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第三级 </a:t>
            </a:r>
          </a:p>
          <a:p>
            <a:pPr marL="540000" marR="0" lvl="3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第四级</a:t>
            </a:r>
          </a:p>
          <a:p>
            <a:pPr marL="540000" marR="0" lvl="4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第五级</a:t>
            </a:r>
            <a:endParaRPr kumimoji="0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0D9C806-709C-4DCB-99C7-AF4CF63EE99D}"/>
              </a:ext>
            </a:extLst>
          </p:cNvPr>
          <p:cNvSpPr>
            <a:spLocks noGrp="1"/>
          </p:cNvSpPr>
          <p:nvPr>
            <p:ph type="ftr" sz="quarter" idx="66"/>
          </p:nvPr>
        </p:nvSpPr>
        <p:spPr/>
        <p:txBody>
          <a:bodyPr/>
          <a:lstStyle/>
          <a:p>
            <a:r>
              <a:rPr lang="de-DE" altLang="zh-TW"/>
              <a:t>ZEISS</a:t>
            </a:r>
            <a:endParaRPr lang="en-US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7D1712B-C169-47FC-A762-3A5BBC518D5D}"/>
              </a:ext>
            </a:extLst>
          </p:cNvPr>
          <p:cNvSpPr>
            <a:spLocks noGrp="1"/>
          </p:cNvSpPr>
          <p:nvPr>
            <p:ph type="sldNum" sz="quarter" idx="67"/>
          </p:nvPr>
        </p:nvSpPr>
        <p:spPr/>
        <p:txBody>
          <a:bodyPr/>
          <a:lstStyle/>
          <a:p>
            <a:fld id="{C6A4AD45-2621-4550-9DC5-4911F1B5FA4D}" type="slidenum">
              <a:rPr lang="de-DE" smtClean="0">
                <a:latin typeface="Microsoft YaHei" panose="020B0503020204020204" pitchFamily="34" charset="-122"/>
              </a:rPr>
              <a:pPr/>
              <a:t>‹#›</a:t>
            </a:fld>
            <a:endParaRPr lang="de-DE" dirty="0"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2501340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文本分页 | 三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40C2D3-DBDA-4D6C-BBD7-C8CCD961E4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319" y="299633"/>
            <a:ext cx="9740106" cy="369332"/>
          </a:xfrm>
        </p:spPr>
        <p:txBody>
          <a:bodyPr/>
          <a:lstStyle/>
          <a:p>
            <a:r>
              <a:rPr lang="zh-CN" altLang="en-US"/>
              <a:t>编辑主封面格式</a:t>
            </a:r>
            <a:endParaRPr lang="de-DE" dirty="0"/>
          </a:p>
        </p:txBody>
      </p:sp>
      <p:sp>
        <p:nvSpPr>
          <p:cNvPr id="11" name="Textplatzhalter 8">
            <a:extLst>
              <a:ext uri="{FF2B5EF4-FFF2-40B4-BE49-F238E27FC236}">
                <a16:creationId xmlns:a16="http://schemas.microsoft.com/office/drawing/2014/main" id="{3672128A-9CD1-4BA0-8866-2DE4C8621BF2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18319" y="642855"/>
            <a:ext cx="9740106" cy="369332"/>
          </a:xfrm>
        </p:spPr>
        <p:txBody>
          <a:bodyPr wrap="square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400">
                <a:latin typeface="Microsoft YaHei" panose="020B0503020204020204" pitchFamily="34" charset="-122"/>
                <a:cs typeface="ZEISS Frutiger Next W1G Lt"/>
              </a:defRPr>
            </a:lvl1pPr>
          </a:lstStyle>
          <a:p>
            <a:pPr lvl="0"/>
            <a:r>
              <a:rPr lang="zh-CN" altLang="en-US"/>
              <a:t>编辑主文本格式</a:t>
            </a:r>
            <a:endParaRPr lang="zh-CN" altLang="en-US" dirty="0"/>
          </a:p>
        </p:txBody>
      </p:sp>
      <p:sp>
        <p:nvSpPr>
          <p:cNvPr id="14" name="Textplatzhalter 3">
            <a:extLst>
              <a:ext uri="{FF2B5EF4-FFF2-40B4-BE49-F238E27FC236}">
                <a16:creationId xmlns:a16="http://schemas.microsoft.com/office/drawing/2014/main" id="{63E6CB3C-AA15-4066-87A4-1BC111AFD6D2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18320" y="1631837"/>
            <a:ext cx="3521074" cy="4464000"/>
          </a:xfrm>
        </p:spPr>
        <p:txBody>
          <a:bodyPr rIns="54000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编辑主文本格式</a:t>
            </a:r>
          </a:p>
          <a:p>
            <a:pPr marL="180000" marR="0" lvl="1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第二级</a:t>
            </a:r>
          </a:p>
          <a:p>
            <a:pPr marL="360000" marR="0" lvl="2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第三级 </a:t>
            </a:r>
          </a:p>
          <a:p>
            <a:pPr marL="540000" marR="0" lvl="3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第四级</a:t>
            </a:r>
          </a:p>
          <a:p>
            <a:pPr marL="540000" marR="0" lvl="4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第五级</a:t>
            </a:r>
            <a:endParaRPr kumimoji="0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9" name="Textplatzhalter 3">
            <a:extLst>
              <a:ext uri="{FF2B5EF4-FFF2-40B4-BE49-F238E27FC236}">
                <a16:creationId xmlns:a16="http://schemas.microsoft.com/office/drawing/2014/main" id="{91B4FA4A-707E-4B21-8550-2A1CA445619E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4336655" y="1631837"/>
            <a:ext cx="3521074" cy="4464000"/>
          </a:xfrm>
        </p:spPr>
        <p:txBody>
          <a:bodyPr rIns="54000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编辑主文本格式</a:t>
            </a:r>
          </a:p>
          <a:p>
            <a:pPr marL="180000" marR="0" lvl="1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第二级</a:t>
            </a:r>
          </a:p>
          <a:p>
            <a:pPr marL="360000" marR="0" lvl="2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第三级 </a:t>
            </a:r>
          </a:p>
          <a:p>
            <a:pPr marL="540000" marR="0" lvl="3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第四级</a:t>
            </a:r>
          </a:p>
          <a:p>
            <a:pPr marL="540000" marR="0" lvl="4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第五级</a:t>
            </a:r>
            <a:endParaRPr kumimoji="0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20" name="Textplatzhalter 3">
            <a:extLst>
              <a:ext uri="{FF2B5EF4-FFF2-40B4-BE49-F238E27FC236}">
                <a16:creationId xmlns:a16="http://schemas.microsoft.com/office/drawing/2014/main" id="{66568BC8-CF70-4E83-B3D8-E4E070B4F8ED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8154989" y="1631837"/>
            <a:ext cx="3521074" cy="4464000"/>
          </a:xfrm>
        </p:spPr>
        <p:txBody>
          <a:bodyPr rIns="54000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编辑主文本格式</a:t>
            </a:r>
          </a:p>
          <a:p>
            <a:pPr marL="180000" marR="0" lvl="1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第二级</a:t>
            </a:r>
          </a:p>
          <a:p>
            <a:pPr marL="360000" marR="0" lvl="2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第三级 </a:t>
            </a:r>
          </a:p>
          <a:p>
            <a:pPr marL="540000" marR="0" lvl="3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第四级</a:t>
            </a:r>
          </a:p>
          <a:p>
            <a:pPr marL="540000" marR="0" lvl="4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第五级</a:t>
            </a:r>
            <a:endParaRPr kumimoji="0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6848214-79F5-47FC-A6E9-4E5721B1490C}"/>
              </a:ext>
            </a:extLst>
          </p:cNvPr>
          <p:cNvSpPr>
            <a:spLocks noGrp="1"/>
          </p:cNvSpPr>
          <p:nvPr>
            <p:ph type="ftr" sz="quarter" idx="68"/>
          </p:nvPr>
        </p:nvSpPr>
        <p:spPr/>
        <p:txBody>
          <a:bodyPr/>
          <a:lstStyle/>
          <a:p>
            <a:r>
              <a:rPr lang="de-DE" altLang="zh-TW"/>
              <a:t>ZEISS</a:t>
            </a:r>
            <a:endParaRPr lang="en-US" altLang="zh-CN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4FC5D11-CBC3-4A23-AAE8-698AEABE2D18}"/>
              </a:ext>
            </a:extLst>
          </p:cNvPr>
          <p:cNvSpPr>
            <a:spLocks noGrp="1"/>
          </p:cNvSpPr>
          <p:nvPr>
            <p:ph type="sldNum" sz="quarter" idx="69"/>
          </p:nvPr>
        </p:nvSpPr>
        <p:spPr/>
        <p:txBody>
          <a:bodyPr/>
          <a:lstStyle/>
          <a:p>
            <a:fld id="{C6A4AD45-2621-4550-9DC5-4911F1B5FA4D}" type="slidenum">
              <a:rPr lang="de-DE" smtClean="0">
                <a:latin typeface="Microsoft YaHei" panose="020B0503020204020204" pitchFamily="34" charset="-122"/>
              </a:rPr>
              <a:pPr/>
              <a:t>‹#›</a:t>
            </a:fld>
            <a:endParaRPr lang="de-DE" dirty="0"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8869492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文本分页 | 四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40C2D3-DBDA-4D6C-BBD7-C8CCD961E4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319" y="299633"/>
            <a:ext cx="9740106" cy="369332"/>
          </a:xfrm>
        </p:spPr>
        <p:txBody>
          <a:bodyPr/>
          <a:lstStyle/>
          <a:p>
            <a:r>
              <a:rPr lang="zh-CN" altLang="en-US"/>
              <a:t>编辑主封面格式</a:t>
            </a:r>
            <a:endParaRPr lang="de-DE" dirty="0"/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6090A1F3-A7AB-42F7-9FBF-8736DC5882DB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18319" y="642855"/>
            <a:ext cx="9740106" cy="369332"/>
          </a:xfrm>
        </p:spPr>
        <p:txBody>
          <a:bodyPr wrap="square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400">
                <a:latin typeface="Microsoft YaHei" panose="020B0503020204020204" pitchFamily="34" charset="-122"/>
                <a:cs typeface="ZEISS Frutiger Next W1G Lt"/>
              </a:defRPr>
            </a:lvl1pPr>
          </a:lstStyle>
          <a:p>
            <a:pPr lvl="0"/>
            <a:r>
              <a:rPr lang="zh-CN" altLang="en-US"/>
              <a:t>编辑主文本格式</a:t>
            </a:r>
            <a:endParaRPr lang="zh-CN" altLang="en-US" dirty="0"/>
          </a:p>
        </p:txBody>
      </p:sp>
      <p:sp>
        <p:nvSpPr>
          <p:cNvPr id="14" name="Textplatzhalter 3">
            <a:extLst>
              <a:ext uri="{FF2B5EF4-FFF2-40B4-BE49-F238E27FC236}">
                <a16:creationId xmlns:a16="http://schemas.microsoft.com/office/drawing/2014/main" id="{78DED978-10E9-4C45-9AF8-D5BAE20E9625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18320" y="1631837"/>
            <a:ext cx="2570061" cy="4464000"/>
          </a:xfrm>
        </p:spPr>
        <p:txBody>
          <a:bodyPr rIns="54000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编辑主文本格式</a:t>
            </a:r>
          </a:p>
          <a:p>
            <a:pPr marL="180000" marR="0" lvl="1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第二级</a:t>
            </a:r>
          </a:p>
          <a:p>
            <a:pPr marL="360000" marR="0" lvl="2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第三级 </a:t>
            </a:r>
          </a:p>
          <a:p>
            <a:pPr marL="540000" marR="0" lvl="3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第四级</a:t>
            </a:r>
          </a:p>
          <a:p>
            <a:pPr marL="540000" marR="0" lvl="4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第五级</a:t>
            </a:r>
            <a:endParaRPr kumimoji="0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7" name="Textplatzhalter 3">
            <a:extLst>
              <a:ext uri="{FF2B5EF4-FFF2-40B4-BE49-F238E27FC236}">
                <a16:creationId xmlns:a16="http://schemas.microsoft.com/office/drawing/2014/main" id="{3CA966A3-1F04-42F3-AA58-C900F327C550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3380881" y="1631837"/>
            <a:ext cx="2570061" cy="4464000"/>
          </a:xfrm>
        </p:spPr>
        <p:txBody>
          <a:bodyPr rIns="54000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编辑主文本格式</a:t>
            </a:r>
          </a:p>
          <a:p>
            <a:pPr marL="180000" marR="0" lvl="1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第二级</a:t>
            </a:r>
          </a:p>
          <a:p>
            <a:pPr marL="360000" marR="0" lvl="2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第三级 </a:t>
            </a:r>
          </a:p>
          <a:p>
            <a:pPr marL="540000" marR="0" lvl="3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第四级</a:t>
            </a:r>
          </a:p>
          <a:p>
            <a:pPr marL="540000" marR="0" lvl="4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第五级</a:t>
            </a:r>
            <a:endParaRPr kumimoji="0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8" name="Textplatzhalter 3">
            <a:extLst>
              <a:ext uri="{FF2B5EF4-FFF2-40B4-BE49-F238E27FC236}">
                <a16:creationId xmlns:a16="http://schemas.microsoft.com/office/drawing/2014/main" id="{E9EB05F1-EE7A-473E-83D8-EA42061575EA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6243442" y="1631837"/>
            <a:ext cx="2570061" cy="4464000"/>
          </a:xfrm>
        </p:spPr>
        <p:txBody>
          <a:bodyPr rIns="54000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编辑主文本格式</a:t>
            </a:r>
          </a:p>
          <a:p>
            <a:pPr marL="180000" marR="0" lvl="1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第二级</a:t>
            </a:r>
          </a:p>
          <a:p>
            <a:pPr marL="360000" marR="0" lvl="2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第三级 </a:t>
            </a:r>
          </a:p>
          <a:p>
            <a:pPr marL="540000" marR="0" lvl="3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第四级</a:t>
            </a:r>
          </a:p>
          <a:p>
            <a:pPr marL="540000" marR="0" lvl="4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第五级</a:t>
            </a:r>
            <a:endParaRPr kumimoji="0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9" name="Textplatzhalter 3">
            <a:extLst>
              <a:ext uri="{FF2B5EF4-FFF2-40B4-BE49-F238E27FC236}">
                <a16:creationId xmlns:a16="http://schemas.microsoft.com/office/drawing/2014/main" id="{29D348FF-9AC7-4A00-B1A3-468BE3014FEC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9106002" y="1631837"/>
            <a:ext cx="2570061" cy="4464000"/>
          </a:xfrm>
        </p:spPr>
        <p:txBody>
          <a:bodyPr rIns="54000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编辑主文本格式</a:t>
            </a:r>
          </a:p>
          <a:p>
            <a:pPr marL="180000" marR="0" lvl="1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第二级</a:t>
            </a:r>
          </a:p>
          <a:p>
            <a:pPr marL="360000" marR="0" lvl="2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第三级 </a:t>
            </a:r>
          </a:p>
          <a:p>
            <a:pPr marL="540000" marR="0" lvl="3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第四级</a:t>
            </a:r>
          </a:p>
          <a:p>
            <a:pPr marL="540000" marR="0" lvl="4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第五级</a:t>
            </a:r>
            <a:endParaRPr kumimoji="0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7AF3862-7242-4477-B347-282301981FF0}"/>
              </a:ext>
            </a:extLst>
          </p:cNvPr>
          <p:cNvSpPr>
            <a:spLocks noGrp="1"/>
          </p:cNvSpPr>
          <p:nvPr>
            <p:ph type="ftr" sz="quarter" idx="70"/>
          </p:nvPr>
        </p:nvSpPr>
        <p:spPr/>
        <p:txBody>
          <a:bodyPr/>
          <a:lstStyle/>
          <a:p>
            <a:r>
              <a:rPr lang="de-DE" altLang="zh-TW"/>
              <a:t>ZEISS</a:t>
            </a:r>
            <a:endParaRPr lang="en-US" altLang="zh-CN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64799E6-D962-4B93-9D49-34AB5FF8A6A2}"/>
              </a:ext>
            </a:extLst>
          </p:cNvPr>
          <p:cNvSpPr>
            <a:spLocks noGrp="1"/>
          </p:cNvSpPr>
          <p:nvPr>
            <p:ph type="sldNum" sz="quarter" idx="71"/>
          </p:nvPr>
        </p:nvSpPr>
        <p:spPr/>
        <p:txBody>
          <a:bodyPr/>
          <a:lstStyle/>
          <a:p>
            <a:fld id="{C6A4AD45-2621-4550-9DC5-4911F1B5FA4D}" type="slidenum">
              <a:rPr lang="de-DE" smtClean="0">
                <a:latin typeface="Microsoft YaHei" panose="020B0503020204020204" pitchFamily="34" charset="-122"/>
              </a:rPr>
              <a:pPr/>
              <a:t>‹#›</a:t>
            </a:fld>
            <a:endParaRPr lang="de-DE" dirty="0"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8184532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文本分页 | 四块区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40C2D3-DBDA-4D6C-BBD7-C8CCD961E4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319" y="299633"/>
            <a:ext cx="9740106" cy="369332"/>
          </a:xfrm>
        </p:spPr>
        <p:txBody>
          <a:bodyPr/>
          <a:lstStyle/>
          <a:p>
            <a:r>
              <a:rPr lang="zh-CN" altLang="en-US"/>
              <a:t>编辑主封面格式</a:t>
            </a:r>
            <a:endParaRPr lang="de-DE" dirty="0"/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A276B4CC-8E3B-49AA-A6D3-2C309ED8CFEE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18319" y="642855"/>
            <a:ext cx="9740106" cy="369332"/>
          </a:xfrm>
        </p:spPr>
        <p:txBody>
          <a:bodyPr wrap="square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400">
                <a:latin typeface="Microsoft YaHei" panose="020B0503020204020204" pitchFamily="34" charset="-122"/>
                <a:cs typeface="ZEISS Frutiger Next W1G Lt"/>
              </a:defRPr>
            </a:lvl1pPr>
          </a:lstStyle>
          <a:p>
            <a:pPr lvl="0"/>
            <a:r>
              <a:rPr lang="zh-CN" altLang="en-US"/>
              <a:t>编辑主文本格式</a:t>
            </a:r>
            <a:endParaRPr lang="zh-CN" alt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4DC0976-C523-4842-8BFE-0A9CBF3B503A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518318" y="1631837"/>
            <a:ext cx="5433219" cy="2086521"/>
          </a:xfrm>
        </p:spPr>
        <p:txBody>
          <a:bodyPr rIns="54000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编辑主文本格式</a:t>
            </a:r>
          </a:p>
          <a:p>
            <a:pPr marL="180000" marR="0" lvl="1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第二级</a:t>
            </a:r>
          </a:p>
          <a:p>
            <a:pPr marL="360000" marR="0" lvl="2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第三级 </a:t>
            </a:r>
          </a:p>
          <a:p>
            <a:pPr marL="540000" marR="0" lvl="3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第四级</a:t>
            </a:r>
          </a:p>
          <a:p>
            <a:pPr marL="540000" marR="0" lvl="4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第五级</a:t>
            </a:r>
            <a:endParaRPr kumimoji="0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5" name="Textplatzhalter 3">
            <a:extLst>
              <a:ext uri="{FF2B5EF4-FFF2-40B4-BE49-F238E27FC236}">
                <a16:creationId xmlns:a16="http://schemas.microsoft.com/office/drawing/2014/main" id="{DBBDED6D-1B2A-4452-8222-8F9BFC9EAEFF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518318" y="4006299"/>
            <a:ext cx="5433219" cy="2086521"/>
          </a:xfrm>
        </p:spPr>
        <p:txBody>
          <a:bodyPr rIns="54000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编辑主文本格式</a:t>
            </a:r>
          </a:p>
          <a:p>
            <a:pPr marL="180000" marR="0" lvl="1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第二级</a:t>
            </a:r>
          </a:p>
          <a:p>
            <a:pPr marL="360000" marR="0" lvl="2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第三级 </a:t>
            </a:r>
          </a:p>
          <a:p>
            <a:pPr marL="540000" marR="0" lvl="3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第四级</a:t>
            </a:r>
          </a:p>
          <a:p>
            <a:pPr marL="540000" marR="0" lvl="4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第五级</a:t>
            </a:r>
            <a:endParaRPr kumimoji="0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21" name="Textplatzhalter 3">
            <a:extLst>
              <a:ext uri="{FF2B5EF4-FFF2-40B4-BE49-F238E27FC236}">
                <a16:creationId xmlns:a16="http://schemas.microsoft.com/office/drawing/2014/main" id="{2A5093DB-E40A-443C-AE2F-5BD6332BA4DD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6242844" y="1631837"/>
            <a:ext cx="5433219" cy="2086521"/>
          </a:xfrm>
        </p:spPr>
        <p:txBody>
          <a:bodyPr rIns="54000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编辑主文本格式</a:t>
            </a:r>
          </a:p>
          <a:p>
            <a:pPr marL="180000" marR="0" lvl="1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第二级</a:t>
            </a:r>
          </a:p>
          <a:p>
            <a:pPr marL="360000" marR="0" lvl="2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第三级 </a:t>
            </a:r>
          </a:p>
          <a:p>
            <a:pPr marL="540000" marR="0" lvl="3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第四级</a:t>
            </a:r>
          </a:p>
          <a:p>
            <a:pPr marL="540000" marR="0" lvl="4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第五级</a:t>
            </a:r>
            <a:endParaRPr kumimoji="0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22" name="Textplatzhalter 3">
            <a:extLst>
              <a:ext uri="{FF2B5EF4-FFF2-40B4-BE49-F238E27FC236}">
                <a16:creationId xmlns:a16="http://schemas.microsoft.com/office/drawing/2014/main" id="{8E5BB036-1A1C-4EB9-AF21-69D3C12FF402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6242844" y="4006299"/>
            <a:ext cx="5433219" cy="2086521"/>
          </a:xfrm>
        </p:spPr>
        <p:txBody>
          <a:bodyPr rIns="54000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编辑主文本格式</a:t>
            </a:r>
          </a:p>
          <a:p>
            <a:pPr marL="180000" marR="0" lvl="1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第二级</a:t>
            </a:r>
          </a:p>
          <a:p>
            <a:pPr marL="360000" marR="0" lvl="2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第三级 </a:t>
            </a:r>
          </a:p>
          <a:p>
            <a:pPr marL="540000" marR="0" lvl="3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第四级</a:t>
            </a:r>
          </a:p>
          <a:p>
            <a:pPr marL="540000" marR="0" lvl="4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第五级</a:t>
            </a:r>
            <a:endParaRPr kumimoji="0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AE948D9-E5A2-47B6-B37A-AA07D7BDA80E}"/>
              </a:ext>
            </a:extLst>
          </p:cNvPr>
          <p:cNvSpPr>
            <a:spLocks noGrp="1"/>
          </p:cNvSpPr>
          <p:nvPr>
            <p:ph type="ftr" sz="quarter" idx="72"/>
          </p:nvPr>
        </p:nvSpPr>
        <p:spPr/>
        <p:txBody>
          <a:bodyPr/>
          <a:lstStyle/>
          <a:p>
            <a:r>
              <a:rPr lang="de-DE" altLang="zh-TW"/>
              <a:t>ZEISS</a:t>
            </a:r>
            <a:endParaRPr lang="en-US" altLang="zh-CN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CC294D5-D0A4-4D75-9F79-95D6A93900C3}"/>
              </a:ext>
            </a:extLst>
          </p:cNvPr>
          <p:cNvSpPr>
            <a:spLocks noGrp="1"/>
          </p:cNvSpPr>
          <p:nvPr>
            <p:ph type="sldNum" sz="quarter" idx="73"/>
          </p:nvPr>
        </p:nvSpPr>
        <p:spPr/>
        <p:txBody>
          <a:bodyPr/>
          <a:lstStyle/>
          <a:p>
            <a:fld id="{C6A4AD45-2621-4550-9DC5-4911F1B5FA4D}" type="slidenum">
              <a:rPr lang="de-DE" smtClean="0">
                <a:latin typeface="Microsoft YaHei" panose="020B0503020204020204" pitchFamily="34" charset="-122"/>
              </a:rPr>
              <a:pPr/>
              <a:t>‹#›</a:t>
            </a:fld>
            <a:endParaRPr lang="de-DE" dirty="0"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7604054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文本-图片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40C2D3-DBDA-4D6C-BBD7-C8CCD961E4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319" y="299633"/>
            <a:ext cx="9740106" cy="369332"/>
          </a:xfrm>
        </p:spPr>
        <p:txBody>
          <a:bodyPr/>
          <a:lstStyle/>
          <a:p>
            <a:r>
              <a:rPr lang="zh-CN" altLang="en-US"/>
              <a:t>编辑主封面格式</a:t>
            </a:r>
            <a:endParaRPr lang="de-DE" dirty="0"/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A110DE13-884C-476D-A18E-6F6ED1A03B99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6242847" y="1631837"/>
            <a:ext cx="5433216" cy="4464000"/>
          </a:xfrm>
          <a:solidFill>
            <a:schemeClr val="bg2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11" name="Textplatzhalter 8">
            <a:extLst>
              <a:ext uri="{FF2B5EF4-FFF2-40B4-BE49-F238E27FC236}">
                <a16:creationId xmlns:a16="http://schemas.microsoft.com/office/drawing/2014/main" id="{F8B81FA6-341F-4F98-BDCB-E4F6B6D12B40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18319" y="642855"/>
            <a:ext cx="9740106" cy="369332"/>
          </a:xfrm>
        </p:spPr>
        <p:txBody>
          <a:bodyPr wrap="square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400">
                <a:latin typeface="Microsoft YaHei" panose="020B0503020204020204" pitchFamily="34" charset="-122"/>
                <a:cs typeface="ZEISS Frutiger Next W1G Lt"/>
              </a:defRPr>
            </a:lvl1pPr>
          </a:lstStyle>
          <a:p>
            <a:pPr lvl="0"/>
            <a:r>
              <a:rPr lang="zh-CN" altLang="en-US"/>
              <a:t>编辑主文本格式</a:t>
            </a:r>
            <a:endParaRPr lang="zh-CN" altLang="en-US" dirty="0"/>
          </a:p>
        </p:txBody>
      </p:sp>
      <p:sp>
        <p:nvSpPr>
          <p:cNvPr id="14" name="Textplatzhalter 3">
            <a:extLst>
              <a:ext uri="{FF2B5EF4-FFF2-40B4-BE49-F238E27FC236}">
                <a16:creationId xmlns:a16="http://schemas.microsoft.com/office/drawing/2014/main" id="{219180E3-3297-4CBF-9A1C-BF98BA2B7514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518319" y="1631837"/>
            <a:ext cx="5433219" cy="4464000"/>
          </a:xfrm>
        </p:spPr>
        <p:txBody>
          <a:bodyPr rIns="54000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编辑主文本格式</a:t>
            </a:r>
          </a:p>
          <a:p>
            <a:pPr marL="180000" marR="0" lvl="1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第二级</a:t>
            </a:r>
          </a:p>
          <a:p>
            <a:pPr marL="360000" marR="0" lvl="2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第三级 </a:t>
            </a:r>
          </a:p>
          <a:p>
            <a:pPr marL="540000" marR="0" lvl="3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第四级</a:t>
            </a:r>
          </a:p>
          <a:p>
            <a:pPr marL="540000" marR="0" lvl="4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第五级</a:t>
            </a:r>
            <a:endParaRPr kumimoji="0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FD26912-47AA-4F4B-B546-F2331A4E73E6}"/>
              </a:ext>
            </a:extLst>
          </p:cNvPr>
          <p:cNvSpPr>
            <a:spLocks noGrp="1"/>
          </p:cNvSpPr>
          <p:nvPr>
            <p:ph type="ftr" sz="quarter" idx="65"/>
          </p:nvPr>
        </p:nvSpPr>
        <p:spPr/>
        <p:txBody>
          <a:bodyPr/>
          <a:lstStyle/>
          <a:p>
            <a:r>
              <a:rPr lang="de-DE" altLang="zh-TW"/>
              <a:t>ZEISS</a:t>
            </a:r>
            <a:endParaRPr lang="en-US" altLang="zh-CN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64AE326-DE19-4EEA-A1DC-661C2C6602CF}"/>
              </a:ext>
            </a:extLst>
          </p:cNvPr>
          <p:cNvSpPr>
            <a:spLocks noGrp="1"/>
          </p:cNvSpPr>
          <p:nvPr>
            <p:ph type="sldNum" sz="quarter" idx="66"/>
          </p:nvPr>
        </p:nvSpPr>
        <p:spPr/>
        <p:txBody>
          <a:bodyPr/>
          <a:lstStyle/>
          <a:p>
            <a:fld id="{C6A4AD45-2621-4550-9DC5-4911F1B5FA4D}" type="slidenum">
              <a:rPr lang="de-DE" smtClean="0">
                <a:latin typeface="Microsoft YaHei" panose="020B0503020204020204" pitchFamily="34" charset="-122"/>
              </a:rPr>
              <a:pPr/>
              <a:t>‹#›</a:t>
            </a:fld>
            <a:endParaRPr lang="de-DE" dirty="0"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6301649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文本-图片页面 | 两张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40C2D3-DBDA-4D6C-BBD7-C8CCD961E4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319" y="299633"/>
            <a:ext cx="9740106" cy="369332"/>
          </a:xfrm>
        </p:spPr>
        <p:txBody>
          <a:bodyPr/>
          <a:lstStyle/>
          <a:p>
            <a:r>
              <a:rPr lang="zh-CN" altLang="en-US"/>
              <a:t>编辑主封面格式</a:t>
            </a:r>
            <a:endParaRPr lang="de-DE" dirty="0"/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A110DE13-884C-476D-A18E-6F6ED1A03B99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6242847" y="1631837"/>
            <a:ext cx="2572145" cy="4464000"/>
          </a:xfrm>
          <a:solidFill>
            <a:schemeClr val="bg2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11" name="Bildplatzhalter 9">
            <a:extLst>
              <a:ext uri="{FF2B5EF4-FFF2-40B4-BE49-F238E27FC236}">
                <a16:creationId xmlns:a16="http://schemas.microsoft.com/office/drawing/2014/main" id="{DE207224-BD49-486F-AD1A-8E3330BDCF5D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9103918" y="1631837"/>
            <a:ext cx="2572145" cy="4464000"/>
          </a:xfrm>
          <a:solidFill>
            <a:schemeClr val="bg2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15" name="Textplatzhalter 8">
            <a:extLst>
              <a:ext uri="{FF2B5EF4-FFF2-40B4-BE49-F238E27FC236}">
                <a16:creationId xmlns:a16="http://schemas.microsoft.com/office/drawing/2014/main" id="{67019CAF-952D-4F3E-8D6F-25ACB42A0F4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518319" y="642855"/>
            <a:ext cx="9740106" cy="369332"/>
          </a:xfrm>
        </p:spPr>
        <p:txBody>
          <a:bodyPr wrap="square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400">
                <a:latin typeface="Microsoft YaHei" panose="020B0503020204020204" pitchFamily="34" charset="-122"/>
                <a:cs typeface="ZEISS Frutiger Next W1G Lt"/>
              </a:defRPr>
            </a:lvl1pPr>
          </a:lstStyle>
          <a:p>
            <a:pPr lvl="0"/>
            <a:r>
              <a:rPr lang="zh-CN" altLang="en-US"/>
              <a:t>编辑主文本格式</a:t>
            </a:r>
            <a:endParaRPr lang="zh-CN" altLang="en-US" dirty="0"/>
          </a:p>
        </p:txBody>
      </p:sp>
      <p:sp>
        <p:nvSpPr>
          <p:cNvPr id="16" name="Textplatzhalter 3">
            <a:extLst>
              <a:ext uri="{FF2B5EF4-FFF2-40B4-BE49-F238E27FC236}">
                <a16:creationId xmlns:a16="http://schemas.microsoft.com/office/drawing/2014/main" id="{2BD66A5F-8890-45C7-AFA2-FBAFE51EAA5D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18319" y="1631837"/>
            <a:ext cx="5433219" cy="3618387"/>
          </a:xfrm>
        </p:spPr>
        <p:txBody>
          <a:bodyPr rIns="54000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编辑主文本格式</a:t>
            </a:r>
          </a:p>
          <a:p>
            <a:pPr marL="180000" marR="0" lvl="1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第二级</a:t>
            </a:r>
          </a:p>
          <a:p>
            <a:pPr marL="360000" marR="0" lvl="2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第三级 </a:t>
            </a:r>
          </a:p>
          <a:p>
            <a:pPr marL="540000" marR="0" lvl="3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第四级</a:t>
            </a:r>
          </a:p>
          <a:p>
            <a:pPr marL="540000" marR="0" lvl="4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第五级</a:t>
            </a:r>
            <a:endParaRPr kumimoji="0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50776CE-C715-4BB6-9753-D24EE139A4F8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4871538" y="5634172"/>
            <a:ext cx="1080000" cy="461665"/>
          </a:xfrm>
        </p:spPr>
        <p:txBody>
          <a:bodyPr wrap="square">
            <a:noAutofit/>
          </a:bodyPr>
          <a:lstStyle>
            <a:lvl1pPr algn="r">
              <a:spcAft>
                <a:spcPts val="0"/>
              </a:spcAft>
              <a:defRPr sz="1000"/>
            </a:lvl1pPr>
            <a:lvl2pPr marL="0" indent="0">
              <a:buNone/>
              <a:defRPr/>
            </a:lvl2pPr>
          </a:lstStyle>
          <a:p>
            <a:pPr lvl="0"/>
            <a:r>
              <a:rPr lang="de-DE" dirty="0"/>
              <a:t>02</a:t>
            </a:r>
            <a:br>
              <a:rPr lang="de-DE" dirty="0"/>
            </a:br>
            <a:r>
              <a:rPr lang="zh-CN" altLang="en-US" dirty="0"/>
              <a:t>编辑主文本格式</a:t>
            </a:r>
            <a:endParaRPr lang="de-DE" dirty="0"/>
          </a:p>
        </p:txBody>
      </p:sp>
      <p:sp>
        <p:nvSpPr>
          <p:cNvPr id="17" name="Textplatzhalter 3">
            <a:extLst>
              <a:ext uri="{FF2B5EF4-FFF2-40B4-BE49-F238E27FC236}">
                <a16:creationId xmlns:a16="http://schemas.microsoft.com/office/drawing/2014/main" id="{0FA2D9FE-5416-445D-999A-5E09BE4B77B4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3502611" y="5634172"/>
            <a:ext cx="1080000" cy="461665"/>
          </a:xfrm>
        </p:spPr>
        <p:txBody>
          <a:bodyPr wrap="square">
            <a:noAutofit/>
          </a:bodyPr>
          <a:lstStyle>
            <a:lvl1pPr algn="r">
              <a:spcAft>
                <a:spcPts val="0"/>
              </a:spcAft>
              <a:defRPr sz="1000"/>
            </a:lvl1pPr>
            <a:lvl2pPr marL="0" indent="0">
              <a:buNone/>
              <a:defRPr/>
            </a:lvl2pPr>
          </a:lstStyle>
          <a:p>
            <a:pPr lvl="0"/>
            <a:r>
              <a:rPr lang="de-DE" dirty="0"/>
              <a:t>01</a:t>
            </a:r>
            <a:br>
              <a:rPr lang="de-DE" dirty="0"/>
            </a:br>
            <a:r>
              <a:rPr lang="zh-CN" altLang="en-US" dirty="0"/>
              <a:t>编辑主文本格式</a:t>
            </a:r>
            <a:endParaRPr lang="de-DE" dirty="0"/>
          </a:p>
        </p:txBody>
      </p:sp>
      <p:sp>
        <p:nvSpPr>
          <p:cNvPr id="18" name="Textplatzhalter 3">
            <a:extLst>
              <a:ext uri="{FF2B5EF4-FFF2-40B4-BE49-F238E27FC236}">
                <a16:creationId xmlns:a16="http://schemas.microsoft.com/office/drawing/2014/main" id="{4758C8A2-BB5A-4369-8E47-1B3AD76831CB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6242847" y="5634172"/>
            <a:ext cx="342680" cy="461665"/>
          </a:xfrm>
        </p:spPr>
        <p:txBody>
          <a:bodyPr wrap="none">
            <a:noAutofit/>
          </a:bodyPr>
          <a:lstStyle>
            <a:lvl1pPr algn="r">
              <a:spcAft>
                <a:spcPts val="0"/>
              </a:spcAft>
              <a:defRPr sz="1000">
                <a:solidFill>
                  <a:schemeClr val="bg2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19" name="Textplatzhalter 3">
            <a:extLst>
              <a:ext uri="{FF2B5EF4-FFF2-40B4-BE49-F238E27FC236}">
                <a16:creationId xmlns:a16="http://schemas.microsoft.com/office/drawing/2014/main" id="{EB3A890A-9CCC-4136-9288-897A93AE1F08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9103918" y="5634172"/>
            <a:ext cx="342680" cy="461665"/>
          </a:xfrm>
        </p:spPr>
        <p:txBody>
          <a:bodyPr wrap="none">
            <a:noAutofit/>
          </a:bodyPr>
          <a:lstStyle>
            <a:lvl1pPr algn="r">
              <a:spcAft>
                <a:spcPts val="0"/>
              </a:spcAft>
              <a:defRPr sz="1000">
                <a:solidFill>
                  <a:schemeClr val="bg2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58D1BF7-C1B4-464B-B704-2D4A3D434BFB}"/>
              </a:ext>
            </a:extLst>
          </p:cNvPr>
          <p:cNvSpPr>
            <a:spLocks noGrp="1"/>
          </p:cNvSpPr>
          <p:nvPr>
            <p:ph type="ftr" sz="quarter" idx="70"/>
          </p:nvPr>
        </p:nvSpPr>
        <p:spPr/>
        <p:txBody>
          <a:bodyPr/>
          <a:lstStyle/>
          <a:p>
            <a:r>
              <a:rPr lang="de-DE" altLang="zh-TW"/>
              <a:t>ZEISS</a:t>
            </a:r>
            <a:endParaRPr lang="en-US" altLang="zh-CN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2BECE83-566A-473D-A767-4C6ECA5436F0}"/>
              </a:ext>
            </a:extLst>
          </p:cNvPr>
          <p:cNvSpPr>
            <a:spLocks noGrp="1"/>
          </p:cNvSpPr>
          <p:nvPr>
            <p:ph type="sldNum" sz="quarter" idx="71"/>
          </p:nvPr>
        </p:nvSpPr>
        <p:spPr/>
        <p:txBody>
          <a:bodyPr/>
          <a:lstStyle/>
          <a:p>
            <a:fld id="{C6A4AD45-2621-4550-9DC5-4911F1B5FA4D}" type="slidenum">
              <a:rPr lang="de-DE" smtClean="0">
                <a:latin typeface="Microsoft YaHei" panose="020B0503020204020204" pitchFamily="34" charset="-122"/>
              </a:rPr>
              <a:pPr/>
              <a:t>‹#›</a:t>
            </a:fld>
            <a:endParaRPr lang="de-DE" dirty="0"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612297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-文字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A110DE13-884C-476D-A18E-6F6ED1A03B99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518319" y="1631837"/>
            <a:ext cx="5433216" cy="4464000"/>
          </a:xfrm>
          <a:solidFill>
            <a:schemeClr val="bg2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140C2D3-DBDA-4D6C-BBD7-C8CCD961E4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319" y="299633"/>
            <a:ext cx="9740106" cy="369332"/>
          </a:xfrm>
        </p:spPr>
        <p:txBody>
          <a:bodyPr/>
          <a:lstStyle/>
          <a:p>
            <a:r>
              <a:rPr lang="zh-CN" altLang="en-US"/>
              <a:t>编辑主封面格式</a:t>
            </a:r>
            <a:endParaRPr lang="de-DE" dirty="0"/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F1578027-2A9A-485E-94CA-26294C7CB327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18319" y="642855"/>
            <a:ext cx="9740106" cy="369332"/>
          </a:xfrm>
        </p:spPr>
        <p:txBody>
          <a:bodyPr wrap="square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400">
                <a:latin typeface="Microsoft YaHei" panose="020B0503020204020204" pitchFamily="34" charset="-122"/>
                <a:cs typeface="ZEISS Frutiger Next W1G Lt"/>
              </a:defRPr>
            </a:lvl1pPr>
          </a:lstStyle>
          <a:p>
            <a:pPr lvl="0"/>
            <a:r>
              <a:rPr lang="zh-CN" altLang="en-US"/>
              <a:t>编辑主文本格式</a:t>
            </a:r>
            <a:endParaRPr lang="zh-CN" altLang="en-US" dirty="0"/>
          </a:p>
        </p:txBody>
      </p:sp>
      <p:sp>
        <p:nvSpPr>
          <p:cNvPr id="14" name="Textplatzhalter 3">
            <a:extLst>
              <a:ext uri="{FF2B5EF4-FFF2-40B4-BE49-F238E27FC236}">
                <a16:creationId xmlns:a16="http://schemas.microsoft.com/office/drawing/2014/main" id="{02C0F8EF-24A8-485F-AAF4-B9275B071EB6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6242844" y="1631837"/>
            <a:ext cx="5433219" cy="4464000"/>
          </a:xfrm>
        </p:spPr>
        <p:txBody>
          <a:bodyPr rIns="54000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编辑主文本格式</a:t>
            </a:r>
          </a:p>
          <a:p>
            <a:pPr marL="180000" marR="0" lvl="1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第二级</a:t>
            </a:r>
          </a:p>
          <a:p>
            <a:pPr marL="360000" marR="0" lvl="2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第三级 </a:t>
            </a:r>
          </a:p>
          <a:p>
            <a:pPr marL="540000" marR="0" lvl="3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第四级</a:t>
            </a:r>
          </a:p>
          <a:p>
            <a:pPr marL="540000" marR="0" lvl="4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第五级</a:t>
            </a:r>
            <a:endParaRPr kumimoji="0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4CD3D21-9410-4110-884F-529A21A74C22}"/>
              </a:ext>
            </a:extLst>
          </p:cNvPr>
          <p:cNvSpPr>
            <a:spLocks noGrp="1"/>
          </p:cNvSpPr>
          <p:nvPr>
            <p:ph type="ftr" sz="quarter" idx="66"/>
          </p:nvPr>
        </p:nvSpPr>
        <p:spPr/>
        <p:txBody>
          <a:bodyPr/>
          <a:lstStyle/>
          <a:p>
            <a:r>
              <a:rPr lang="de-DE" altLang="zh-TW"/>
              <a:t>ZEISS</a:t>
            </a:r>
            <a:endParaRPr lang="en-US" altLang="zh-CN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E4323C3-AAEE-412C-98B7-8E8D5E2E79C0}"/>
              </a:ext>
            </a:extLst>
          </p:cNvPr>
          <p:cNvSpPr>
            <a:spLocks noGrp="1"/>
          </p:cNvSpPr>
          <p:nvPr>
            <p:ph type="sldNum" sz="quarter" idx="67"/>
          </p:nvPr>
        </p:nvSpPr>
        <p:spPr/>
        <p:txBody>
          <a:bodyPr/>
          <a:lstStyle/>
          <a:p>
            <a:fld id="{C6A4AD45-2621-4550-9DC5-4911F1B5FA4D}" type="slidenum">
              <a:rPr lang="de-DE" smtClean="0">
                <a:latin typeface="Microsoft YaHei" panose="020B0503020204020204" pitchFamily="34" charset="-122"/>
              </a:rPr>
              <a:pPr/>
              <a:t>‹#›</a:t>
            </a:fld>
            <a:endParaRPr lang="de-DE" dirty="0"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6489367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-文字页面 | 两张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A110DE13-884C-476D-A18E-6F6ED1A03B99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518319" y="1631837"/>
            <a:ext cx="2572145" cy="4464000"/>
          </a:xfrm>
          <a:solidFill>
            <a:schemeClr val="bg2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140C2D3-DBDA-4D6C-BBD7-C8CCD961E4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319" y="299633"/>
            <a:ext cx="9740106" cy="369332"/>
          </a:xfrm>
        </p:spPr>
        <p:txBody>
          <a:bodyPr/>
          <a:lstStyle/>
          <a:p>
            <a:r>
              <a:rPr lang="zh-CN" altLang="en-US"/>
              <a:t>编辑主封面格式</a:t>
            </a:r>
            <a:endParaRPr lang="de-DE" dirty="0"/>
          </a:p>
        </p:txBody>
      </p:sp>
      <p:sp>
        <p:nvSpPr>
          <p:cNvPr id="11" name="Bildplatzhalter 9">
            <a:extLst>
              <a:ext uri="{FF2B5EF4-FFF2-40B4-BE49-F238E27FC236}">
                <a16:creationId xmlns:a16="http://schemas.microsoft.com/office/drawing/2014/main" id="{5A4E8199-7A92-4A66-8124-B13B4C014735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3379392" y="1631837"/>
            <a:ext cx="2572145" cy="4464000"/>
          </a:xfrm>
          <a:solidFill>
            <a:schemeClr val="bg2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15" name="Textplatzhalter 8">
            <a:extLst>
              <a:ext uri="{FF2B5EF4-FFF2-40B4-BE49-F238E27FC236}">
                <a16:creationId xmlns:a16="http://schemas.microsoft.com/office/drawing/2014/main" id="{061F6D30-1E0B-46ED-9FBA-4F7AF9D857E8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518319" y="642855"/>
            <a:ext cx="9740106" cy="369332"/>
          </a:xfrm>
        </p:spPr>
        <p:txBody>
          <a:bodyPr wrap="square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400">
                <a:latin typeface="Microsoft YaHei" panose="020B0503020204020204" pitchFamily="34" charset="-122"/>
                <a:cs typeface="ZEISS Frutiger Next W1G Lt"/>
              </a:defRPr>
            </a:lvl1pPr>
          </a:lstStyle>
          <a:p>
            <a:pPr lvl="0"/>
            <a:r>
              <a:rPr lang="zh-CN" altLang="en-US" dirty="0"/>
              <a:t>编辑主文本格式</a:t>
            </a:r>
          </a:p>
        </p:txBody>
      </p:sp>
      <p:sp>
        <p:nvSpPr>
          <p:cNvPr id="16" name="Textplatzhalter 3">
            <a:extLst>
              <a:ext uri="{FF2B5EF4-FFF2-40B4-BE49-F238E27FC236}">
                <a16:creationId xmlns:a16="http://schemas.microsoft.com/office/drawing/2014/main" id="{E782CB96-581D-4138-8E6D-A203BF9A3FAC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6242844" y="1631837"/>
            <a:ext cx="5433219" cy="3618392"/>
          </a:xfrm>
        </p:spPr>
        <p:txBody>
          <a:bodyPr rIns="54000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编辑主文本格式</a:t>
            </a:r>
          </a:p>
          <a:p>
            <a:pPr marL="180000" marR="0" lvl="1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第二级</a:t>
            </a:r>
          </a:p>
          <a:p>
            <a:pPr marL="360000" marR="0" lvl="2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第三级 </a:t>
            </a:r>
          </a:p>
          <a:p>
            <a:pPr marL="540000" marR="0" lvl="3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第四级</a:t>
            </a:r>
          </a:p>
          <a:p>
            <a:pPr marL="540000" marR="0" lvl="4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第五级</a:t>
            </a:r>
            <a:endParaRPr kumimoji="0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7" name="Textplatzhalter 3">
            <a:extLst>
              <a:ext uri="{FF2B5EF4-FFF2-40B4-BE49-F238E27FC236}">
                <a16:creationId xmlns:a16="http://schemas.microsoft.com/office/drawing/2014/main" id="{CDA597C6-0A4F-4BA3-9D9F-D018CC3CEB6B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7611773" y="5634172"/>
            <a:ext cx="1080000" cy="461665"/>
          </a:xfrm>
        </p:spPr>
        <p:txBody>
          <a:bodyPr wrap="square">
            <a:noAutofit/>
          </a:bodyPr>
          <a:lstStyle>
            <a:lvl1pPr algn="l">
              <a:spcAft>
                <a:spcPts val="0"/>
              </a:spcAft>
              <a:defRPr sz="1000"/>
            </a:lvl1pPr>
            <a:lvl2pPr marL="0" indent="0">
              <a:buNone/>
              <a:defRPr/>
            </a:lvl2pPr>
          </a:lstStyle>
          <a:p>
            <a:pPr lvl="0"/>
            <a:r>
              <a:rPr lang="de-DE" dirty="0"/>
              <a:t>02</a:t>
            </a:r>
            <a:br>
              <a:rPr lang="de-DE" dirty="0"/>
            </a:br>
            <a:r>
              <a:rPr lang="zh-CN" altLang="en-US" dirty="0"/>
              <a:t>编辑主文本格式</a:t>
            </a:r>
            <a:endParaRPr lang="de-DE" dirty="0"/>
          </a:p>
        </p:txBody>
      </p:sp>
      <p:sp>
        <p:nvSpPr>
          <p:cNvPr id="18" name="Textplatzhalter 3">
            <a:extLst>
              <a:ext uri="{FF2B5EF4-FFF2-40B4-BE49-F238E27FC236}">
                <a16:creationId xmlns:a16="http://schemas.microsoft.com/office/drawing/2014/main" id="{7BB86B27-C1F4-4CF2-B198-5D4BFE7A1B2D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6242846" y="5634172"/>
            <a:ext cx="1080000" cy="461665"/>
          </a:xfrm>
        </p:spPr>
        <p:txBody>
          <a:bodyPr wrap="square">
            <a:noAutofit/>
          </a:bodyPr>
          <a:lstStyle>
            <a:lvl1pPr algn="l">
              <a:spcAft>
                <a:spcPts val="0"/>
              </a:spcAft>
              <a:defRPr sz="1000"/>
            </a:lvl1pPr>
            <a:lvl2pPr marL="0" indent="0">
              <a:buNone/>
              <a:defRPr/>
            </a:lvl2pPr>
          </a:lstStyle>
          <a:p>
            <a:pPr lvl="0"/>
            <a:r>
              <a:rPr lang="de-DE" dirty="0"/>
              <a:t>01</a:t>
            </a:r>
            <a:br>
              <a:rPr lang="de-DE" dirty="0"/>
            </a:br>
            <a:r>
              <a:rPr lang="zh-CN" altLang="en-US" dirty="0"/>
              <a:t>编辑主文本格式</a:t>
            </a:r>
            <a:endParaRPr lang="de-DE" dirty="0"/>
          </a:p>
        </p:txBody>
      </p:sp>
      <p:sp>
        <p:nvSpPr>
          <p:cNvPr id="19" name="Textplatzhalter 3">
            <a:extLst>
              <a:ext uri="{FF2B5EF4-FFF2-40B4-BE49-F238E27FC236}">
                <a16:creationId xmlns:a16="http://schemas.microsoft.com/office/drawing/2014/main" id="{EB97C8C8-4903-4649-A7C4-146F348AE411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2747784" y="5634172"/>
            <a:ext cx="342680" cy="461665"/>
          </a:xfrm>
        </p:spPr>
        <p:txBody>
          <a:bodyPr wrap="none">
            <a:noAutofit/>
          </a:bodyPr>
          <a:lstStyle>
            <a:lvl1pPr algn="l">
              <a:spcAft>
                <a:spcPts val="0"/>
              </a:spcAft>
              <a:defRPr sz="1000">
                <a:solidFill>
                  <a:schemeClr val="bg2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20" name="Textplatzhalter 3">
            <a:extLst>
              <a:ext uri="{FF2B5EF4-FFF2-40B4-BE49-F238E27FC236}">
                <a16:creationId xmlns:a16="http://schemas.microsoft.com/office/drawing/2014/main" id="{6F952D61-AD88-4D90-9FD3-D4025F3F52B4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5608857" y="5634172"/>
            <a:ext cx="342680" cy="461665"/>
          </a:xfrm>
        </p:spPr>
        <p:txBody>
          <a:bodyPr wrap="none">
            <a:noAutofit/>
          </a:bodyPr>
          <a:lstStyle>
            <a:lvl1pPr algn="l">
              <a:spcAft>
                <a:spcPts val="0"/>
              </a:spcAft>
              <a:defRPr sz="1000">
                <a:solidFill>
                  <a:schemeClr val="bg2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62A960F-547B-438C-A7D6-67B076E7486B}"/>
              </a:ext>
            </a:extLst>
          </p:cNvPr>
          <p:cNvSpPr>
            <a:spLocks noGrp="1"/>
          </p:cNvSpPr>
          <p:nvPr>
            <p:ph type="ftr" sz="quarter" idx="70"/>
          </p:nvPr>
        </p:nvSpPr>
        <p:spPr/>
        <p:txBody>
          <a:bodyPr/>
          <a:lstStyle/>
          <a:p>
            <a:r>
              <a:rPr lang="de-DE" altLang="zh-TW"/>
              <a:t>ZEISS</a:t>
            </a:r>
            <a:endParaRPr lang="en-US" altLang="zh-CN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27EF95E-0D80-4F0F-9E32-1CDB654B62D4}"/>
              </a:ext>
            </a:extLst>
          </p:cNvPr>
          <p:cNvSpPr>
            <a:spLocks noGrp="1"/>
          </p:cNvSpPr>
          <p:nvPr>
            <p:ph type="sldNum" sz="quarter" idx="71"/>
          </p:nvPr>
        </p:nvSpPr>
        <p:spPr/>
        <p:txBody>
          <a:bodyPr/>
          <a:lstStyle/>
          <a:p>
            <a:fld id="{C6A4AD45-2621-4550-9DC5-4911F1B5FA4D}" type="slidenum">
              <a:rPr lang="de-DE" smtClean="0">
                <a:latin typeface="Microsoft YaHei" panose="020B0503020204020204" pitchFamily="34" charset="-122"/>
              </a:rPr>
              <a:pPr/>
              <a:t>‹#›</a:t>
            </a:fld>
            <a:endParaRPr lang="de-DE" dirty="0"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4165215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-文字页面 | 三张图片，一段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ildplatzhalter 3">
            <a:extLst>
              <a:ext uri="{FF2B5EF4-FFF2-40B4-BE49-F238E27FC236}">
                <a16:creationId xmlns:a16="http://schemas.microsoft.com/office/drawing/2014/main" id="{6E754CB4-F023-45A0-B611-0ED33750D9DF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6243442" y="1631837"/>
            <a:ext cx="2570061" cy="4460988"/>
          </a:xfrm>
          <a:solidFill>
            <a:schemeClr val="bg2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140C2D3-DBDA-4D6C-BBD7-C8CCD961E4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319" y="299633"/>
            <a:ext cx="9740106" cy="369332"/>
          </a:xfrm>
        </p:spPr>
        <p:txBody>
          <a:bodyPr/>
          <a:lstStyle/>
          <a:p>
            <a:r>
              <a:rPr lang="zh-CN" altLang="en-US"/>
              <a:t>编辑主封面格式</a:t>
            </a:r>
            <a:endParaRPr lang="de-DE" dirty="0"/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6090A1F3-A7AB-42F7-9FBF-8736DC5882DB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18319" y="642855"/>
            <a:ext cx="9740106" cy="369332"/>
          </a:xfrm>
        </p:spPr>
        <p:txBody>
          <a:bodyPr wrap="square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400">
                <a:latin typeface="Microsoft YaHei" panose="020B0503020204020204" pitchFamily="34" charset="-122"/>
                <a:cs typeface="ZEISS Frutiger Next W1G Lt"/>
              </a:defRPr>
            </a:lvl1pPr>
          </a:lstStyle>
          <a:p>
            <a:pPr lvl="0"/>
            <a:r>
              <a:rPr lang="zh-CN" altLang="en-US" dirty="0"/>
              <a:t>编辑主文本格式</a:t>
            </a:r>
          </a:p>
        </p:txBody>
      </p:sp>
      <p:sp>
        <p:nvSpPr>
          <p:cNvPr id="19" name="Textplatzhalter 3">
            <a:extLst>
              <a:ext uri="{FF2B5EF4-FFF2-40B4-BE49-F238E27FC236}">
                <a16:creationId xmlns:a16="http://schemas.microsoft.com/office/drawing/2014/main" id="{29D348FF-9AC7-4A00-B1A3-468BE3014FEC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9106002" y="1631837"/>
            <a:ext cx="2570061" cy="3618387"/>
          </a:xfrm>
        </p:spPr>
        <p:txBody>
          <a:bodyPr rIns="54000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编辑主文本格式</a:t>
            </a:r>
          </a:p>
          <a:p>
            <a:pPr marL="180000" marR="0" lvl="1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第二级</a:t>
            </a:r>
          </a:p>
          <a:p>
            <a:pPr marL="360000" marR="0" lvl="2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第三级 </a:t>
            </a:r>
          </a:p>
          <a:p>
            <a:pPr marL="540000" marR="0" lvl="3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第四级</a:t>
            </a:r>
          </a:p>
          <a:p>
            <a:pPr marL="540000" marR="0" lvl="4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第五级</a:t>
            </a:r>
            <a:endParaRPr kumimoji="0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08BEA3D8-5EE9-4798-8C5D-DB778BA72105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518319" y="1631837"/>
            <a:ext cx="2570061" cy="4460988"/>
          </a:xfrm>
          <a:solidFill>
            <a:schemeClr val="bg2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16" name="Bildplatzhalter 3">
            <a:extLst>
              <a:ext uri="{FF2B5EF4-FFF2-40B4-BE49-F238E27FC236}">
                <a16:creationId xmlns:a16="http://schemas.microsoft.com/office/drawing/2014/main" id="{5D5B8114-B5D9-41DA-B646-7C160DB49805}"/>
              </a:ext>
            </a:extLst>
          </p:cNvPr>
          <p:cNvSpPr>
            <a:spLocks noGrp="1"/>
          </p:cNvSpPr>
          <p:nvPr>
            <p:ph type="pic" sz="quarter" idx="72" hasCustomPrompt="1"/>
          </p:nvPr>
        </p:nvSpPr>
        <p:spPr>
          <a:xfrm>
            <a:off x="3380880" y="1631837"/>
            <a:ext cx="2570061" cy="4460988"/>
          </a:xfrm>
          <a:solidFill>
            <a:schemeClr val="bg2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20" name="Textplatzhalter 3">
            <a:extLst>
              <a:ext uri="{FF2B5EF4-FFF2-40B4-BE49-F238E27FC236}">
                <a16:creationId xmlns:a16="http://schemas.microsoft.com/office/drawing/2014/main" id="{7ADB94BB-27AF-4A29-A952-D0905290E0FA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106001" y="5634172"/>
            <a:ext cx="2570061" cy="461665"/>
          </a:xfrm>
        </p:spPr>
        <p:txBody>
          <a:bodyPr wrap="square">
            <a:noAutofit/>
          </a:bodyPr>
          <a:lstStyle>
            <a:lvl1pPr algn="l">
              <a:spcAft>
                <a:spcPts val="0"/>
              </a:spcAft>
              <a:defRPr sz="1000"/>
            </a:lvl1pPr>
            <a:lvl2pPr marL="0" indent="0">
              <a:buNone/>
              <a:defRPr/>
            </a:lvl2pPr>
          </a:lstStyle>
          <a:p>
            <a:pPr lvl="0"/>
            <a:r>
              <a:rPr lang="zh-CN" altLang="en-US" dirty="0"/>
              <a:t>编辑主文本格式</a:t>
            </a:r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5E678D6-4794-442A-97F8-C9B3296D35B3}"/>
              </a:ext>
            </a:extLst>
          </p:cNvPr>
          <p:cNvSpPr>
            <a:spLocks noGrp="1"/>
          </p:cNvSpPr>
          <p:nvPr>
            <p:ph type="ftr" sz="quarter" idx="73"/>
          </p:nvPr>
        </p:nvSpPr>
        <p:spPr/>
        <p:txBody>
          <a:bodyPr/>
          <a:lstStyle/>
          <a:p>
            <a:r>
              <a:rPr lang="de-DE" altLang="zh-TW"/>
              <a:t>ZEISS</a:t>
            </a:r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EE94375-CE63-4618-9EB4-13CC0115D9F8}"/>
              </a:ext>
            </a:extLst>
          </p:cNvPr>
          <p:cNvSpPr>
            <a:spLocks noGrp="1"/>
          </p:cNvSpPr>
          <p:nvPr>
            <p:ph type="sldNum" sz="quarter" idx="74"/>
          </p:nvPr>
        </p:nvSpPr>
        <p:spPr/>
        <p:txBody>
          <a:bodyPr/>
          <a:lstStyle/>
          <a:p>
            <a:fld id="{C6A4AD45-2621-4550-9DC5-4911F1B5FA4D}" type="slidenum">
              <a:rPr lang="de-DE" smtClean="0">
                <a:latin typeface="Microsoft YaHei" panose="020B0503020204020204" pitchFamily="34" charset="-122"/>
              </a:rPr>
              <a:pPr/>
              <a:t>‹#›</a:t>
            </a:fld>
            <a:endParaRPr lang="de-DE" dirty="0"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091312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-文字页面 | 两张图片，两段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ildplatzhalter 3">
            <a:extLst>
              <a:ext uri="{FF2B5EF4-FFF2-40B4-BE49-F238E27FC236}">
                <a16:creationId xmlns:a16="http://schemas.microsoft.com/office/drawing/2014/main" id="{6E754CB4-F023-45A0-B611-0ED33750D9DF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6243442" y="1631837"/>
            <a:ext cx="2570061" cy="4460988"/>
          </a:xfrm>
          <a:solidFill>
            <a:schemeClr val="bg2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140C2D3-DBDA-4D6C-BBD7-C8CCD961E4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319" y="299633"/>
            <a:ext cx="9740106" cy="369332"/>
          </a:xfrm>
        </p:spPr>
        <p:txBody>
          <a:bodyPr/>
          <a:lstStyle/>
          <a:p>
            <a:r>
              <a:rPr lang="zh-CN" altLang="en-US"/>
              <a:t>编辑主封面格式</a:t>
            </a:r>
            <a:endParaRPr lang="de-DE" dirty="0"/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6090A1F3-A7AB-42F7-9FBF-8736DC5882DB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18319" y="642855"/>
            <a:ext cx="9740106" cy="369332"/>
          </a:xfrm>
        </p:spPr>
        <p:txBody>
          <a:bodyPr wrap="square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400">
                <a:latin typeface="Microsoft YaHei" panose="020B0503020204020204" pitchFamily="34" charset="-122"/>
                <a:cs typeface="ZEISS Frutiger Next W1G Lt"/>
              </a:defRPr>
            </a:lvl1pPr>
          </a:lstStyle>
          <a:p>
            <a:pPr lvl="0"/>
            <a:r>
              <a:rPr lang="zh-CN" altLang="en-US"/>
              <a:t>编辑主文本格式</a:t>
            </a:r>
            <a:endParaRPr lang="zh-CN" altLang="en-US" dirty="0"/>
          </a:p>
        </p:txBody>
      </p:sp>
      <p:sp>
        <p:nvSpPr>
          <p:cNvPr id="19" name="Textplatzhalter 3">
            <a:extLst>
              <a:ext uri="{FF2B5EF4-FFF2-40B4-BE49-F238E27FC236}">
                <a16:creationId xmlns:a16="http://schemas.microsoft.com/office/drawing/2014/main" id="{29D348FF-9AC7-4A00-B1A3-468BE3014FEC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9106002" y="1631837"/>
            <a:ext cx="2570061" cy="3618387"/>
          </a:xfrm>
        </p:spPr>
        <p:txBody>
          <a:bodyPr rIns="54000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编辑主文本格式</a:t>
            </a:r>
          </a:p>
          <a:p>
            <a:pPr marL="180000" marR="0" lvl="1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第二级</a:t>
            </a:r>
          </a:p>
          <a:p>
            <a:pPr marL="360000" marR="0" lvl="2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第三级 </a:t>
            </a:r>
          </a:p>
          <a:p>
            <a:pPr marL="540000" marR="0" lvl="3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第四级</a:t>
            </a:r>
          </a:p>
          <a:p>
            <a:pPr marL="540000" marR="0" lvl="4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第五级</a:t>
            </a:r>
            <a:endParaRPr kumimoji="0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08BEA3D8-5EE9-4798-8C5D-DB778BA72105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518319" y="1631837"/>
            <a:ext cx="2570061" cy="4460988"/>
          </a:xfrm>
          <a:solidFill>
            <a:schemeClr val="bg2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20" name="Textplatzhalter 3">
            <a:extLst>
              <a:ext uri="{FF2B5EF4-FFF2-40B4-BE49-F238E27FC236}">
                <a16:creationId xmlns:a16="http://schemas.microsoft.com/office/drawing/2014/main" id="{7ADB94BB-27AF-4A29-A952-D0905290E0FA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106001" y="5634172"/>
            <a:ext cx="2570061" cy="461665"/>
          </a:xfrm>
        </p:spPr>
        <p:txBody>
          <a:bodyPr wrap="square">
            <a:noAutofit/>
          </a:bodyPr>
          <a:lstStyle>
            <a:lvl1pPr algn="l">
              <a:spcAft>
                <a:spcPts val="0"/>
              </a:spcAft>
              <a:defRPr sz="1000"/>
            </a:lvl1pPr>
            <a:lvl2pPr marL="0" indent="0">
              <a:buNone/>
              <a:defRPr/>
            </a:lvl2pPr>
          </a:lstStyle>
          <a:p>
            <a:pPr lvl="0"/>
            <a:r>
              <a:rPr lang="zh-CN" altLang="en-US" dirty="0"/>
              <a:t>编辑主文本格式</a:t>
            </a:r>
            <a:endParaRPr lang="de-DE" dirty="0"/>
          </a:p>
        </p:txBody>
      </p:sp>
      <p:sp>
        <p:nvSpPr>
          <p:cNvPr id="14" name="Textplatzhalter 3">
            <a:extLst>
              <a:ext uri="{FF2B5EF4-FFF2-40B4-BE49-F238E27FC236}">
                <a16:creationId xmlns:a16="http://schemas.microsoft.com/office/drawing/2014/main" id="{4E465F10-F1D4-4895-B962-24BDBDE68DC0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3380880" y="1631837"/>
            <a:ext cx="2570061" cy="3618387"/>
          </a:xfrm>
        </p:spPr>
        <p:txBody>
          <a:bodyPr rIns="54000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编辑主文本格式</a:t>
            </a:r>
          </a:p>
          <a:p>
            <a:pPr marL="180000" marR="0" lvl="1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第二级</a:t>
            </a:r>
          </a:p>
          <a:p>
            <a:pPr marL="360000" marR="0" lvl="2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第三级 </a:t>
            </a:r>
          </a:p>
          <a:p>
            <a:pPr marL="540000" marR="0" lvl="3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第四级</a:t>
            </a:r>
          </a:p>
          <a:p>
            <a:pPr marL="540000" marR="0" lvl="4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第五级</a:t>
            </a:r>
            <a:endParaRPr kumimoji="0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7" name="Textplatzhalter 3">
            <a:extLst>
              <a:ext uri="{FF2B5EF4-FFF2-40B4-BE49-F238E27FC236}">
                <a16:creationId xmlns:a16="http://schemas.microsoft.com/office/drawing/2014/main" id="{BD1C0236-2D51-4C28-B36B-9C19644B9B5F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3380880" y="5634172"/>
            <a:ext cx="2570061" cy="461665"/>
          </a:xfrm>
        </p:spPr>
        <p:txBody>
          <a:bodyPr wrap="square">
            <a:noAutofit/>
          </a:bodyPr>
          <a:lstStyle>
            <a:lvl1pPr algn="l">
              <a:spcAft>
                <a:spcPts val="0"/>
              </a:spcAft>
              <a:defRPr sz="1000"/>
            </a:lvl1pPr>
            <a:lvl2pPr marL="0" indent="0">
              <a:buNone/>
              <a:defRPr/>
            </a:lvl2pPr>
          </a:lstStyle>
          <a:p>
            <a:pPr lvl="0"/>
            <a:r>
              <a:rPr lang="zh-CN" altLang="en-US"/>
              <a:t>编辑主文本格式</a:t>
            </a:r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270C5BB-8ADB-491A-9461-B6A8648DD2CD}"/>
              </a:ext>
            </a:extLst>
          </p:cNvPr>
          <p:cNvSpPr>
            <a:spLocks noGrp="1"/>
          </p:cNvSpPr>
          <p:nvPr>
            <p:ph type="ftr" sz="quarter" idx="74"/>
          </p:nvPr>
        </p:nvSpPr>
        <p:spPr/>
        <p:txBody>
          <a:bodyPr/>
          <a:lstStyle/>
          <a:p>
            <a:r>
              <a:rPr lang="de-DE" altLang="zh-TW"/>
              <a:t>ZEISS</a:t>
            </a:r>
            <a:endParaRPr lang="en-US" altLang="zh-CN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BADBF6-9419-4282-A8B3-24FEAF86842A}"/>
              </a:ext>
            </a:extLst>
          </p:cNvPr>
          <p:cNvSpPr>
            <a:spLocks noGrp="1"/>
          </p:cNvSpPr>
          <p:nvPr>
            <p:ph type="sldNum" sz="quarter" idx="75"/>
          </p:nvPr>
        </p:nvSpPr>
        <p:spPr/>
        <p:txBody>
          <a:bodyPr/>
          <a:lstStyle/>
          <a:p>
            <a:fld id="{C6A4AD45-2621-4550-9DC5-4911F1B5FA4D}" type="slidenum">
              <a:rPr lang="de-DE" smtClean="0">
                <a:latin typeface="Microsoft YaHei" panose="020B0503020204020204" pitchFamily="34" charset="-122"/>
              </a:rPr>
              <a:pPr/>
              <a:t>‹#›</a:t>
            </a:fld>
            <a:endParaRPr lang="de-DE" dirty="0"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9119790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-文字页面 | 两张图片，两段文本，左图右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40C2D3-DBDA-4D6C-BBD7-C8CCD961E4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319" y="299633"/>
            <a:ext cx="9740106" cy="369332"/>
          </a:xfrm>
        </p:spPr>
        <p:txBody>
          <a:bodyPr/>
          <a:lstStyle/>
          <a:p>
            <a:r>
              <a:rPr lang="zh-CN" altLang="en-US"/>
              <a:t>编辑主封面格式</a:t>
            </a:r>
            <a:endParaRPr lang="de-DE" dirty="0"/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A276B4CC-8E3B-49AA-A6D3-2C309ED8CFEE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18319" y="642855"/>
            <a:ext cx="9740106" cy="369332"/>
          </a:xfrm>
        </p:spPr>
        <p:txBody>
          <a:bodyPr wrap="square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400">
                <a:latin typeface="Microsoft YaHei" panose="020B0503020204020204" pitchFamily="34" charset="-122"/>
                <a:cs typeface="ZEISS Frutiger Next W1G Lt"/>
              </a:defRPr>
            </a:lvl1pPr>
          </a:lstStyle>
          <a:p>
            <a:pPr lvl="0"/>
            <a:r>
              <a:rPr lang="zh-CN" altLang="en-US"/>
              <a:t>编辑主文本格式</a:t>
            </a:r>
            <a:endParaRPr lang="zh-CN" altLang="en-US" dirty="0"/>
          </a:p>
        </p:txBody>
      </p:sp>
      <p:sp>
        <p:nvSpPr>
          <p:cNvPr id="21" name="Textplatzhalter 3">
            <a:extLst>
              <a:ext uri="{FF2B5EF4-FFF2-40B4-BE49-F238E27FC236}">
                <a16:creationId xmlns:a16="http://schemas.microsoft.com/office/drawing/2014/main" id="{2A5093DB-E40A-443C-AE2F-5BD6332BA4DD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6242844" y="1631837"/>
            <a:ext cx="5433219" cy="2086521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编辑主文本格式</a:t>
            </a:r>
          </a:p>
          <a:p>
            <a:pPr marL="180000" marR="0" lvl="1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第二级</a:t>
            </a:r>
          </a:p>
          <a:p>
            <a:pPr marL="360000" marR="0" lvl="2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第三级 </a:t>
            </a:r>
          </a:p>
          <a:p>
            <a:pPr marL="540000" marR="0" lvl="3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第四级</a:t>
            </a:r>
          </a:p>
          <a:p>
            <a:pPr marL="540000" marR="0" lvl="4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第五级</a:t>
            </a:r>
            <a:endParaRPr kumimoji="0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22" name="Textplatzhalter 3">
            <a:extLst>
              <a:ext uri="{FF2B5EF4-FFF2-40B4-BE49-F238E27FC236}">
                <a16:creationId xmlns:a16="http://schemas.microsoft.com/office/drawing/2014/main" id="{8E5BB036-1A1C-4EB9-AF21-69D3C12FF402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6242844" y="4006299"/>
            <a:ext cx="5433219" cy="2086521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编辑主文本格式</a:t>
            </a:r>
          </a:p>
          <a:p>
            <a:pPr marL="180000" marR="0" lvl="1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第二级</a:t>
            </a:r>
          </a:p>
          <a:p>
            <a:pPr marL="360000" marR="0" lvl="2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第三级 </a:t>
            </a:r>
          </a:p>
          <a:p>
            <a:pPr marL="540000" marR="0" lvl="3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第四级</a:t>
            </a:r>
          </a:p>
          <a:p>
            <a:pPr marL="540000" marR="0" lvl="4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第五级</a:t>
            </a:r>
            <a:endParaRPr kumimoji="0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773FBE26-823C-44A4-9918-6F7FC142C360}"/>
              </a:ext>
            </a:extLst>
          </p:cNvPr>
          <p:cNvSpPr>
            <a:spLocks noGrp="1"/>
          </p:cNvSpPr>
          <p:nvPr>
            <p:ph type="pic" sz="quarter" idx="72" hasCustomPrompt="1"/>
          </p:nvPr>
        </p:nvSpPr>
        <p:spPr>
          <a:xfrm>
            <a:off x="518318" y="1631837"/>
            <a:ext cx="5433219" cy="2086517"/>
          </a:xfrm>
          <a:solidFill>
            <a:schemeClr val="bg2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F2E74611-DA65-4DA5-8289-B430E76A77AF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518318" y="4006299"/>
            <a:ext cx="5433219" cy="2086517"/>
          </a:xfrm>
          <a:solidFill>
            <a:schemeClr val="bg2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1949E36-DC98-4640-9B48-6091C8DD6A25}"/>
              </a:ext>
            </a:extLst>
          </p:cNvPr>
          <p:cNvSpPr>
            <a:spLocks noGrp="1"/>
          </p:cNvSpPr>
          <p:nvPr>
            <p:ph type="ftr" sz="quarter" idx="74"/>
          </p:nvPr>
        </p:nvSpPr>
        <p:spPr/>
        <p:txBody>
          <a:bodyPr/>
          <a:lstStyle/>
          <a:p>
            <a:r>
              <a:rPr lang="de-DE" altLang="zh-TW"/>
              <a:t>ZEISS</a:t>
            </a:r>
            <a:endParaRPr lang="en-US" altLang="zh-CN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6C1CDF7-EDC3-496B-99C7-CC3C8197F103}"/>
              </a:ext>
            </a:extLst>
          </p:cNvPr>
          <p:cNvSpPr>
            <a:spLocks noGrp="1"/>
          </p:cNvSpPr>
          <p:nvPr>
            <p:ph type="sldNum" sz="quarter" idx="75"/>
          </p:nvPr>
        </p:nvSpPr>
        <p:spPr/>
        <p:txBody>
          <a:bodyPr/>
          <a:lstStyle/>
          <a:p>
            <a:fld id="{C6A4AD45-2621-4550-9DC5-4911F1B5FA4D}" type="slidenum">
              <a:rPr lang="de-DE" smtClean="0">
                <a:latin typeface="Microsoft YaHei" panose="020B0503020204020204" pitchFamily="34" charset="-122"/>
              </a:rPr>
              <a:pPr/>
              <a:t>‹#›</a:t>
            </a:fld>
            <a:endParaRPr lang="de-DE" dirty="0"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8015433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-文字页面 | 两张图片，两段文本，上图下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40C2D3-DBDA-4D6C-BBD7-C8CCD961E4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319" y="299633"/>
            <a:ext cx="9740106" cy="369332"/>
          </a:xfrm>
        </p:spPr>
        <p:txBody>
          <a:bodyPr/>
          <a:lstStyle/>
          <a:p>
            <a:r>
              <a:rPr lang="zh-CN" altLang="en-US"/>
              <a:t>编辑主封面格式</a:t>
            </a:r>
            <a:endParaRPr lang="de-DE" dirty="0"/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A276B4CC-8E3B-49AA-A6D3-2C309ED8CFEE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18319" y="642855"/>
            <a:ext cx="9740106" cy="369332"/>
          </a:xfrm>
        </p:spPr>
        <p:txBody>
          <a:bodyPr wrap="square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400">
                <a:latin typeface="Microsoft YaHei" panose="020B0503020204020204" pitchFamily="34" charset="-122"/>
                <a:cs typeface="ZEISS Frutiger Next W1G Lt"/>
              </a:defRPr>
            </a:lvl1pPr>
          </a:lstStyle>
          <a:p>
            <a:pPr lvl="0"/>
            <a:r>
              <a:rPr lang="zh-CN" altLang="en-US"/>
              <a:t>编辑主文本格式</a:t>
            </a:r>
            <a:endParaRPr lang="zh-CN" altLang="en-US" dirty="0"/>
          </a:p>
        </p:txBody>
      </p:sp>
      <p:sp>
        <p:nvSpPr>
          <p:cNvPr id="22" name="Textplatzhalter 3">
            <a:extLst>
              <a:ext uri="{FF2B5EF4-FFF2-40B4-BE49-F238E27FC236}">
                <a16:creationId xmlns:a16="http://schemas.microsoft.com/office/drawing/2014/main" id="{8E5BB036-1A1C-4EB9-AF21-69D3C12FF402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6242844" y="4006299"/>
            <a:ext cx="5433219" cy="2086521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编辑主文本格式</a:t>
            </a:r>
          </a:p>
          <a:p>
            <a:pPr marL="180000" marR="0" lvl="1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第二级</a:t>
            </a:r>
          </a:p>
          <a:p>
            <a:pPr marL="360000" marR="0" lvl="2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第三级 </a:t>
            </a:r>
          </a:p>
          <a:p>
            <a:pPr marL="540000" marR="0" lvl="3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第四级</a:t>
            </a:r>
          </a:p>
          <a:p>
            <a:pPr marL="540000" marR="0" lvl="4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第五级</a:t>
            </a:r>
            <a:endParaRPr kumimoji="0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773FBE26-823C-44A4-9918-6F7FC142C360}"/>
              </a:ext>
            </a:extLst>
          </p:cNvPr>
          <p:cNvSpPr>
            <a:spLocks noGrp="1"/>
          </p:cNvSpPr>
          <p:nvPr>
            <p:ph type="pic" sz="quarter" idx="72" hasCustomPrompt="1"/>
          </p:nvPr>
        </p:nvSpPr>
        <p:spPr>
          <a:xfrm>
            <a:off x="518318" y="1631837"/>
            <a:ext cx="5433219" cy="2086517"/>
          </a:xfrm>
          <a:solidFill>
            <a:schemeClr val="bg2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15" name="Bildplatzhalter 4">
            <a:extLst>
              <a:ext uri="{FF2B5EF4-FFF2-40B4-BE49-F238E27FC236}">
                <a16:creationId xmlns:a16="http://schemas.microsoft.com/office/drawing/2014/main" id="{870DAB1F-D24A-4A98-83A6-AFA36A6FC73E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6242844" y="1631837"/>
            <a:ext cx="5433219" cy="2086517"/>
          </a:xfrm>
          <a:solidFill>
            <a:schemeClr val="bg2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16" name="Textplatzhalter 3">
            <a:extLst>
              <a:ext uri="{FF2B5EF4-FFF2-40B4-BE49-F238E27FC236}">
                <a16:creationId xmlns:a16="http://schemas.microsoft.com/office/drawing/2014/main" id="{A7040DB9-A329-4F37-A50E-67E566A8CCC6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518318" y="4006299"/>
            <a:ext cx="5433219" cy="2086521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编辑主文本格式</a:t>
            </a:r>
          </a:p>
          <a:p>
            <a:pPr marL="180000" marR="0" lvl="1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第二级</a:t>
            </a:r>
          </a:p>
          <a:p>
            <a:pPr marL="360000" marR="0" lvl="2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第三级 </a:t>
            </a:r>
          </a:p>
          <a:p>
            <a:pPr marL="540000" marR="0" lvl="3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第四级</a:t>
            </a:r>
          </a:p>
          <a:p>
            <a:pPr marL="540000" marR="0" lvl="4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第五级</a:t>
            </a:r>
            <a:endParaRPr kumimoji="0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9088C5B-5583-4F3C-8328-DD3AC46D012E}"/>
              </a:ext>
            </a:extLst>
          </p:cNvPr>
          <p:cNvSpPr>
            <a:spLocks noGrp="1"/>
          </p:cNvSpPr>
          <p:nvPr>
            <p:ph type="ftr" sz="quarter" idx="75"/>
          </p:nvPr>
        </p:nvSpPr>
        <p:spPr/>
        <p:txBody>
          <a:bodyPr/>
          <a:lstStyle/>
          <a:p>
            <a:r>
              <a:rPr lang="de-DE" altLang="zh-TW"/>
              <a:t>ZEISS</a:t>
            </a:r>
            <a:endParaRPr lang="en-US" altLang="zh-CN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578548F-708E-46F1-B62D-52DC5C042BE1}"/>
              </a:ext>
            </a:extLst>
          </p:cNvPr>
          <p:cNvSpPr>
            <a:spLocks noGrp="1"/>
          </p:cNvSpPr>
          <p:nvPr>
            <p:ph type="sldNum" sz="quarter" idx="76"/>
          </p:nvPr>
        </p:nvSpPr>
        <p:spPr/>
        <p:txBody>
          <a:bodyPr/>
          <a:lstStyle/>
          <a:p>
            <a:fld id="{C6A4AD45-2621-4550-9DC5-4911F1B5FA4D}" type="slidenum">
              <a:rPr lang="de-DE" smtClean="0">
                <a:latin typeface="Microsoft YaHei" panose="020B0503020204020204" pitchFamily="34" charset="-122"/>
              </a:rPr>
              <a:pPr/>
              <a:t>‹#›</a:t>
            </a:fld>
            <a:endParaRPr lang="de-DE" dirty="0"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5068515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 | 选择自由设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40C2D3-DBDA-4D6C-BBD7-C8CCD961E4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319" y="299633"/>
            <a:ext cx="9740106" cy="369332"/>
          </a:xfrm>
        </p:spPr>
        <p:txBody>
          <a:bodyPr/>
          <a:lstStyle/>
          <a:p>
            <a:r>
              <a:rPr lang="zh-CN" altLang="en-US"/>
              <a:t>编辑主封面格式</a:t>
            </a:r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35D2E05C-DF1C-4C7B-B878-BC14435387A5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18319" y="642855"/>
            <a:ext cx="9740106" cy="369332"/>
          </a:xfrm>
        </p:spPr>
        <p:txBody>
          <a:bodyPr wrap="square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400">
                <a:latin typeface="Microsoft YaHei" panose="020B0503020204020204" pitchFamily="34" charset="-122"/>
                <a:cs typeface="ZEISS Frutiger Next W1G Lt"/>
              </a:defRPr>
            </a:lvl1pPr>
          </a:lstStyle>
          <a:p>
            <a:pPr lvl="0"/>
            <a:r>
              <a:rPr lang="zh-CN" altLang="en-US" dirty="0"/>
              <a:t>编辑主文本格式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3182057-32E7-431F-AEBC-7884F2EFE398}"/>
              </a:ext>
            </a:extLst>
          </p:cNvPr>
          <p:cNvSpPr>
            <a:spLocks noGrp="1"/>
          </p:cNvSpPr>
          <p:nvPr>
            <p:ph type="ftr" sz="quarter" idx="60"/>
          </p:nvPr>
        </p:nvSpPr>
        <p:spPr/>
        <p:txBody>
          <a:bodyPr/>
          <a:lstStyle/>
          <a:p>
            <a:r>
              <a:rPr lang="de-DE" altLang="zh-TW"/>
              <a:t>ZEISS</a:t>
            </a:r>
            <a:endParaRPr lang="en-US" altLang="zh-CN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1AB860D-6DCA-4204-BD06-7D8601B9817A}"/>
              </a:ext>
            </a:extLst>
          </p:cNvPr>
          <p:cNvSpPr>
            <a:spLocks noGrp="1"/>
          </p:cNvSpPr>
          <p:nvPr>
            <p:ph type="sldNum" sz="quarter" idx="61"/>
          </p:nvPr>
        </p:nvSpPr>
        <p:spPr/>
        <p:txBody>
          <a:bodyPr/>
          <a:lstStyle/>
          <a:p>
            <a:fld id="{C6A4AD45-2621-4550-9DC5-4911F1B5FA4D}" type="slidenum">
              <a:rPr lang="de-DE" smtClean="0">
                <a:latin typeface="Microsoft YaHei" panose="020B0503020204020204" pitchFamily="34" charset="-122"/>
              </a:rPr>
              <a:pPr/>
              <a:t>‹#›</a:t>
            </a:fld>
            <a:endParaRPr lang="de-DE" dirty="0"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1463072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最后一张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uppieren 36">
            <a:extLst>
              <a:ext uri="{FF2B5EF4-FFF2-40B4-BE49-F238E27FC236}">
                <a16:creationId xmlns:a16="http://schemas.microsoft.com/office/drawing/2014/main" id="{1229B81B-3BC9-4C4E-BC49-D492ED0AE5A3}"/>
              </a:ext>
            </a:extLst>
          </p:cNvPr>
          <p:cNvGrpSpPr/>
          <p:nvPr/>
        </p:nvGrpSpPr>
        <p:grpSpPr>
          <a:xfrm>
            <a:off x="307324" y="-697715"/>
            <a:ext cx="11367557" cy="411958"/>
            <a:chOff x="307324" y="6944501"/>
            <a:chExt cx="11367557" cy="411958"/>
          </a:xfrm>
        </p:grpSpPr>
        <p:grpSp>
          <p:nvGrpSpPr>
            <p:cNvPr id="38" name="Gruppieren 37">
              <a:extLst>
                <a:ext uri="{FF2B5EF4-FFF2-40B4-BE49-F238E27FC236}">
                  <a16:creationId xmlns:a16="http://schemas.microsoft.com/office/drawing/2014/main" id="{29DBBDE8-145D-48CA-ABEA-F6E431E07455}"/>
                </a:ext>
              </a:extLst>
            </p:cNvPr>
            <p:cNvGrpSpPr/>
            <p:nvPr/>
          </p:nvGrpSpPr>
          <p:grpSpPr>
            <a:xfrm rot="16200000">
              <a:off x="205653" y="7046174"/>
              <a:ext cx="411956" cy="208614"/>
              <a:chOff x="-615197" y="4303061"/>
              <a:chExt cx="411956" cy="208614"/>
            </a:xfrm>
          </p:grpSpPr>
          <p:cxnSp>
            <p:nvCxnSpPr>
              <p:cNvPr id="49" name="Gerader Verbinder 48">
                <a:extLst>
                  <a:ext uri="{FF2B5EF4-FFF2-40B4-BE49-F238E27FC236}">
                    <a16:creationId xmlns:a16="http://schemas.microsoft.com/office/drawing/2014/main" id="{B18F7A21-A187-4A80-AD36-6F7A5F3447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Textfeld 49">
                <a:extLst>
                  <a:ext uri="{FF2B5EF4-FFF2-40B4-BE49-F238E27FC236}">
                    <a16:creationId xmlns:a16="http://schemas.microsoft.com/office/drawing/2014/main" id="{933F3CF2-5045-4DD1-82F3-F37EEB92D0EB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15.50</a:t>
                </a:r>
              </a:p>
            </p:txBody>
          </p:sp>
        </p:grpSp>
        <p:grpSp>
          <p:nvGrpSpPr>
            <p:cNvPr id="39" name="Gruppieren 38">
              <a:extLst>
                <a:ext uri="{FF2B5EF4-FFF2-40B4-BE49-F238E27FC236}">
                  <a16:creationId xmlns:a16="http://schemas.microsoft.com/office/drawing/2014/main" id="{510C8A72-9705-4493-8AA2-8B8786A37B86}"/>
                </a:ext>
              </a:extLst>
            </p:cNvPr>
            <p:cNvGrpSpPr/>
            <p:nvPr/>
          </p:nvGrpSpPr>
          <p:grpSpPr>
            <a:xfrm rot="16200000">
              <a:off x="5641253" y="7046174"/>
              <a:ext cx="411956" cy="208614"/>
              <a:chOff x="-615197" y="4303061"/>
              <a:chExt cx="411956" cy="208614"/>
            </a:xfrm>
          </p:grpSpPr>
          <p:cxnSp>
            <p:nvCxnSpPr>
              <p:cNvPr id="47" name="Gerader Verbinder 46">
                <a:extLst>
                  <a:ext uri="{FF2B5EF4-FFF2-40B4-BE49-F238E27FC236}">
                    <a16:creationId xmlns:a16="http://schemas.microsoft.com/office/drawing/2014/main" id="{EC543AE1-8E22-4B41-BBB2-A89FE4581B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Textfeld 47">
                <a:extLst>
                  <a:ext uri="{FF2B5EF4-FFF2-40B4-BE49-F238E27FC236}">
                    <a16:creationId xmlns:a16="http://schemas.microsoft.com/office/drawing/2014/main" id="{5546E6D1-8C2D-4527-B66F-D910A1C9A386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00.40</a:t>
                </a:r>
              </a:p>
            </p:txBody>
          </p:sp>
        </p:grpSp>
        <p:grpSp>
          <p:nvGrpSpPr>
            <p:cNvPr id="40" name="Gruppieren 39">
              <a:extLst>
                <a:ext uri="{FF2B5EF4-FFF2-40B4-BE49-F238E27FC236}">
                  <a16:creationId xmlns:a16="http://schemas.microsoft.com/office/drawing/2014/main" id="{7F3C7852-BCFE-4BBC-82E5-82114090568E}"/>
                </a:ext>
              </a:extLst>
            </p:cNvPr>
            <p:cNvGrpSpPr/>
            <p:nvPr/>
          </p:nvGrpSpPr>
          <p:grpSpPr>
            <a:xfrm rot="5400000">
              <a:off x="6093326" y="7050196"/>
              <a:ext cx="411957" cy="200568"/>
              <a:chOff x="-615198" y="4354167"/>
              <a:chExt cx="411957" cy="200568"/>
            </a:xfrm>
          </p:grpSpPr>
          <p:cxnSp>
            <p:nvCxnSpPr>
              <p:cNvPr id="45" name="Gerader Verbinder 44">
                <a:extLst>
                  <a:ext uri="{FF2B5EF4-FFF2-40B4-BE49-F238E27FC236}">
                    <a16:creationId xmlns:a16="http://schemas.microsoft.com/office/drawing/2014/main" id="{B2DE2385-A59E-444E-B8C5-C1DEEDFDA1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Textfeld 45">
                <a:extLst>
                  <a:ext uri="{FF2B5EF4-FFF2-40B4-BE49-F238E27FC236}">
                    <a16:creationId xmlns:a16="http://schemas.microsoft.com/office/drawing/2014/main" id="{A5A454F7-5DD5-4F9E-97E5-590A41C6EE40}"/>
                  </a:ext>
                </a:extLst>
              </p:cNvPr>
              <p:cNvSpPr txBox="1"/>
              <p:nvPr/>
            </p:nvSpPr>
            <p:spPr>
              <a:xfrm rot="10800000">
                <a:off x="-615198" y="4354167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00.40</a:t>
                </a:r>
              </a:p>
            </p:txBody>
          </p:sp>
        </p:grpSp>
        <p:cxnSp>
          <p:nvCxnSpPr>
            <p:cNvPr id="41" name="Gerader Verbinder 40">
              <a:extLst>
                <a:ext uri="{FF2B5EF4-FFF2-40B4-BE49-F238E27FC236}">
                  <a16:creationId xmlns:a16="http://schemas.microsoft.com/office/drawing/2014/main" id="{4E69EA8C-F18E-4C18-AE0B-9A6906A1BB6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890022" y="7150480"/>
              <a:ext cx="411956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2" name="Gruppieren 41">
              <a:extLst>
                <a:ext uri="{FF2B5EF4-FFF2-40B4-BE49-F238E27FC236}">
                  <a16:creationId xmlns:a16="http://schemas.microsoft.com/office/drawing/2014/main" id="{DE24C1D0-8660-4377-BAB2-5F75F38DB335}"/>
                </a:ext>
              </a:extLst>
            </p:cNvPr>
            <p:cNvGrpSpPr/>
            <p:nvPr/>
          </p:nvGrpSpPr>
          <p:grpSpPr>
            <a:xfrm rot="16200000">
              <a:off x="11364596" y="7046174"/>
              <a:ext cx="411956" cy="208614"/>
              <a:chOff x="-615197" y="4303061"/>
              <a:chExt cx="411956" cy="208614"/>
            </a:xfrm>
          </p:grpSpPr>
          <p:cxnSp>
            <p:nvCxnSpPr>
              <p:cNvPr id="43" name="Gerader Verbinder 42">
                <a:extLst>
                  <a:ext uri="{FF2B5EF4-FFF2-40B4-BE49-F238E27FC236}">
                    <a16:creationId xmlns:a16="http://schemas.microsoft.com/office/drawing/2014/main" id="{28D2CC4B-289D-49C8-BD5E-11BD119EE4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Textfeld 43">
                <a:extLst>
                  <a:ext uri="{FF2B5EF4-FFF2-40B4-BE49-F238E27FC236}">
                    <a16:creationId xmlns:a16="http://schemas.microsoft.com/office/drawing/2014/main" id="{27DADC70-C78C-4126-9670-F82F045102B5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15.50</a:t>
                </a:r>
              </a:p>
            </p:txBody>
          </p:sp>
        </p:grpSp>
      </p:grpSp>
      <p:grpSp>
        <p:nvGrpSpPr>
          <p:cNvPr id="51" name="Gruppieren 50">
            <a:extLst>
              <a:ext uri="{FF2B5EF4-FFF2-40B4-BE49-F238E27FC236}">
                <a16:creationId xmlns:a16="http://schemas.microsoft.com/office/drawing/2014/main" id="{4D0BDE00-4637-498A-AC41-41347C3A6B4A}"/>
              </a:ext>
            </a:extLst>
          </p:cNvPr>
          <p:cNvGrpSpPr/>
          <p:nvPr/>
        </p:nvGrpSpPr>
        <p:grpSpPr>
          <a:xfrm>
            <a:off x="-697714" y="80201"/>
            <a:ext cx="411956" cy="6713707"/>
            <a:chOff x="-502267" y="80201"/>
            <a:chExt cx="411956" cy="6713707"/>
          </a:xfrm>
        </p:grpSpPr>
        <p:grpSp>
          <p:nvGrpSpPr>
            <p:cNvPr id="52" name="Gruppieren 51">
              <a:extLst>
                <a:ext uri="{FF2B5EF4-FFF2-40B4-BE49-F238E27FC236}">
                  <a16:creationId xmlns:a16="http://schemas.microsoft.com/office/drawing/2014/main" id="{B9539BCF-1B5F-4E08-88F3-AD89B0086E87}"/>
                </a:ext>
              </a:extLst>
            </p:cNvPr>
            <p:cNvGrpSpPr/>
            <p:nvPr/>
          </p:nvGrpSpPr>
          <p:grpSpPr>
            <a:xfrm>
              <a:off x="-502267" y="6593340"/>
              <a:ext cx="411956" cy="200568"/>
              <a:chOff x="-615197" y="4452994"/>
              <a:chExt cx="411956" cy="200568"/>
            </a:xfrm>
          </p:grpSpPr>
          <p:sp>
            <p:nvSpPr>
              <p:cNvPr id="103" name="Textfeld 102">
                <a:extLst>
                  <a:ext uri="{FF2B5EF4-FFF2-40B4-BE49-F238E27FC236}">
                    <a16:creationId xmlns:a16="http://schemas.microsoft.com/office/drawing/2014/main" id="{B6958F1A-5D61-48B1-B1CD-0B6615FE0C98}"/>
                  </a:ext>
                </a:extLst>
              </p:cNvPr>
              <p:cNvSpPr txBox="1"/>
              <p:nvPr/>
            </p:nvSpPr>
            <p:spPr>
              <a:xfrm>
                <a:off x="-615197" y="4452994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08.92</a:t>
                </a:r>
              </a:p>
            </p:txBody>
          </p:sp>
          <p:cxnSp>
            <p:nvCxnSpPr>
              <p:cNvPr id="104" name="Gerader Verbinder 103">
                <a:extLst>
                  <a:ext uri="{FF2B5EF4-FFF2-40B4-BE49-F238E27FC236}">
                    <a16:creationId xmlns:a16="http://schemas.microsoft.com/office/drawing/2014/main" id="{9B7EF780-7522-4E64-9B5A-FFE1A2CF0A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497389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" name="Gruppieren 52">
              <a:extLst>
                <a:ext uri="{FF2B5EF4-FFF2-40B4-BE49-F238E27FC236}">
                  <a16:creationId xmlns:a16="http://schemas.microsoft.com/office/drawing/2014/main" id="{B0C953D5-9A7B-4909-8CB2-7996B8069518}"/>
                </a:ext>
              </a:extLst>
            </p:cNvPr>
            <p:cNvGrpSpPr/>
            <p:nvPr/>
          </p:nvGrpSpPr>
          <p:grpSpPr>
            <a:xfrm>
              <a:off x="-502267" y="5876163"/>
              <a:ext cx="411956" cy="216662"/>
              <a:chOff x="-615197" y="4295013"/>
              <a:chExt cx="411956" cy="216662"/>
            </a:xfrm>
          </p:grpSpPr>
          <p:cxnSp>
            <p:nvCxnSpPr>
              <p:cNvPr id="101" name="Gerader Verbinder 100">
                <a:extLst>
                  <a:ext uri="{FF2B5EF4-FFF2-40B4-BE49-F238E27FC236}">
                    <a16:creationId xmlns:a16="http://schemas.microsoft.com/office/drawing/2014/main" id="{06015C44-55AF-47A5-A6A5-F6FD508D447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2" name="Textfeld 101">
                <a:extLst>
                  <a:ext uri="{FF2B5EF4-FFF2-40B4-BE49-F238E27FC236}">
                    <a16:creationId xmlns:a16="http://schemas.microsoft.com/office/drawing/2014/main" id="{5F6AAA5B-94F8-4B58-8DFB-9558F23F3CDF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07.40</a:t>
                </a:r>
              </a:p>
            </p:txBody>
          </p:sp>
        </p:grpSp>
        <p:grpSp>
          <p:nvGrpSpPr>
            <p:cNvPr id="54" name="Gruppieren 53">
              <a:extLst>
                <a:ext uri="{FF2B5EF4-FFF2-40B4-BE49-F238E27FC236}">
                  <a16:creationId xmlns:a16="http://schemas.microsoft.com/office/drawing/2014/main" id="{2EDC997B-75FB-42ED-9BAF-96F387D9B302}"/>
                </a:ext>
              </a:extLst>
            </p:cNvPr>
            <p:cNvGrpSpPr/>
            <p:nvPr/>
          </p:nvGrpSpPr>
          <p:grpSpPr>
            <a:xfrm>
              <a:off x="-502267" y="3212338"/>
              <a:ext cx="411956" cy="216662"/>
              <a:chOff x="-615197" y="4295013"/>
              <a:chExt cx="411956" cy="216662"/>
            </a:xfrm>
          </p:grpSpPr>
          <p:cxnSp>
            <p:nvCxnSpPr>
              <p:cNvPr id="99" name="Gerader Verbinder 98">
                <a:extLst>
                  <a:ext uri="{FF2B5EF4-FFF2-40B4-BE49-F238E27FC236}">
                    <a16:creationId xmlns:a16="http://schemas.microsoft.com/office/drawing/2014/main" id="{107E7707-DDF9-43D0-9CE9-E6E9310A48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0" name="Textfeld 99">
                <a:extLst>
                  <a:ext uri="{FF2B5EF4-FFF2-40B4-BE49-F238E27FC236}">
                    <a16:creationId xmlns:a16="http://schemas.microsoft.com/office/drawing/2014/main" id="{120DC845-3542-41A2-A8FE-8E120F86AFEA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00.00</a:t>
                </a:r>
              </a:p>
            </p:txBody>
          </p:sp>
        </p:grpSp>
        <p:grpSp>
          <p:nvGrpSpPr>
            <p:cNvPr id="57" name="Gruppieren 56">
              <a:extLst>
                <a:ext uri="{FF2B5EF4-FFF2-40B4-BE49-F238E27FC236}">
                  <a16:creationId xmlns:a16="http://schemas.microsoft.com/office/drawing/2014/main" id="{C539E3FE-BCDC-4469-AF1E-A1A967AA2CF7}"/>
                </a:ext>
              </a:extLst>
            </p:cNvPr>
            <p:cNvGrpSpPr/>
            <p:nvPr/>
          </p:nvGrpSpPr>
          <p:grpSpPr>
            <a:xfrm>
              <a:off x="-502267" y="835851"/>
              <a:ext cx="411956" cy="216662"/>
              <a:chOff x="-615197" y="4295013"/>
              <a:chExt cx="411956" cy="216662"/>
            </a:xfrm>
          </p:grpSpPr>
          <p:cxnSp>
            <p:nvCxnSpPr>
              <p:cNvPr id="97" name="Gerader Verbinder 96">
                <a:extLst>
                  <a:ext uri="{FF2B5EF4-FFF2-40B4-BE49-F238E27FC236}">
                    <a16:creationId xmlns:a16="http://schemas.microsoft.com/office/drawing/2014/main" id="{84ACBD09-87DF-43B6-8728-6CD6D1C28D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8" name="Textfeld 97">
                <a:extLst>
                  <a:ext uri="{FF2B5EF4-FFF2-40B4-BE49-F238E27FC236}">
                    <a16:creationId xmlns:a16="http://schemas.microsoft.com/office/drawing/2014/main" id="{11B6DD8A-8D5B-4721-AA53-1A66BD4A1C90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06.60</a:t>
                </a:r>
              </a:p>
            </p:txBody>
          </p:sp>
        </p:grpSp>
        <p:grpSp>
          <p:nvGrpSpPr>
            <p:cNvPr id="74" name="Gruppieren 73">
              <a:extLst>
                <a:ext uri="{FF2B5EF4-FFF2-40B4-BE49-F238E27FC236}">
                  <a16:creationId xmlns:a16="http://schemas.microsoft.com/office/drawing/2014/main" id="{882BA134-DE4D-498C-A687-9DF303E90595}"/>
                </a:ext>
              </a:extLst>
            </p:cNvPr>
            <p:cNvGrpSpPr/>
            <p:nvPr/>
          </p:nvGrpSpPr>
          <p:grpSpPr>
            <a:xfrm>
              <a:off x="-502267" y="1412113"/>
              <a:ext cx="411956" cy="216662"/>
              <a:chOff x="-615197" y="4295013"/>
              <a:chExt cx="411956" cy="216662"/>
            </a:xfrm>
          </p:grpSpPr>
          <p:cxnSp>
            <p:nvCxnSpPr>
              <p:cNvPr id="95" name="Gerader Verbinder 94">
                <a:extLst>
                  <a:ext uri="{FF2B5EF4-FFF2-40B4-BE49-F238E27FC236}">
                    <a16:creationId xmlns:a16="http://schemas.microsoft.com/office/drawing/2014/main" id="{75A55289-1886-42A1-AF99-C672367F425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6" name="Textfeld 95">
                <a:extLst>
                  <a:ext uri="{FF2B5EF4-FFF2-40B4-BE49-F238E27FC236}">
                    <a16:creationId xmlns:a16="http://schemas.microsoft.com/office/drawing/2014/main" id="{9E08B203-CE6A-480B-BA4F-448FF3F0717F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05.00</a:t>
                </a:r>
              </a:p>
            </p:txBody>
          </p:sp>
        </p:grpSp>
        <p:grpSp>
          <p:nvGrpSpPr>
            <p:cNvPr id="92" name="Gruppieren 91">
              <a:extLst>
                <a:ext uri="{FF2B5EF4-FFF2-40B4-BE49-F238E27FC236}">
                  <a16:creationId xmlns:a16="http://schemas.microsoft.com/office/drawing/2014/main" id="{A4100796-B6B1-4D3B-AABC-069C36CD65B3}"/>
                </a:ext>
              </a:extLst>
            </p:cNvPr>
            <p:cNvGrpSpPr/>
            <p:nvPr/>
          </p:nvGrpSpPr>
          <p:grpSpPr>
            <a:xfrm>
              <a:off x="-502267" y="80201"/>
              <a:ext cx="411956" cy="216662"/>
              <a:chOff x="-615197" y="4258501"/>
              <a:chExt cx="411956" cy="216662"/>
            </a:xfrm>
          </p:grpSpPr>
          <p:cxnSp>
            <p:nvCxnSpPr>
              <p:cNvPr id="93" name="Gerader Verbinder 92">
                <a:extLst>
                  <a:ext uri="{FF2B5EF4-FFF2-40B4-BE49-F238E27FC236}">
                    <a16:creationId xmlns:a16="http://schemas.microsoft.com/office/drawing/2014/main" id="{5311AD02-97A8-452E-89D6-8E4D605302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475163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4" name="Textfeld 93">
                <a:extLst>
                  <a:ext uri="{FF2B5EF4-FFF2-40B4-BE49-F238E27FC236}">
                    <a16:creationId xmlns:a16="http://schemas.microsoft.com/office/drawing/2014/main" id="{38163816-E91C-42E7-81EB-91AAB2AE08E3}"/>
                  </a:ext>
                </a:extLst>
              </p:cNvPr>
              <p:cNvSpPr txBox="1"/>
              <p:nvPr/>
            </p:nvSpPr>
            <p:spPr>
              <a:xfrm>
                <a:off x="-615197" y="425850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08.70</a:t>
                </a:r>
              </a:p>
            </p:txBody>
          </p:sp>
        </p:grpSp>
      </p:grp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685B901C-D0DA-15F9-57AF-9E5AEDDED0B7}"/>
              </a:ext>
            </a:extLst>
          </p:cNvPr>
          <p:cNvGrpSpPr/>
          <p:nvPr/>
        </p:nvGrpSpPr>
        <p:grpSpPr>
          <a:xfrm>
            <a:off x="5024731" y="2271830"/>
            <a:ext cx="2142538" cy="2169997"/>
            <a:chOff x="5024731" y="2271830"/>
            <a:chExt cx="2142538" cy="2169997"/>
          </a:xfrm>
        </p:grpSpPr>
        <p:sp>
          <p:nvSpPr>
            <p:cNvPr id="6" name="Freihandform: Form 5">
              <a:extLst>
                <a:ext uri="{FF2B5EF4-FFF2-40B4-BE49-F238E27FC236}">
                  <a16:creationId xmlns:a16="http://schemas.microsoft.com/office/drawing/2014/main" id="{E9058652-4FD8-DA7F-424F-1C5FC7AED1EE}"/>
                </a:ext>
              </a:extLst>
            </p:cNvPr>
            <p:cNvSpPr/>
            <p:nvPr/>
          </p:nvSpPr>
          <p:spPr>
            <a:xfrm>
              <a:off x="5024731" y="4114829"/>
              <a:ext cx="2142538" cy="326998"/>
            </a:xfrm>
            <a:custGeom>
              <a:avLst/>
              <a:gdLst>
                <a:gd name="connsiteX0" fmla="*/ 1957197 w 2028921"/>
                <a:gd name="connsiteY0" fmla="*/ 94202 h 309658"/>
                <a:gd name="connsiteX1" fmla="*/ 1937576 w 2028921"/>
                <a:gd name="connsiteY1" fmla="*/ 99631 h 309658"/>
                <a:gd name="connsiteX2" fmla="*/ 1925670 w 2028921"/>
                <a:gd name="connsiteY2" fmla="*/ 113633 h 309658"/>
                <a:gd name="connsiteX3" fmla="*/ 1919764 w 2028921"/>
                <a:gd name="connsiteY3" fmla="*/ 132874 h 309658"/>
                <a:gd name="connsiteX4" fmla="*/ 1918240 w 2028921"/>
                <a:gd name="connsiteY4" fmla="*/ 153638 h 309658"/>
                <a:gd name="connsiteX5" fmla="*/ 1919955 w 2028921"/>
                <a:gd name="connsiteY5" fmla="*/ 174403 h 309658"/>
                <a:gd name="connsiteX6" fmla="*/ 1925955 w 2028921"/>
                <a:gd name="connsiteY6" fmla="*/ 193738 h 309658"/>
                <a:gd name="connsiteX7" fmla="*/ 1937957 w 2028921"/>
                <a:gd name="connsiteY7" fmla="*/ 208312 h 309658"/>
                <a:gd name="connsiteX8" fmla="*/ 1957483 w 2028921"/>
                <a:gd name="connsiteY8" fmla="*/ 214027 h 309658"/>
                <a:gd name="connsiteX9" fmla="*/ 1976343 w 2028921"/>
                <a:gd name="connsiteY9" fmla="*/ 208121 h 309658"/>
                <a:gd name="connsiteX10" fmla="*/ 1988630 w 2028921"/>
                <a:gd name="connsiteY10" fmla="*/ 193453 h 309658"/>
                <a:gd name="connsiteX11" fmla="*/ 1995202 w 2028921"/>
                <a:gd name="connsiteY11" fmla="*/ 174022 h 309658"/>
                <a:gd name="connsiteX12" fmla="*/ 1997107 w 2028921"/>
                <a:gd name="connsiteY12" fmla="*/ 153638 h 309658"/>
                <a:gd name="connsiteX13" fmla="*/ 1995107 w 2028921"/>
                <a:gd name="connsiteY13" fmla="*/ 133350 h 309658"/>
                <a:gd name="connsiteX14" fmla="*/ 1988344 w 2028921"/>
                <a:gd name="connsiteY14" fmla="*/ 114109 h 309658"/>
                <a:gd name="connsiteX15" fmla="*/ 1976057 w 2028921"/>
                <a:gd name="connsiteY15" fmla="*/ 99727 h 309658"/>
                <a:gd name="connsiteX16" fmla="*/ 1957197 w 2028921"/>
                <a:gd name="connsiteY16" fmla="*/ 94202 h 309658"/>
                <a:gd name="connsiteX17" fmla="*/ 821437 w 2028921"/>
                <a:gd name="connsiteY17" fmla="*/ 94107 h 309658"/>
                <a:gd name="connsiteX18" fmla="*/ 801625 w 2028921"/>
                <a:gd name="connsiteY18" fmla="*/ 99536 h 309658"/>
                <a:gd name="connsiteX19" fmla="*/ 789623 w 2028921"/>
                <a:gd name="connsiteY19" fmla="*/ 113538 h 309658"/>
                <a:gd name="connsiteX20" fmla="*/ 783718 w 2028921"/>
                <a:gd name="connsiteY20" fmla="*/ 132779 h 309658"/>
                <a:gd name="connsiteX21" fmla="*/ 782194 w 2028921"/>
                <a:gd name="connsiteY21" fmla="*/ 153543 h 309658"/>
                <a:gd name="connsiteX22" fmla="*/ 783908 w 2028921"/>
                <a:gd name="connsiteY22" fmla="*/ 173165 h 309658"/>
                <a:gd name="connsiteX23" fmla="*/ 789909 w 2028921"/>
                <a:gd name="connsiteY23" fmla="*/ 191738 h 309658"/>
                <a:gd name="connsiteX24" fmla="*/ 801815 w 2028921"/>
                <a:gd name="connsiteY24" fmla="*/ 205169 h 309658"/>
                <a:gd name="connsiteX25" fmla="*/ 821151 w 2028921"/>
                <a:gd name="connsiteY25" fmla="*/ 210407 h 309658"/>
                <a:gd name="connsiteX26" fmla="*/ 840010 w 2028921"/>
                <a:gd name="connsiteY26" fmla="*/ 204978 h 309658"/>
                <a:gd name="connsiteX27" fmla="*/ 852298 w 2028921"/>
                <a:gd name="connsiteY27" fmla="*/ 191262 h 309658"/>
                <a:gd name="connsiteX28" fmla="*/ 859060 w 2028921"/>
                <a:gd name="connsiteY28" fmla="*/ 172974 h 309658"/>
                <a:gd name="connsiteX29" fmla="*/ 861061 w 2028921"/>
                <a:gd name="connsiteY29" fmla="*/ 153543 h 309658"/>
                <a:gd name="connsiteX30" fmla="*/ 859156 w 2028921"/>
                <a:gd name="connsiteY30" fmla="*/ 133255 h 309658"/>
                <a:gd name="connsiteX31" fmla="*/ 852584 w 2028921"/>
                <a:gd name="connsiteY31" fmla="*/ 114014 h 309658"/>
                <a:gd name="connsiteX32" fmla="*/ 840296 w 2028921"/>
                <a:gd name="connsiteY32" fmla="*/ 99632 h 309658"/>
                <a:gd name="connsiteX33" fmla="*/ 821437 w 2028921"/>
                <a:gd name="connsiteY33" fmla="*/ 94107 h 309658"/>
                <a:gd name="connsiteX34" fmla="*/ 1107663 w 2028921"/>
                <a:gd name="connsiteY34" fmla="*/ 93916 h 309658"/>
                <a:gd name="connsiteX35" fmla="*/ 1088803 w 2028921"/>
                <a:gd name="connsiteY35" fmla="*/ 99441 h 309658"/>
                <a:gd name="connsiteX36" fmla="*/ 1076516 w 2028921"/>
                <a:gd name="connsiteY36" fmla="*/ 113633 h 309658"/>
                <a:gd name="connsiteX37" fmla="*/ 1069753 w 2028921"/>
                <a:gd name="connsiteY37" fmla="*/ 132779 h 309658"/>
                <a:gd name="connsiteX38" fmla="*/ 1067753 w 2028921"/>
                <a:gd name="connsiteY38" fmla="*/ 153067 h 309658"/>
                <a:gd name="connsiteX39" fmla="*/ 1069658 w 2028921"/>
                <a:gd name="connsiteY39" fmla="*/ 173450 h 309658"/>
                <a:gd name="connsiteX40" fmla="*/ 1076135 w 2028921"/>
                <a:gd name="connsiteY40" fmla="*/ 193357 h 309658"/>
                <a:gd name="connsiteX41" fmla="*/ 1088422 w 2028921"/>
                <a:gd name="connsiteY41" fmla="*/ 208026 h 309658"/>
                <a:gd name="connsiteX42" fmla="*/ 1107281 w 2028921"/>
                <a:gd name="connsiteY42" fmla="*/ 213931 h 309658"/>
                <a:gd name="connsiteX43" fmla="*/ 1126808 w 2028921"/>
                <a:gd name="connsiteY43" fmla="*/ 208216 h 309658"/>
                <a:gd name="connsiteX44" fmla="*/ 1138809 w 2028921"/>
                <a:gd name="connsiteY44" fmla="*/ 193643 h 309658"/>
                <a:gd name="connsiteX45" fmla="*/ 1144905 w 2028921"/>
                <a:gd name="connsiteY45" fmla="*/ 174022 h 309658"/>
                <a:gd name="connsiteX46" fmla="*/ 1146620 w 2028921"/>
                <a:gd name="connsiteY46" fmla="*/ 153067 h 309658"/>
                <a:gd name="connsiteX47" fmla="*/ 1145096 w 2028921"/>
                <a:gd name="connsiteY47" fmla="*/ 132493 h 309658"/>
                <a:gd name="connsiteX48" fmla="*/ 1139190 w 2028921"/>
                <a:gd name="connsiteY48" fmla="*/ 113347 h 309658"/>
                <a:gd name="connsiteX49" fmla="*/ 1127284 w 2028921"/>
                <a:gd name="connsiteY49" fmla="*/ 99346 h 309658"/>
                <a:gd name="connsiteX50" fmla="*/ 1107663 w 2028921"/>
                <a:gd name="connsiteY50" fmla="*/ 93916 h 309658"/>
                <a:gd name="connsiteX51" fmla="*/ 1598676 w 2028921"/>
                <a:gd name="connsiteY51" fmla="*/ 93536 h 309658"/>
                <a:gd name="connsiteX52" fmla="*/ 1578673 w 2028921"/>
                <a:gd name="connsiteY52" fmla="*/ 98774 h 309658"/>
                <a:gd name="connsiteX53" fmla="*/ 1565434 w 2028921"/>
                <a:gd name="connsiteY53" fmla="*/ 112681 h 309658"/>
                <a:gd name="connsiteX54" fmla="*/ 1557909 w 2028921"/>
                <a:gd name="connsiteY54" fmla="*/ 131921 h 309658"/>
                <a:gd name="connsiteX55" fmla="*/ 1555528 w 2028921"/>
                <a:gd name="connsiteY55" fmla="*/ 153353 h 309658"/>
                <a:gd name="connsiteX56" fmla="*/ 1557909 w 2028921"/>
                <a:gd name="connsiteY56" fmla="*/ 175450 h 309658"/>
                <a:gd name="connsiteX57" fmla="*/ 1565148 w 2028921"/>
                <a:gd name="connsiteY57" fmla="*/ 195072 h 309658"/>
                <a:gd name="connsiteX58" fmla="*/ 1578578 w 2028921"/>
                <a:gd name="connsiteY58" fmla="*/ 208979 h 309658"/>
                <a:gd name="connsiteX59" fmla="*/ 1598580 w 2028921"/>
                <a:gd name="connsiteY59" fmla="*/ 214408 h 309658"/>
                <a:gd name="connsiteX60" fmla="*/ 1618392 w 2028921"/>
                <a:gd name="connsiteY60" fmla="*/ 208979 h 309658"/>
                <a:gd name="connsiteX61" fmla="*/ 1631823 w 2028921"/>
                <a:gd name="connsiteY61" fmla="*/ 195072 h 309658"/>
                <a:gd name="connsiteX62" fmla="*/ 1639347 w 2028921"/>
                <a:gd name="connsiteY62" fmla="*/ 175641 h 309658"/>
                <a:gd name="connsiteX63" fmla="*/ 1641729 w 2028921"/>
                <a:gd name="connsiteY63" fmla="*/ 153257 h 309658"/>
                <a:gd name="connsiteX64" fmla="*/ 1639538 w 2028921"/>
                <a:gd name="connsiteY64" fmla="*/ 131731 h 309658"/>
                <a:gd name="connsiteX65" fmla="*/ 1632204 w 2028921"/>
                <a:gd name="connsiteY65" fmla="*/ 112490 h 309658"/>
                <a:gd name="connsiteX66" fmla="*/ 1618964 w 2028921"/>
                <a:gd name="connsiteY66" fmla="*/ 98774 h 309658"/>
                <a:gd name="connsiteX67" fmla="*/ 1598676 w 2028921"/>
                <a:gd name="connsiteY67" fmla="*/ 93536 h 309658"/>
                <a:gd name="connsiteX68" fmla="*/ 1282922 w 2028921"/>
                <a:gd name="connsiteY68" fmla="*/ 91440 h 309658"/>
                <a:gd name="connsiteX69" fmla="*/ 1265587 w 2028921"/>
                <a:gd name="connsiteY69" fmla="*/ 95822 h 309658"/>
                <a:gd name="connsiteX70" fmla="*/ 1253299 w 2028921"/>
                <a:gd name="connsiteY70" fmla="*/ 107252 h 309658"/>
                <a:gd name="connsiteX71" fmla="*/ 1245775 w 2028921"/>
                <a:gd name="connsiteY71" fmla="*/ 123063 h 309658"/>
                <a:gd name="connsiteX72" fmla="*/ 1243012 w 2028921"/>
                <a:gd name="connsiteY72" fmla="*/ 140685 h 309658"/>
                <a:gd name="connsiteX73" fmla="*/ 1317776 w 2028921"/>
                <a:gd name="connsiteY73" fmla="*/ 140685 h 309658"/>
                <a:gd name="connsiteX74" fmla="*/ 1317784 w 2028921"/>
                <a:gd name="connsiteY74" fmla="*/ 140780 h 309658"/>
                <a:gd name="connsiteX75" fmla="*/ 1317784 w 2028921"/>
                <a:gd name="connsiteY75" fmla="*/ 140685 h 309658"/>
                <a:gd name="connsiteX76" fmla="*/ 1317776 w 2028921"/>
                <a:gd name="connsiteY76" fmla="*/ 140685 h 309658"/>
                <a:gd name="connsiteX77" fmla="*/ 1316260 w 2028921"/>
                <a:gd name="connsiteY77" fmla="*/ 122682 h 309658"/>
                <a:gd name="connsiteX78" fmla="*/ 1310831 w 2028921"/>
                <a:gd name="connsiteY78" fmla="*/ 106871 h 309658"/>
                <a:gd name="connsiteX79" fmla="*/ 1300258 w 2028921"/>
                <a:gd name="connsiteY79" fmla="*/ 95727 h 309658"/>
                <a:gd name="connsiteX80" fmla="*/ 1282922 w 2028921"/>
                <a:gd name="connsiteY80" fmla="*/ 91440 h 309658"/>
                <a:gd name="connsiteX81" fmla="*/ 396621 w 2028921"/>
                <a:gd name="connsiteY81" fmla="*/ 91440 h 309658"/>
                <a:gd name="connsiteX82" fmla="*/ 379286 w 2028921"/>
                <a:gd name="connsiteY82" fmla="*/ 95822 h 309658"/>
                <a:gd name="connsiteX83" fmla="*/ 366998 w 2028921"/>
                <a:gd name="connsiteY83" fmla="*/ 107252 h 309658"/>
                <a:gd name="connsiteX84" fmla="*/ 359474 w 2028921"/>
                <a:gd name="connsiteY84" fmla="*/ 123063 h 309658"/>
                <a:gd name="connsiteX85" fmla="*/ 356711 w 2028921"/>
                <a:gd name="connsiteY85" fmla="*/ 140685 h 309658"/>
                <a:gd name="connsiteX86" fmla="*/ 431475 w 2028921"/>
                <a:gd name="connsiteY86" fmla="*/ 140685 h 309658"/>
                <a:gd name="connsiteX87" fmla="*/ 431483 w 2028921"/>
                <a:gd name="connsiteY87" fmla="*/ 140780 h 309658"/>
                <a:gd name="connsiteX88" fmla="*/ 431483 w 2028921"/>
                <a:gd name="connsiteY88" fmla="*/ 140685 h 309658"/>
                <a:gd name="connsiteX89" fmla="*/ 431475 w 2028921"/>
                <a:gd name="connsiteY89" fmla="*/ 140685 h 309658"/>
                <a:gd name="connsiteX90" fmla="*/ 429959 w 2028921"/>
                <a:gd name="connsiteY90" fmla="*/ 122682 h 309658"/>
                <a:gd name="connsiteX91" fmla="*/ 424529 w 2028921"/>
                <a:gd name="connsiteY91" fmla="*/ 106871 h 309658"/>
                <a:gd name="connsiteX92" fmla="*/ 413957 w 2028921"/>
                <a:gd name="connsiteY92" fmla="*/ 95727 h 309658"/>
                <a:gd name="connsiteX93" fmla="*/ 396621 w 2028921"/>
                <a:gd name="connsiteY93" fmla="*/ 91440 h 309658"/>
                <a:gd name="connsiteX94" fmla="*/ 230505 w 2028921"/>
                <a:gd name="connsiteY94" fmla="*/ 91440 h 309658"/>
                <a:gd name="connsiteX95" fmla="*/ 213170 w 2028921"/>
                <a:gd name="connsiteY95" fmla="*/ 95822 h 309658"/>
                <a:gd name="connsiteX96" fmla="*/ 200883 w 2028921"/>
                <a:gd name="connsiteY96" fmla="*/ 107252 h 309658"/>
                <a:gd name="connsiteX97" fmla="*/ 193358 w 2028921"/>
                <a:gd name="connsiteY97" fmla="*/ 123063 h 309658"/>
                <a:gd name="connsiteX98" fmla="*/ 190596 w 2028921"/>
                <a:gd name="connsiteY98" fmla="*/ 140685 h 309658"/>
                <a:gd name="connsiteX99" fmla="*/ 265359 w 2028921"/>
                <a:gd name="connsiteY99" fmla="*/ 140685 h 309658"/>
                <a:gd name="connsiteX100" fmla="*/ 265367 w 2028921"/>
                <a:gd name="connsiteY100" fmla="*/ 140780 h 309658"/>
                <a:gd name="connsiteX101" fmla="*/ 265367 w 2028921"/>
                <a:gd name="connsiteY101" fmla="*/ 140685 h 309658"/>
                <a:gd name="connsiteX102" fmla="*/ 265359 w 2028921"/>
                <a:gd name="connsiteY102" fmla="*/ 140685 h 309658"/>
                <a:gd name="connsiteX103" fmla="*/ 263843 w 2028921"/>
                <a:gd name="connsiteY103" fmla="*/ 122682 h 309658"/>
                <a:gd name="connsiteX104" fmla="*/ 258413 w 2028921"/>
                <a:gd name="connsiteY104" fmla="*/ 106871 h 309658"/>
                <a:gd name="connsiteX105" fmla="*/ 247841 w 2028921"/>
                <a:gd name="connsiteY105" fmla="*/ 95727 h 309658"/>
                <a:gd name="connsiteX106" fmla="*/ 230505 w 2028921"/>
                <a:gd name="connsiteY106" fmla="*/ 91440 h 309658"/>
                <a:gd name="connsiteX107" fmla="*/ 499872 w 2028921"/>
                <a:gd name="connsiteY107" fmla="*/ 72199 h 309658"/>
                <a:gd name="connsiteX108" fmla="*/ 531114 w 2028921"/>
                <a:gd name="connsiteY108" fmla="*/ 72199 h 309658"/>
                <a:gd name="connsiteX109" fmla="*/ 531114 w 2028921"/>
                <a:gd name="connsiteY109" fmla="*/ 235553 h 309658"/>
                <a:gd name="connsiteX110" fmla="*/ 499872 w 2028921"/>
                <a:gd name="connsiteY110" fmla="*/ 235553 h 309658"/>
                <a:gd name="connsiteX111" fmla="*/ 1364361 w 2028921"/>
                <a:gd name="connsiteY111" fmla="*/ 72104 h 309658"/>
                <a:gd name="connsiteX112" fmla="*/ 1398365 w 2028921"/>
                <a:gd name="connsiteY112" fmla="*/ 72104 h 309658"/>
                <a:gd name="connsiteX113" fmla="*/ 1436465 w 2028921"/>
                <a:gd name="connsiteY113" fmla="*/ 206406 h 309658"/>
                <a:gd name="connsiteX114" fmla="*/ 1473899 w 2028921"/>
                <a:gd name="connsiteY114" fmla="*/ 72104 h 309658"/>
                <a:gd name="connsiteX115" fmla="*/ 1505712 w 2028921"/>
                <a:gd name="connsiteY115" fmla="*/ 72104 h 309658"/>
                <a:gd name="connsiteX116" fmla="*/ 1446086 w 2028921"/>
                <a:gd name="connsiteY116" fmla="*/ 257365 h 309658"/>
                <a:gd name="connsiteX117" fmla="*/ 1438942 w 2028921"/>
                <a:gd name="connsiteY117" fmla="*/ 276129 h 309658"/>
                <a:gd name="connsiteX118" fmla="*/ 1428940 w 2028921"/>
                <a:gd name="connsiteY118" fmla="*/ 292988 h 309658"/>
                <a:gd name="connsiteX119" fmla="*/ 1414462 w 2028921"/>
                <a:gd name="connsiteY119" fmla="*/ 305085 h 309658"/>
                <a:gd name="connsiteX120" fmla="*/ 1393698 w 2028921"/>
                <a:gd name="connsiteY120" fmla="*/ 309657 h 309658"/>
                <a:gd name="connsiteX121" fmla="*/ 1370933 w 2028921"/>
                <a:gd name="connsiteY121" fmla="*/ 307371 h 309658"/>
                <a:gd name="connsiteX122" fmla="*/ 1372838 w 2028921"/>
                <a:gd name="connsiteY122" fmla="*/ 282225 h 309658"/>
                <a:gd name="connsiteX123" fmla="*/ 1388174 w 2028921"/>
                <a:gd name="connsiteY123" fmla="*/ 284511 h 309658"/>
                <a:gd name="connsiteX124" fmla="*/ 1406081 w 2028921"/>
                <a:gd name="connsiteY124" fmla="*/ 276320 h 309658"/>
                <a:gd name="connsiteX125" fmla="*/ 1417129 w 2028921"/>
                <a:gd name="connsiteY125" fmla="*/ 251460 h 309658"/>
                <a:gd name="connsiteX126" fmla="*/ 1420273 w 2028921"/>
                <a:gd name="connsiteY126" fmla="*/ 241363 h 309658"/>
                <a:gd name="connsiteX127" fmla="*/ 1793272 w 2028921"/>
                <a:gd name="connsiteY127" fmla="*/ 68961 h 309658"/>
                <a:gd name="connsiteX128" fmla="*/ 1817752 w 2028921"/>
                <a:gd name="connsiteY128" fmla="*/ 73533 h 309658"/>
                <a:gd name="connsiteX129" fmla="*/ 1833944 w 2028921"/>
                <a:gd name="connsiteY129" fmla="*/ 86392 h 309658"/>
                <a:gd name="connsiteX130" fmla="*/ 1842802 w 2028921"/>
                <a:gd name="connsiteY130" fmla="*/ 106490 h 309658"/>
                <a:gd name="connsiteX131" fmla="*/ 1845565 w 2028921"/>
                <a:gd name="connsiteY131" fmla="*/ 132302 h 309658"/>
                <a:gd name="connsiteX132" fmla="*/ 1845565 w 2028921"/>
                <a:gd name="connsiteY132" fmla="*/ 235553 h 309658"/>
                <a:gd name="connsiteX133" fmla="*/ 1814037 w 2028921"/>
                <a:gd name="connsiteY133" fmla="*/ 235553 h 309658"/>
                <a:gd name="connsiteX134" fmla="*/ 1814037 w 2028921"/>
                <a:gd name="connsiteY134" fmla="*/ 139160 h 309658"/>
                <a:gd name="connsiteX135" fmla="*/ 1812989 w 2028921"/>
                <a:gd name="connsiteY135" fmla="*/ 122491 h 309658"/>
                <a:gd name="connsiteX136" fmla="*/ 1808608 w 2028921"/>
                <a:gd name="connsiteY136" fmla="*/ 108109 h 309658"/>
                <a:gd name="connsiteX137" fmla="*/ 1799273 w 2028921"/>
                <a:gd name="connsiteY137" fmla="*/ 98107 h 309658"/>
                <a:gd name="connsiteX138" fmla="*/ 1783176 w 2028921"/>
                <a:gd name="connsiteY138" fmla="*/ 94393 h 309658"/>
                <a:gd name="connsiteX139" fmla="*/ 1764888 w 2028921"/>
                <a:gd name="connsiteY139" fmla="*/ 98965 h 309658"/>
                <a:gd name="connsiteX140" fmla="*/ 1753172 w 2028921"/>
                <a:gd name="connsiteY140" fmla="*/ 110871 h 309658"/>
                <a:gd name="connsiteX141" fmla="*/ 1746886 w 2028921"/>
                <a:gd name="connsiteY141" fmla="*/ 127540 h 309658"/>
                <a:gd name="connsiteX142" fmla="*/ 1744981 w 2028921"/>
                <a:gd name="connsiteY142" fmla="*/ 146685 h 309658"/>
                <a:gd name="connsiteX143" fmla="*/ 1744981 w 2028921"/>
                <a:gd name="connsiteY143" fmla="*/ 235553 h 309658"/>
                <a:gd name="connsiteX144" fmla="*/ 1713929 w 2028921"/>
                <a:gd name="connsiteY144" fmla="*/ 235553 h 309658"/>
                <a:gd name="connsiteX145" fmla="*/ 1713929 w 2028921"/>
                <a:gd name="connsiteY145" fmla="*/ 109728 h 309658"/>
                <a:gd name="connsiteX146" fmla="*/ 1713643 w 2028921"/>
                <a:gd name="connsiteY146" fmla="*/ 90964 h 309658"/>
                <a:gd name="connsiteX147" fmla="*/ 1712405 w 2028921"/>
                <a:gd name="connsiteY147" fmla="*/ 72199 h 309658"/>
                <a:gd name="connsiteX148" fmla="*/ 1741742 w 2028921"/>
                <a:gd name="connsiteY148" fmla="*/ 72199 h 309658"/>
                <a:gd name="connsiteX149" fmla="*/ 1742695 w 2028921"/>
                <a:gd name="connsiteY149" fmla="*/ 100298 h 309658"/>
                <a:gd name="connsiteX150" fmla="*/ 1793272 w 2028921"/>
                <a:gd name="connsiteY150" fmla="*/ 68961 h 309658"/>
                <a:gd name="connsiteX151" fmla="*/ 1598580 w 2028921"/>
                <a:gd name="connsiteY151" fmla="*/ 68961 h 309658"/>
                <a:gd name="connsiteX152" fmla="*/ 1631347 w 2028921"/>
                <a:gd name="connsiteY152" fmla="*/ 74962 h 309658"/>
                <a:gd name="connsiteX153" fmla="*/ 1655540 w 2028921"/>
                <a:gd name="connsiteY153" fmla="*/ 91916 h 309658"/>
                <a:gd name="connsiteX154" fmla="*/ 1670399 w 2028921"/>
                <a:gd name="connsiteY154" fmla="*/ 118586 h 309658"/>
                <a:gd name="connsiteX155" fmla="*/ 1675352 w 2028921"/>
                <a:gd name="connsiteY155" fmla="*/ 153257 h 309658"/>
                <a:gd name="connsiteX156" fmla="*/ 1670399 w 2028921"/>
                <a:gd name="connsiteY156" fmla="*/ 187547 h 309658"/>
                <a:gd name="connsiteX157" fmla="*/ 1655540 w 2028921"/>
                <a:gd name="connsiteY157" fmla="*/ 214789 h 309658"/>
                <a:gd name="connsiteX158" fmla="*/ 1631347 w 2028921"/>
                <a:gd name="connsiteY158" fmla="*/ 232791 h 309658"/>
                <a:gd name="connsiteX159" fmla="*/ 1598580 w 2028921"/>
                <a:gd name="connsiteY159" fmla="*/ 239173 h 309658"/>
                <a:gd name="connsiteX160" fmla="*/ 1565434 w 2028921"/>
                <a:gd name="connsiteY160" fmla="*/ 232886 h 309658"/>
                <a:gd name="connsiteX161" fmla="*/ 1532858 w 2028921"/>
                <a:gd name="connsiteY161" fmla="*/ 202216 h 309658"/>
                <a:gd name="connsiteX162" fmla="*/ 1521809 w 2028921"/>
                <a:gd name="connsiteY162" fmla="*/ 153257 h 309658"/>
                <a:gd name="connsiteX163" fmla="*/ 1527238 w 2028921"/>
                <a:gd name="connsiteY163" fmla="*/ 119158 h 309658"/>
                <a:gd name="connsiteX164" fmla="*/ 1542669 w 2028921"/>
                <a:gd name="connsiteY164" fmla="*/ 92488 h 309658"/>
                <a:gd name="connsiteX165" fmla="*/ 1566862 w 2028921"/>
                <a:gd name="connsiteY165" fmla="*/ 75152 h 309658"/>
                <a:gd name="connsiteX166" fmla="*/ 1598580 w 2028921"/>
                <a:gd name="connsiteY166" fmla="*/ 68961 h 309658"/>
                <a:gd name="connsiteX167" fmla="*/ 812388 w 2028921"/>
                <a:gd name="connsiteY167" fmla="*/ 68961 h 309658"/>
                <a:gd name="connsiteX168" fmla="*/ 841249 w 2028921"/>
                <a:gd name="connsiteY168" fmla="*/ 76295 h 309658"/>
                <a:gd name="connsiteX169" fmla="*/ 861347 w 2028921"/>
                <a:gd name="connsiteY169" fmla="*/ 99346 h 309658"/>
                <a:gd name="connsiteX170" fmla="*/ 861347 w 2028921"/>
                <a:gd name="connsiteY170" fmla="*/ 72199 h 309658"/>
                <a:gd name="connsiteX171" fmla="*/ 891350 w 2028921"/>
                <a:gd name="connsiteY171" fmla="*/ 72199 h 309658"/>
                <a:gd name="connsiteX172" fmla="*/ 891350 w 2028921"/>
                <a:gd name="connsiteY172" fmla="*/ 226409 h 309658"/>
                <a:gd name="connsiteX173" fmla="*/ 872300 w 2028921"/>
                <a:gd name="connsiteY173" fmla="*/ 288131 h 309658"/>
                <a:gd name="connsiteX174" fmla="*/ 813912 w 2028921"/>
                <a:gd name="connsiteY174" fmla="*/ 309658 h 309658"/>
                <a:gd name="connsiteX175" fmla="*/ 787242 w 2028921"/>
                <a:gd name="connsiteY175" fmla="*/ 307372 h 309658"/>
                <a:gd name="connsiteX176" fmla="*/ 760858 w 2028921"/>
                <a:gd name="connsiteY176" fmla="*/ 300799 h 309658"/>
                <a:gd name="connsiteX177" fmla="*/ 762763 w 2028921"/>
                <a:gd name="connsiteY177" fmla="*/ 273082 h 309658"/>
                <a:gd name="connsiteX178" fmla="*/ 785051 w 2028921"/>
                <a:gd name="connsiteY178" fmla="*/ 281749 h 309658"/>
                <a:gd name="connsiteX179" fmla="*/ 809245 w 2028921"/>
                <a:gd name="connsiteY179" fmla="*/ 284893 h 309658"/>
                <a:gd name="connsiteX180" fmla="*/ 832295 w 2028921"/>
                <a:gd name="connsiteY180" fmla="*/ 280607 h 309658"/>
                <a:gd name="connsiteX181" fmla="*/ 848202 w 2028921"/>
                <a:gd name="connsiteY181" fmla="*/ 268700 h 309658"/>
                <a:gd name="connsiteX182" fmla="*/ 857251 w 2028921"/>
                <a:gd name="connsiteY182" fmla="*/ 250222 h 309658"/>
                <a:gd name="connsiteX183" fmla="*/ 860013 w 2028921"/>
                <a:gd name="connsiteY183" fmla="*/ 226409 h 309658"/>
                <a:gd name="connsiteX184" fmla="*/ 860013 w 2028921"/>
                <a:gd name="connsiteY184" fmla="*/ 207169 h 309658"/>
                <a:gd name="connsiteX185" fmla="*/ 839534 w 2028921"/>
                <a:gd name="connsiteY185" fmla="*/ 228219 h 309658"/>
                <a:gd name="connsiteX186" fmla="*/ 811626 w 2028921"/>
                <a:gd name="connsiteY186" fmla="*/ 235553 h 309658"/>
                <a:gd name="connsiteX187" fmla="*/ 782480 w 2028921"/>
                <a:gd name="connsiteY187" fmla="*/ 228409 h 309658"/>
                <a:gd name="connsiteX188" fmla="*/ 762858 w 2028921"/>
                <a:gd name="connsiteY188" fmla="*/ 209645 h 309658"/>
                <a:gd name="connsiteX189" fmla="*/ 751809 w 2028921"/>
                <a:gd name="connsiteY189" fmla="*/ 183356 h 309658"/>
                <a:gd name="connsiteX190" fmla="*/ 748380 w 2028921"/>
                <a:gd name="connsiteY190" fmla="*/ 153257 h 309658"/>
                <a:gd name="connsiteX191" fmla="*/ 751809 w 2028921"/>
                <a:gd name="connsiteY191" fmla="*/ 121730 h 309658"/>
                <a:gd name="connsiteX192" fmla="*/ 763049 w 2028921"/>
                <a:gd name="connsiteY192" fmla="*/ 94774 h 309658"/>
                <a:gd name="connsiteX193" fmla="*/ 782860 w 2028921"/>
                <a:gd name="connsiteY193" fmla="*/ 76009 h 309658"/>
                <a:gd name="connsiteX194" fmla="*/ 812388 w 2028921"/>
                <a:gd name="connsiteY194" fmla="*/ 68961 h 309658"/>
                <a:gd name="connsiteX195" fmla="*/ 657701 w 2028921"/>
                <a:gd name="connsiteY195" fmla="*/ 68961 h 309658"/>
                <a:gd name="connsiteX196" fmla="*/ 682180 w 2028921"/>
                <a:gd name="connsiteY196" fmla="*/ 73533 h 309658"/>
                <a:gd name="connsiteX197" fmla="*/ 698373 w 2028921"/>
                <a:gd name="connsiteY197" fmla="*/ 86392 h 309658"/>
                <a:gd name="connsiteX198" fmla="*/ 707231 w 2028921"/>
                <a:gd name="connsiteY198" fmla="*/ 106490 h 309658"/>
                <a:gd name="connsiteX199" fmla="*/ 709994 w 2028921"/>
                <a:gd name="connsiteY199" fmla="*/ 132302 h 309658"/>
                <a:gd name="connsiteX200" fmla="*/ 709994 w 2028921"/>
                <a:gd name="connsiteY200" fmla="*/ 235553 h 309658"/>
                <a:gd name="connsiteX201" fmla="*/ 678466 w 2028921"/>
                <a:gd name="connsiteY201" fmla="*/ 235553 h 309658"/>
                <a:gd name="connsiteX202" fmla="*/ 678466 w 2028921"/>
                <a:gd name="connsiteY202" fmla="*/ 139160 h 309658"/>
                <a:gd name="connsiteX203" fmla="*/ 677323 w 2028921"/>
                <a:gd name="connsiteY203" fmla="*/ 122491 h 309658"/>
                <a:gd name="connsiteX204" fmla="*/ 672941 w 2028921"/>
                <a:gd name="connsiteY204" fmla="*/ 108109 h 309658"/>
                <a:gd name="connsiteX205" fmla="*/ 663607 w 2028921"/>
                <a:gd name="connsiteY205" fmla="*/ 98107 h 309658"/>
                <a:gd name="connsiteX206" fmla="*/ 647509 w 2028921"/>
                <a:gd name="connsiteY206" fmla="*/ 94393 h 309658"/>
                <a:gd name="connsiteX207" fmla="*/ 629222 w 2028921"/>
                <a:gd name="connsiteY207" fmla="*/ 98965 h 309658"/>
                <a:gd name="connsiteX208" fmla="*/ 617506 w 2028921"/>
                <a:gd name="connsiteY208" fmla="*/ 110871 h 309658"/>
                <a:gd name="connsiteX209" fmla="*/ 611219 w 2028921"/>
                <a:gd name="connsiteY209" fmla="*/ 127540 h 309658"/>
                <a:gd name="connsiteX210" fmla="*/ 609314 w 2028921"/>
                <a:gd name="connsiteY210" fmla="*/ 146685 h 309658"/>
                <a:gd name="connsiteX211" fmla="*/ 609314 w 2028921"/>
                <a:gd name="connsiteY211" fmla="*/ 235553 h 309658"/>
                <a:gd name="connsiteX212" fmla="*/ 578358 w 2028921"/>
                <a:gd name="connsiteY212" fmla="*/ 235553 h 309658"/>
                <a:gd name="connsiteX213" fmla="*/ 578358 w 2028921"/>
                <a:gd name="connsiteY213" fmla="*/ 109728 h 309658"/>
                <a:gd name="connsiteX214" fmla="*/ 578072 w 2028921"/>
                <a:gd name="connsiteY214" fmla="*/ 90964 h 309658"/>
                <a:gd name="connsiteX215" fmla="*/ 576834 w 2028921"/>
                <a:gd name="connsiteY215" fmla="*/ 72199 h 309658"/>
                <a:gd name="connsiteX216" fmla="*/ 606171 w 2028921"/>
                <a:gd name="connsiteY216" fmla="*/ 72199 h 309658"/>
                <a:gd name="connsiteX217" fmla="*/ 607124 w 2028921"/>
                <a:gd name="connsiteY217" fmla="*/ 100298 h 309658"/>
                <a:gd name="connsiteX218" fmla="*/ 657701 w 2028921"/>
                <a:gd name="connsiteY218" fmla="*/ 68961 h 309658"/>
                <a:gd name="connsiteX219" fmla="*/ 1282637 w 2028921"/>
                <a:gd name="connsiteY219" fmla="*/ 68866 h 309658"/>
                <a:gd name="connsiteX220" fmla="*/ 1313498 w 2028921"/>
                <a:gd name="connsiteY220" fmla="*/ 75248 h 309658"/>
                <a:gd name="connsiteX221" fmla="*/ 1333595 w 2028921"/>
                <a:gd name="connsiteY221" fmla="*/ 92679 h 309658"/>
                <a:gd name="connsiteX222" fmla="*/ 1344549 w 2028921"/>
                <a:gd name="connsiteY222" fmla="*/ 118777 h 309658"/>
                <a:gd name="connsiteX223" fmla="*/ 1347787 w 2028921"/>
                <a:gd name="connsiteY223" fmla="*/ 151162 h 309658"/>
                <a:gd name="connsiteX224" fmla="*/ 1347787 w 2028921"/>
                <a:gd name="connsiteY224" fmla="*/ 160973 h 309658"/>
                <a:gd name="connsiteX225" fmla="*/ 1243203 w 2028921"/>
                <a:gd name="connsiteY225" fmla="*/ 160973 h 309658"/>
                <a:gd name="connsiteX226" fmla="*/ 1243203 w 2028921"/>
                <a:gd name="connsiteY226" fmla="*/ 161068 h 309658"/>
                <a:gd name="connsiteX227" fmla="*/ 1246441 w 2028921"/>
                <a:gd name="connsiteY227" fmla="*/ 182499 h 309658"/>
                <a:gd name="connsiteX228" fmla="*/ 1256252 w 2028921"/>
                <a:gd name="connsiteY228" fmla="*/ 200025 h 309658"/>
                <a:gd name="connsiteX229" fmla="*/ 1272635 w 2028921"/>
                <a:gd name="connsiteY229" fmla="*/ 211932 h 309658"/>
                <a:gd name="connsiteX230" fmla="*/ 1295305 w 2028921"/>
                <a:gd name="connsiteY230" fmla="*/ 216313 h 309658"/>
                <a:gd name="connsiteX231" fmla="*/ 1317022 w 2028921"/>
                <a:gd name="connsiteY231" fmla="*/ 213837 h 309658"/>
                <a:gd name="connsiteX232" fmla="*/ 1337501 w 2028921"/>
                <a:gd name="connsiteY232" fmla="*/ 206121 h 309658"/>
                <a:gd name="connsiteX233" fmla="*/ 1339406 w 2028921"/>
                <a:gd name="connsiteY233" fmla="*/ 230315 h 309658"/>
                <a:gd name="connsiteX234" fmla="*/ 1316355 w 2028921"/>
                <a:gd name="connsiteY234" fmla="*/ 236982 h 309658"/>
                <a:gd name="connsiteX235" fmla="*/ 1291114 w 2028921"/>
                <a:gd name="connsiteY235" fmla="*/ 239078 h 309658"/>
                <a:gd name="connsiteX236" fmla="*/ 1256443 w 2028921"/>
                <a:gd name="connsiteY236" fmla="*/ 232887 h 309658"/>
                <a:gd name="connsiteX237" fmla="*/ 1231297 w 2028921"/>
                <a:gd name="connsiteY237" fmla="*/ 215266 h 309658"/>
                <a:gd name="connsiteX238" fmla="*/ 1216152 w 2028921"/>
                <a:gd name="connsiteY238" fmla="*/ 188119 h 309658"/>
                <a:gd name="connsiteX239" fmla="*/ 1211199 w 2028921"/>
                <a:gd name="connsiteY239" fmla="*/ 153162 h 309658"/>
                <a:gd name="connsiteX240" fmla="*/ 1216057 w 2028921"/>
                <a:gd name="connsiteY240" fmla="*/ 121158 h 309658"/>
                <a:gd name="connsiteX241" fmla="*/ 1230058 w 2028921"/>
                <a:gd name="connsiteY241" fmla="*/ 94203 h 309658"/>
                <a:gd name="connsiteX242" fmla="*/ 1252537 w 2028921"/>
                <a:gd name="connsiteY242" fmla="*/ 75724 h 309658"/>
                <a:gd name="connsiteX243" fmla="*/ 1282637 w 2028921"/>
                <a:gd name="connsiteY243" fmla="*/ 68866 h 309658"/>
                <a:gd name="connsiteX244" fmla="*/ 396336 w 2028921"/>
                <a:gd name="connsiteY244" fmla="*/ 68866 h 309658"/>
                <a:gd name="connsiteX245" fmla="*/ 427196 w 2028921"/>
                <a:gd name="connsiteY245" fmla="*/ 75248 h 309658"/>
                <a:gd name="connsiteX246" fmla="*/ 447294 w 2028921"/>
                <a:gd name="connsiteY246" fmla="*/ 92679 h 309658"/>
                <a:gd name="connsiteX247" fmla="*/ 458248 w 2028921"/>
                <a:gd name="connsiteY247" fmla="*/ 118777 h 309658"/>
                <a:gd name="connsiteX248" fmla="*/ 461486 w 2028921"/>
                <a:gd name="connsiteY248" fmla="*/ 151162 h 309658"/>
                <a:gd name="connsiteX249" fmla="*/ 461486 w 2028921"/>
                <a:gd name="connsiteY249" fmla="*/ 160973 h 309658"/>
                <a:gd name="connsiteX250" fmla="*/ 356902 w 2028921"/>
                <a:gd name="connsiteY250" fmla="*/ 160973 h 309658"/>
                <a:gd name="connsiteX251" fmla="*/ 356902 w 2028921"/>
                <a:gd name="connsiteY251" fmla="*/ 161068 h 309658"/>
                <a:gd name="connsiteX252" fmla="*/ 360140 w 2028921"/>
                <a:gd name="connsiteY252" fmla="*/ 182499 h 309658"/>
                <a:gd name="connsiteX253" fmla="*/ 369951 w 2028921"/>
                <a:gd name="connsiteY253" fmla="*/ 200025 h 309658"/>
                <a:gd name="connsiteX254" fmla="*/ 386334 w 2028921"/>
                <a:gd name="connsiteY254" fmla="*/ 211932 h 309658"/>
                <a:gd name="connsiteX255" fmla="*/ 409004 w 2028921"/>
                <a:gd name="connsiteY255" fmla="*/ 216313 h 309658"/>
                <a:gd name="connsiteX256" fmla="*/ 430721 w 2028921"/>
                <a:gd name="connsiteY256" fmla="*/ 213837 h 309658"/>
                <a:gd name="connsiteX257" fmla="*/ 451199 w 2028921"/>
                <a:gd name="connsiteY257" fmla="*/ 206121 h 309658"/>
                <a:gd name="connsiteX258" fmla="*/ 453104 w 2028921"/>
                <a:gd name="connsiteY258" fmla="*/ 230315 h 309658"/>
                <a:gd name="connsiteX259" fmla="*/ 430054 w 2028921"/>
                <a:gd name="connsiteY259" fmla="*/ 236982 h 309658"/>
                <a:gd name="connsiteX260" fmla="*/ 404813 w 2028921"/>
                <a:gd name="connsiteY260" fmla="*/ 239078 h 309658"/>
                <a:gd name="connsiteX261" fmla="*/ 370142 w 2028921"/>
                <a:gd name="connsiteY261" fmla="*/ 232887 h 309658"/>
                <a:gd name="connsiteX262" fmla="*/ 344996 w 2028921"/>
                <a:gd name="connsiteY262" fmla="*/ 215266 h 309658"/>
                <a:gd name="connsiteX263" fmla="*/ 329851 w 2028921"/>
                <a:gd name="connsiteY263" fmla="*/ 188119 h 309658"/>
                <a:gd name="connsiteX264" fmla="*/ 324898 w 2028921"/>
                <a:gd name="connsiteY264" fmla="*/ 153162 h 309658"/>
                <a:gd name="connsiteX265" fmla="*/ 329756 w 2028921"/>
                <a:gd name="connsiteY265" fmla="*/ 121158 h 309658"/>
                <a:gd name="connsiteX266" fmla="*/ 343757 w 2028921"/>
                <a:gd name="connsiteY266" fmla="*/ 94203 h 309658"/>
                <a:gd name="connsiteX267" fmla="*/ 366236 w 2028921"/>
                <a:gd name="connsiteY267" fmla="*/ 75724 h 309658"/>
                <a:gd name="connsiteX268" fmla="*/ 396336 w 2028921"/>
                <a:gd name="connsiteY268" fmla="*/ 68866 h 309658"/>
                <a:gd name="connsiteX269" fmla="*/ 230220 w 2028921"/>
                <a:gd name="connsiteY269" fmla="*/ 68866 h 309658"/>
                <a:gd name="connsiteX270" fmla="*/ 261081 w 2028921"/>
                <a:gd name="connsiteY270" fmla="*/ 75248 h 309658"/>
                <a:gd name="connsiteX271" fmla="*/ 281178 w 2028921"/>
                <a:gd name="connsiteY271" fmla="*/ 92679 h 309658"/>
                <a:gd name="connsiteX272" fmla="*/ 292132 w 2028921"/>
                <a:gd name="connsiteY272" fmla="*/ 118777 h 309658"/>
                <a:gd name="connsiteX273" fmla="*/ 295371 w 2028921"/>
                <a:gd name="connsiteY273" fmla="*/ 151162 h 309658"/>
                <a:gd name="connsiteX274" fmla="*/ 295371 w 2028921"/>
                <a:gd name="connsiteY274" fmla="*/ 160973 h 309658"/>
                <a:gd name="connsiteX275" fmla="*/ 190786 w 2028921"/>
                <a:gd name="connsiteY275" fmla="*/ 160973 h 309658"/>
                <a:gd name="connsiteX276" fmla="*/ 190786 w 2028921"/>
                <a:gd name="connsiteY276" fmla="*/ 161068 h 309658"/>
                <a:gd name="connsiteX277" fmla="*/ 194025 w 2028921"/>
                <a:gd name="connsiteY277" fmla="*/ 182499 h 309658"/>
                <a:gd name="connsiteX278" fmla="*/ 203835 w 2028921"/>
                <a:gd name="connsiteY278" fmla="*/ 200025 h 309658"/>
                <a:gd name="connsiteX279" fmla="*/ 220218 w 2028921"/>
                <a:gd name="connsiteY279" fmla="*/ 211932 h 309658"/>
                <a:gd name="connsiteX280" fmla="*/ 242888 w 2028921"/>
                <a:gd name="connsiteY280" fmla="*/ 216313 h 309658"/>
                <a:gd name="connsiteX281" fmla="*/ 264605 w 2028921"/>
                <a:gd name="connsiteY281" fmla="*/ 213837 h 309658"/>
                <a:gd name="connsiteX282" fmla="*/ 285084 w 2028921"/>
                <a:gd name="connsiteY282" fmla="*/ 206121 h 309658"/>
                <a:gd name="connsiteX283" fmla="*/ 286988 w 2028921"/>
                <a:gd name="connsiteY283" fmla="*/ 230315 h 309658"/>
                <a:gd name="connsiteX284" fmla="*/ 263938 w 2028921"/>
                <a:gd name="connsiteY284" fmla="*/ 236982 h 309658"/>
                <a:gd name="connsiteX285" fmla="*/ 238697 w 2028921"/>
                <a:gd name="connsiteY285" fmla="*/ 239078 h 309658"/>
                <a:gd name="connsiteX286" fmla="*/ 204026 w 2028921"/>
                <a:gd name="connsiteY286" fmla="*/ 232887 h 309658"/>
                <a:gd name="connsiteX287" fmla="*/ 178880 w 2028921"/>
                <a:gd name="connsiteY287" fmla="*/ 215266 h 309658"/>
                <a:gd name="connsiteX288" fmla="*/ 163735 w 2028921"/>
                <a:gd name="connsiteY288" fmla="*/ 188119 h 309658"/>
                <a:gd name="connsiteX289" fmla="*/ 158782 w 2028921"/>
                <a:gd name="connsiteY289" fmla="*/ 153162 h 309658"/>
                <a:gd name="connsiteX290" fmla="*/ 163640 w 2028921"/>
                <a:gd name="connsiteY290" fmla="*/ 121158 h 309658"/>
                <a:gd name="connsiteX291" fmla="*/ 177641 w 2028921"/>
                <a:gd name="connsiteY291" fmla="*/ 94203 h 309658"/>
                <a:gd name="connsiteX292" fmla="*/ 200121 w 2028921"/>
                <a:gd name="connsiteY292" fmla="*/ 75724 h 309658"/>
                <a:gd name="connsiteX293" fmla="*/ 230220 w 2028921"/>
                <a:gd name="connsiteY293" fmla="*/ 68866 h 309658"/>
                <a:gd name="connsiteX294" fmla="*/ 70866 w 2028921"/>
                <a:gd name="connsiteY294" fmla="*/ 14288 h 309658"/>
                <a:gd name="connsiteX295" fmla="*/ 118015 w 2028921"/>
                <a:gd name="connsiteY295" fmla="*/ 21146 h 309658"/>
                <a:gd name="connsiteX296" fmla="*/ 116110 w 2028921"/>
                <a:gd name="connsiteY296" fmla="*/ 49911 h 309658"/>
                <a:gd name="connsiteX297" fmla="*/ 94774 w 2028921"/>
                <a:gd name="connsiteY297" fmla="*/ 43244 h 309658"/>
                <a:gd name="connsiteX298" fmla="*/ 72771 w 2028921"/>
                <a:gd name="connsiteY298" fmla="*/ 41149 h 309658"/>
                <a:gd name="connsiteX299" fmla="*/ 59531 w 2028921"/>
                <a:gd name="connsiteY299" fmla="*/ 42768 h 309658"/>
                <a:gd name="connsiteX300" fmla="*/ 47530 w 2028921"/>
                <a:gd name="connsiteY300" fmla="*/ 48197 h 309658"/>
                <a:gd name="connsiteX301" fmla="*/ 38767 w 2028921"/>
                <a:gd name="connsiteY301" fmla="*/ 58008 h 309658"/>
                <a:gd name="connsiteX302" fmla="*/ 35338 w 2028921"/>
                <a:gd name="connsiteY302" fmla="*/ 73152 h 309658"/>
                <a:gd name="connsiteX303" fmla="*/ 37719 w 2028921"/>
                <a:gd name="connsiteY303" fmla="*/ 84868 h 309658"/>
                <a:gd name="connsiteX304" fmla="*/ 44101 w 2028921"/>
                <a:gd name="connsiteY304" fmla="*/ 93726 h 309658"/>
                <a:gd name="connsiteX305" fmla="*/ 53435 w 2028921"/>
                <a:gd name="connsiteY305" fmla="*/ 100775 h 309658"/>
                <a:gd name="connsiteX306" fmla="*/ 64389 w 2028921"/>
                <a:gd name="connsiteY306" fmla="*/ 106776 h 309658"/>
                <a:gd name="connsiteX307" fmla="*/ 81534 w 2028921"/>
                <a:gd name="connsiteY307" fmla="*/ 114967 h 309658"/>
                <a:gd name="connsiteX308" fmla="*/ 98869 w 2028921"/>
                <a:gd name="connsiteY308" fmla="*/ 124587 h 309658"/>
                <a:gd name="connsiteX309" fmla="*/ 112776 w 2028921"/>
                <a:gd name="connsiteY309" fmla="*/ 136494 h 309658"/>
                <a:gd name="connsiteX310" fmla="*/ 122111 w 2028921"/>
                <a:gd name="connsiteY310" fmla="*/ 152496 h 309658"/>
                <a:gd name="connsiteX311" fmla="*/ 125540 w 2028921"/>
                <a:gd name="connsiteY311" fmla="*/ 174403 h 309658"/>
                <a:gd name="connsiteX312" fmla="*/ 119920 w 2028921"/>
                <a:gd name="connsiteY312" fmla="*/ 203359 h 309658"/>
                <a:gd name="connsiteX313" fmla="*/ 104489 w 2028921"/>
                <a:gd name="connsiteY313" fmla="*/ 223457 h 309658"/>
                <a:gd name="connsiteX314" fmla="*/ 81534 w 2028921"/>
                <a:gd name="connsiteY314" fmla="*/ 235268 h 309658"/>
                <a:gd name="connsiteX315" fmla="*/ 53435 w 2028921"/>
                <a:gd name="connsiteY315" fmla="*/ 239173 h 309658"/>
                <a:gd name="connsiteX316" fmla="*/ 27337 w 2028921"/>
                <a:gd name="connsiteY316" fmla="*/ 237078 h 309658"/>
                <a:gd name="connsiteX317" fmla="*/ 0 w 2028921"/>
                <a:gd name="connsiteY317" fmla="*/ 230410 h 309658"/>
                <a:gd name="connsiteX318" fmla="*/ 1524 w 2028921"/>
                <a:gd name="connsiteY318" fmla="*/ 199930 h 309658"/>
                <a:gd name="connsiteX319" fmla="*/ 25717 w 2028921"/>
                <a:gd name="connsiteY319" fmla="*/ 209360 h 309658"/>
                <a:gd name="connsiteX320" fmla="*/ 51816 w 2028921"/>
                <a:gd name="connsiteY320" fmla="*/ 212313 h 309658"/>
                <a:gd name="connsiteX321" fmla="*/ 66484 w 2028921"/>
                <a:gd name="connsiteY321" fmla="*/ 210312 h 309658"/>
                <a:gd name="connsiteX322" fmla="*/ 79248 w 2028921"/>
                <a:gd name="connsiteY322" fmla="*/ 204121 h 309658"/>
                <a:gd name="connsiteX323" fmla="*/ 88297 w 2028921"/>
                <a:gd name="connsiteY323" fmla="*/ 192977 h 309658"/>
                <a:gd name="connsiteX324" fmla="*/ 91726 w 2028921"/>
                <a:gd name="connsiteY324" fmla="*/ 176308 h 309658"/>
                <a:gd name="connsiteX325" fmla="*/ 88773 w 2028921"/>
                <a:gd name="connsiteY325" fmla="*/ 162783 h 309658"/>
                <a:gd name="connsiteX326" fmla="*/ 80963 w 2028921"/>
                <a:gd name="connsiteY326" fmla="*/ 152496 h 309658"/>
                <a:gd name="connsiteX327" fmla="*/ 69532 w 2028921"/>
                <a:gd name="connsiteY327" fmla="*/ 144304 h 309658"/>
                <a:gd name="connsiteX328" fmla="*/ 55816 w 2028921"/>
                <a:gd name="connsiteY328" fmla="*/ 137160 h 309658"/>
                <a:gd name="connsiteX329" fmla="*/ 39624 w 2028921"/>
                <a:gd name="connsiteY329" fmla="*/ 128969 h 309658"/>
                <a:gd name="connsiteX330" fmla="*/ 25241 w 2028921"/>
                <a:gd name="connsiteY330" fmla="*/ 120301 h 309658"/>
                <a:gd name="connsiteX331" fmla="*/ 13335 w 2028921"/>
                <a:gd name="connsiteY331" fmla="*/ 109157 h 309658"/>
                <a:gd name="connsiteX332" fmla="*/ 5429 w 2028921"/>
                <a:gd name="connsiteY332" fmla="*/ 94488 h 309658"/>
                <a:gd name="connsiteX333" fmla="*/ 2476 w 2028921"/>
                <a:gd name="connsiteY333" fmla="*/ 75058 h 309658"/>
                <a:gd name="connsiteX334" fmla="*/ 8572 w 2028921"/>
                <a:gd name="connsiteY334" fmla="*/ 47435 h 309658"/>
                <a:gd name="connsiteX335" fmla="*/ 24479 w 2028921"/>
                <a:gd name="connsiteY335" fmla="*/ 28480 h 309658"/>
                <a:gd name="connsiteX336" fmla="*/ 46482 w 2028921"/>
                <a:gd name="connsiteY336" fmla="*/ 17717 h 309658"/>
                <a:gd name="connsiteX337" fmla="*/ 70866 w 2028921"/>
                <a:gd name="connsiteY337" fmla="*/ 14288 h 309658"/>
                <a:gd name="connsiteX338" fmla="*/ 499872 w 2028921"/>
                <a:gd name="connsiteY338" fmla="*/ 6858 h 309658"/>
                <a:gd name="connsiteX339" fmla="*/ 531114 w 2028921"/>
                <a:gd name="connsiteY339" fmla="*/ 6858 h 309658"/>
                <a:gd name="connsiteX340" fmla="*/ 531114 w 2028921"/>
                <a:gd name="connsiteY340" fmla="*/ 38576 h 309658"/>
                <a:gd name="connsiteX341" fmla="*/ 499872 w 2028921"/>
                <a:gd name="connsiteY341" fmla="*/ 38576 h 309658"/>
                <a:gd name="connsiteX342" fmla="*/ 1996155 w 2028921"/>
                <a:gd name="connsiteY342" fmla="*/ 0 h 309658"/>
                <a:gd name="connsiteX343" fmla="*/ 2027397 w 2028921"/>
                <a:gd name="connsiteY343" fmla="*/ 0 h 309658"/>
                <a:gd name="connsiteX344" fmla="*/ 2027397 w 2028921"/>
                <a:gd name="connsiteY344" fmla="*/ 186595 h 309658"/>
                <a:gd name="connsiteX345" fmla="*/ 2027873 w 2028921"/>
                <a:gd name="connsiteY345" fmla="*/ 212217 h 309658"/>
                <a:gd name="connsiteX346" fmla="*/ 2028921 w 2028921"/>
                <a:gd name="connsiteY346" fmla="*/ 235553 h 309658"/>
                <a:gd name="connsiteX347" fmla="*/ 1999964 w 2028921"/>
                <a:gd name="connsiteY347" fmla="*/ 235553 h 309658"/>
                <a:gd name="connsiteX348" fmla="*/ 1998060 w 2028921"/>
                <a:gd name="connsiteY348" fmla="*/ 208407 h 309658"/>
                <a:gd name="connsiteX349" fmla="*/ 1978057 w 2028921"/>
                <a:gd name="connsiteY349" fmla="*/ 231648 h 309658"/>
                <a:gd name="connsiteX350" fmla="*/ 1949006 w 2028921"/>
                <a:gd name="connsiteY350" fmla="*/ 239173 h 309658"/>
                <a:gd name="connsiteX351" fmla="*/ 1919002 w 2028921"/>
                <a:gd name="connsiteY351" fmla="*/ 231838 h 309658"/>
                <a:gd name="connsiteX352" fmla="*/ 1899000 w 2028921"/>
                <a:gd name="connsiteY352" fmla="*/ 212407 h 309658"/>
                <a:gd name="connsiteX353" fmla="*/ 1887760 w 2028921"/>
                <a:gd name="connsiteY353" fmla="*/ 184975 h 309658"/>
                <a:gd name="connsiteX354" fmla="*/ 1884331 w 2028921"/>
                <a:gd name="connsiteY354" fmla="*/ 153257 h 309658"/>
                <a:gd name="connsiteX355" fmla="*/ 1887760 w 2028921"/>
                <a:gd name="connsiteY355" fmla="*/ 121729 h 309658"/>
                <a:gd name="connsiteX356" fmla="*/ 1899000 w 2028921"/>
                <a:gd name="connsiteY356" fmla="*/ 94774 h 309658"/>
                <a:gd name="connsiteX357" fmla="*/ 1919002 w 2028921"/>
                <a:gd name="connsiteY357" fmla="*/ 76009 h 309658"/>
                <a:gd name="connsiteX358" fmla="*/ 1949006 w 2028921"/>
                <a:gd name="connsiteY358" fmla="*/ 68961 h 309658"/>
                <a:gd name="connsiteX359" fmla="*/ 1977105 w 2028921"/>
                <a:gd name="connsiteY359" fmla="*/ 76771 h 309658"/>
                <a:gd name="connsiteX360" fmla="*/ 1996155 w 2028921"/>
                <a:gd name="connsiteY360" fmla="*/ 99346 h 309658"/>
                <a:gd name="connsiteX361" fmla="*/ 1037368 w 2028921"/>
                <a:gd name="connsiteY361" fmla="*/ 0 h 309658"/>
                <a:gd name="connsiteX362" fmla="*/ 1068610 w 2028921"/>
                <a:gd name="connsiteY362" fmla="*/ 0 h 309658"/>
                <a:gd name="connsiteX363" fmla="*/ 1068610 w 2028921"/>
                <a:gd name="connsiteY363" fmla="*/ 99346 h 309658"/>
                <a:gd name="connsiteX364" fmla="*/ 1087946 w 2028921"/>
                <a:gd name="connsiteY364" fmla="*/ 76771 h 309658"/>
                <a:gd name="connsiteX365" fmla="*/ 1116330 w 2028921"/>
                <a:gd name="connsiteY365" fmla="*/ 68961 h 309658"/>
                <a:gd name="connsiteX366" fmla="*/ 1146334 w 2028921"/>
                <a:gd name="connsiteY366" fmla="*/ 76009 h 309658"/>
                <a:gd name="connsiteX367" fmla="*/ 1166146 w 2028921"/>
                <a:gd name="connsiteY367" fmla="*/ 94774 h 309658"/>
                <a:gd name="connsiteX368" fmla="*/ 1177100 w 2028921"/>
                <a:gd name="connsiteY368" fmla="*/ 121729 h 309658"/>
                <a:gd name="connsiteX369" fmla="*/ 1180338 w 2028921"/>
                <a:gd name="connsiteY369" fmla="*/ 153257 h 309658"/>
                <a:gd name="connsiteX370" fmla="*/ 1176909 w 2028921"/>
                <a:gd name="connsiteY370" fmla="*/ 184975 h 309658"/>
                <a:gd name="connsiteX371" fmla="*/ 1165670 w 2028921"/>
                <a:gd name="connsiteY371" fmla="*/ 212407 h 309658"/>
                <a:gd name="connsiteX372" fmla="*/ 1145667 w 2028921"/>
                <a:gd name="connsiteY372" fmla="*/ 231838 h 309658"/>
                <a:gd name="connsiteX373" fmla="*/ 1115664 w 2028921"/>
                <a:gd name="connsiteY373" fmla="*/ 239173 h 309658"/>
                <a:gd name="connsiteX374" fmla="*/ 1086803 w 2028921"/>
                <a:gd name="connsiteY374" fmla="*/ 231648 h 309658"/>
                <a:gd name="connsiteX375" fmla="*/ 1066705 w 2028921"/>
                <a:gd name="connsiteY375" fmla="*/ 208407 h 309658"/>
                <a:gd name="connsiteX376" fmla="*/ 1066038 w 2028921"/>
                <a:gd name="connsiteY376" fmla="*/ 235553 h 309658"/>
                <a:gd name="connsiteX377" fmla="*/ 1037368 w 2028921"/>
                <a:gd name="connsiteY377" fmla="*/ 235553 h 309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</a:cxnLst>
              <a:rect l="l" t="t" r="r" b="b"/>
              <a:pathLst>
                <a:path w="2028921" h="309658">
                  <a:moveTo>
                    <a:pt x="1957197" y="94202"/>
                  </a:moveTo>
                  <a:cubicBezTo>
                    <a:pt x="1949101" y="94202"/>
                    <a:pt x="1942529" y="96012"/>
                    <a:pt x="1937576" y="99631"/>
                  </a:cubicBezTo>
                  <a:cubicBezTo>
                    <a:pt x="1932623" y="103251"/>
                    <a:pt x="1928622" y="107918"/>
                    <a:pt x="1925670" y="113633"/>
                  </a:cubicBezTo>
                  <a:cubicBezTo>
                    <a:pt x="1922717" y="119444"/>
                    <a:pt x="1920812" y="125825"/>
                    <a:pt x="1919764" y="132874"/>
                  </a:cubicBezTo>
                  <a:cubicBezTo>
                    <a:pt x="1918716" y="139922"/>
                    <a:pt x="1918240" y="146875"/>
                    <a:pt x="1918240" y="153638"/>
                  </a:cubicBezTo>
                  <a:cubicBezTo>
                    <a:pt x="1918240" y="160401"/>
                    <a:pt x="1918812" y="167354"/>
                    <a:pt x="1919955" y="174403"/>
                  </a:cubicBezTo>
                  <a:cubicBezTo>
                    <a:pt x="1921098" y="181356"/>
                    <a:pt x="1923098" y="187833"/>
                    <a:pt x="1925955" y="193738"/>
                  </a:cubicBezTo>
                  <a:cubicBezTo>
                    <a:pt x="1928908" y="199644"/>
                    <a:pt x="1932909" y="204502"/>
                    <a:pt x="1937957" y="208312"/>
                  </a:cubicBezTo>
                  <a:cubicBezTo>
                    <a:pt x="1943100" y="212122"/>
                    <a:pt x="1949577" y="214027"/>
                    <a:pt x="1957483" y="214027"/>
                  </a:cubicBezTo>
                  <a:cubicBezTo>
                    <a:pt x="1965008" y="214027"/>
                    <a:pt x="1971294" y="212026"/>
                    <a:pt x="1976343" y="208121"/>
                  </a:cubicBezTo>
                  <a:cubicBezTo>
                    <a:pt x="1981486" y="204216"/>
                    <a:pt x="1985582" y="199263"/>
                    <a:pt x="1988630" y="193453"/>
                  </a:cubicBezTo>
                  <a:cubicBezTo>
                    <a:pt x="1991773" y="187547"/>
                    <a:pt x="1993964" y="181070"/>
                    <a:pt x="1995202" y="174022"/>
                  </a:cubicBezTo>
                  <a:cubicBezTo>
                    <a:pt x="1996440" y="166973"/>
                    <a:pt x="1997107" y="160115"/>
                    <a:pt x="1997107" y="153638"/>
                  </a:cubicBezTo>
                  <a:cubicBezTo>
                    <a:pt x="1997107" y="147066"/>
                    <a:pt x="1996440" y="140398"/>
                    <a:pt x="1995107" y="133350"/>
                  </a:cubicBezTo>
                  <a:cubicBezTo>
                    <a:pt x="1993773" y="126397"/>
                    <a:pt x="1991487" y="119920"/>
                    <a:pt x="1988344" y="114109"/>
                  </a:cubicBezTo>
                  <a:cubicBezTo>
                    <a:pt x="1985201" y="108204"/>
                    <a:pt x="1981105" y="103441"/>
                    <a:pt x="1976057" y="99727"/>
                  </a:cubicBezTo>
                  <a:cubicBezTo>
                    <a:pt x="1970913" y="96012"/>
                    <a:pt x="1964627" y="94202"/>
                    <a:pt x="1957197" y="94202"/>
                  </a:cubicBezTo>
                  <a:close/>
                  <a:moveTo>
                    <a:pt x="821437" y="94107"/>
                  </a:moveTo>
                  <a:cubicBezTo>
                    <a:pt x="813340" y="94107"/>
                    <a:pt x="806768" y="95917"/>
                    <a:pt x="801625" y="99536"/>
                  </a:cubicBezTo>
                  <a:cubicBezTo>
                    <a:pt x="796481" y="103156"/>
                    <a:pt x="792481" y="107823"/>
                    <a:pt x="789623" y="113538"/>
                  </a:cubicBezTo>
                  <a:cubicBezTo>
                    <a:pt x="786670" y="119348"/>
                    <a:pt x="784765" y="125730"/>
                    <a:pt x="783718" y="132779"/>
                  </a:cubicBezTo>
                  <a:cubicBezTo>
                    <a:pt x="782670" y="139827"/>
                    <a:pt x="782194" y="146780"/>
                    <a:pt x="782194" y="153543"/>
                  </a:cubicBezTo>
                  <a:cubicBezTo>
                    <a:pt x="782194" y="159830"/>
                    <a:pt x="782765" y="166402"/>
                    <a:pt x="783908" y="173165"/>
                  </a:cubicBezTo>
                  <a:cubicBezTo>
                    <a:pt x="784956" y="179927"/>
                    <a:pt x="786956" y="186119"/>
                    <a:pt x="789909" y="191738"/>
                  </a:cubicBezTo>
                  <a:cubicBezTo>
                    <a:pt x="792862" y="197167"/>
                    <a:pt x="796767" y="201644"/>
                    <a:pt x="801815" y="205169"/>
                  </a:cubicBezTo>
                  <a:cubicBezTo>
                    <a:pt x="806768" y="208693"/>
                    <a:pt x="813245" y="210407"/>
                    <a:pt x="821151" y="210407"/>
                  </a:cubicBezTo>
                  <a:cubicBezTo>
                    <a:pt x="828676" y="210407"/>
                    <a:pt x="834962" y="208598"/>
                    <a:pt x="840010" y="204978"/>
                  </a:cubicBezTo>
                  <a:cubicBezTo>
                    <a:pt x="845154" y="201358"/>
                    <a:pt x="849250" y="196787"/>
                    <a:pt x="852298" y="191262"/>
                  </a:cubicBezTo>
                  <a:cubicBezTo>
                    <a:pt x="855441" y="185738"/>
                    <a:pt x="857632" y="179641"/>
                    <a:pt x="859060" y="172974"/>
                  </a:cubicBezTo>
                  <a:cubicBezTo>
                    <a:pt x="860394" y="166307"/>
                    <a:pt x="861061" y="159830"/>
                    <a:pt x="861061" y="153543"/>
                  </a:cubicBezTo>
                  <a:cubicBezTo>
                    <a:pt x="861061" y="146971"/>
                    <a:pt x="860394" y="140303"/>
                    <a:pt x="859156" y="133255"/>
                  </a:cubicBezTo>
                  <a:cubicBezTo>
                    <a:pt x="857918" y="126301"/>
                    <a:pt x="855727" y="119824"/>
                    <a:pt x="852584" y="114014"/>
                  </a:cubicBezTo>
                  <a:cubicBezTo>
                    <a:pt x="849440" y="108109"/>
                    <a:pt x="845345" y="103346"/>
                    <a:pt x="840296" y="99632"/>
                  </a:cubicBezTo>
                  <a:cubicBezTo>
                    <a:pt x="835248" y="95917"/>
                    <a:pt x="828866" y="94107"/>
                    <a:pt x="821437" y="94107"/>
                  </a:cubicBezTo>
                  <a:close/>
                  <a:moveTo>
                    <a:pt x="1107663" y="93916"/>
                  </a:moveTo>
                  <a:cubicBezTo>
                    <a:pt x="1100138" y="93916"/>
                    <a:pt x="1093851" y="95726"/>
                    <a:pt x="1088803" y="99441"/>
                  </a:cubicBezTo>
                  <a:cubicBezTo>
                    <a:pt x="1083755" y="103156"/>
                    <a:pt x="1079564" y="107918"/>
                    <a:pt x="1076516" y="113633"/>
                  </a:cubicBezTo>
                  <a:cubicBezTo>
                    <a:pt x="1073372" y="119444"/>
                    <a:pt x="1071182" y="125730"/>
                    <a:pt x="1069753" y="132779"/>
                  </a:cubicBezTo>
                  <a:cubicBezTo>
                    <a:pt x="1068420" y="139732"/>
                    <a:pt x="1067753" y="146495"/>
                    <a:pt x="1067753" y="153067"/>
                  </a:cubicBezTo>
                  <a:cubicBezTo>
                    <a:pt x="1067753" y="159639"/>
                    <a:pt x="1068420" y="166402"/>
                    <a:pt x="1069658" y="173450"/>
                  </a:cubicBezTo>
                  <a:cubicBezTo>
                    <a:pt x="1070801" y="180689"/>
                    <a:pt x="1072992" y="187262"/>
                    <a:pt x="1076135" y="193357"/>
                  </a:cubicBezTo>
                  <a:cubicBezTo>
                    <a:pt x="1079278" y="199263"/>
                    <a:pt x="1083374" y="204121"/>
                    <a:pt x="1088422" y="208026"/>
                  </a:cubicBezTo>
                  <a:cubicBezTo>
                    <a:pt x="1093566" y="211931"/>
                    <a:pt x="1099852" y="213931"/>
                    <a:pt x="1107281" y="213931"/>
                  </a:cubicBezTo>
                  <a:cubicBezTo>
                    <a:pt x="1115187" y="213931"/>
                    <a:pt x="1121664" y="212026"/>
                    <a:pt x="1126808" y="208216"/>
                  </a:cubicBezTo>
                  <a:cubicBezTo>
                    <a:pt x="1131856" y="204406"/>
                    <a:pt x="1135952" y="199549"/>
                    <a:pt x="1138809" y="193643"/>
                  </a:cubicBezTo>
                  <a:cubicBezTo>
                    <a:pt x="1141667" y="187738"/>
                    <a:pt x="1143762" y="181261"/>
                    <a:pt x="1144905" y="174022"/>
                  </a:cubicBezTo>
                  <a:cubicBezTo>
                    <a:pt x="1146048" y="166878"/>
                    <a:pt x="1146620" y="159829"/>
                    <a:pt x="1146620" y="153067"/>
                  </a:cubicBezTo>
                  <a:cubicBezTo>
                    <a:pt x="1146620" y="146304"/>
                    <a:pt x="1146143" y="139446"/>
                    <a:pt x="1145096" y="132493"/>
                  </a:cubicBezTo>
                  <a:cubicBezTo>
                    <a:pt x="1144048" y="125539"/>
                    <a:pt x="1142048" y="119158"/>
                    <a:pt x="1139190" y="113347"/>
                  </a:cubicBezTo>
                  <a:cubicBezTo>
                    <a:pt x="1136238" y="107537"/>
                    <a:pt x="1132332" y="102870"/>
                    <a:pt x="1127284" y="99346"/>
                  </a:cubicBezTo>
                  <a:cubicBezTo>
                    <a:pt x="1122331" y="95726"/>
                    <a:pt x="1115759" y="93916"/>
                    <a:pt x="1107663" y="93916"/>
                  </a:cubicBezTo>
                  <a:close/>
                  <a:moveTo>
                    <a:pt x="1598676" y="93536"/>
                  </a:moveTo>
                  <a:cubicBezTo>
                    <a:pt x="1590770" y="93536"/>
                    <a:pt x="1584103" y="95250"/>
                    <a:pt x="1578673" y="98774"/>
                  </a:cubicBezTo>
                  <a:cubicBezTo>
                    <a:pt x="1573244" y="102299"/>
                    <a:pt x="1568863" y="106871"/>
                    <a:pt x="1565434" y="112681"/>
                  </a:cubicBezTo>
                  <a:cubicBezTo>
                    <a:pt x="1562005" y="118491"/>
                    <a:pt x="1559528" y="124873"/>
                    <a:pt x="1557909" y="131921"/>
                  </a:cubicBezTo>
                  <a:cubicBezTo>
                    <a:pt x="1556385" y="138970"/>
                    <a:pt x="1555528" y="146114"/>
                    <a:pt x="1555528" y="153353"/>
                  </a:cubicBezTo>
                  <a:cubicBezTo>
                    <a:pt x="1555528" y="160782"/>
                    <a:pt x="1556289" y="168116"/>
                    <a:pt x="1557909" y="175450"/>
                  </a:cubicBezTo>
                  <a:cubicBezTo>
                    <a:pt x="1559338" y="182594"/>
                    <a:pt x="1561814" y="189166"/>
                    <a:pt x="1565148" y="195072"/>
                  </a:cubicBezTo>
                  <a:cubicBezTo>
                    <a:pt x="1568672" y="200692"/>
                    <a:pt x="1573149" y="205359"/>
                    <a:pt x="1578578" y="208979"/>
                  </a:cubicBezTo>
                  <a:cubicBezTo>
                    <a:pt x="1584007" y="212598"/>
                    <a:pt x="1590675" y="214408"/>
                    <a:pt x="1598580" y="214408"/>
                  </a:cubicBezTo>
                  <a:cubicBezTo>
                    <a:pt x="1606296" y="214408"/>
                    <a:pt x="1612868" y="212598"/>
                    <a:pt x="1618392" y="208979"/>
                  </a:cubicBezTo>
                  <a:cubicBezTo>
                    <a:pt x="1623917" y="205359"/>
                    <a:pt x="1628394" y="200787"/>
                    <a:pt x="1631823" y="195072"/>
                  </a:cubicBezTo>
                  <a:cubicBezTo>
                    <a:pt x="1635252" y="189357"/>
                    <a:pt x="1637728" y="182975"/>
                    <a:pt x="1639347" y="175641"/>
                  </a:cubicBezTo>
                  <a:cubicBezTo>
                    <a:pt x="1640872" y="168307"/>
                    <a:pt x="1641729" y="160877"/>
                    <a:pt x="1641729" y="153257"/>
                  </a:cubicBezTo>
                  <a:cubicBezTo>
                    <a:pt x="1641729" y="146114"/>
                    <a:pt x="1640967" y="138874"/>
                    <a:pt x="1639538" y="131731"/>
                  </a:cubicBezTo>
                  <a:cubicBezTo>
                    <a:pt x="1638109" y="124587"/>
                    <a:pt x="1635633" y="118110"/>
                    <a:pt x="1632204" y="112490"/>
                  </a:cubicBezTo>
                  <a:cubicBezTo>
                    <a:pt x="1628775" y="106871"/>
                    <a:pt x="1624298" y="102203"/>
                    <a:pt x="1618964" y="98774"/>
                  </a:cubicBezTo>
                  <a:cubicBezTo>
                    <a:pt x="1613535" y="95250"/>
                    <a:pt x="1606772" y="93536"/>
                    <a:pt x="1598676" y="93536"/>
                  </a:cubicBezTo>
                  <a:close/>
                  <a:moveTo>
                    <a:pt x="1282922" y="91440"/>
                  </a:moveTo>
                  <a:cubicBezTo>
                    <a:pt x="1276255" y="91440"/>
                    <a:pt x="1270445" y="92869"/>
                    <a:pt x="1265587" y="95822"/>
                  </a:cubicBezTo>
                  <a:cubicBezTo>
                    <a:pt x="1260729" y="98775"/>
                    <a:pt x="1256538" y="102585"/>
                    <a:pt x="1253299" y="107252"/>
                  </a:cubicBezTo>
                  <a:cubicBezTo>
                    <a:pt x="1249966" y="111919"/>
                    <a:pt x="1247489" y="117253"/>
                    <a:pt x="1245775" y="123063"/>
                  </a:cubicBezTo>
                  <a:cubicBezTo>
                    <a:pt x="1244156" y="128969"/>
                    <a:pt x="1243203" y="134779"/>
                    <a:pt x="1243012" y="140685"/>
                  </a:cubicBezTo>
                  <a:lnTo>
                    <a:pt x="1317776" y="140685"/>
                  </a:lnTo>
                  <a:lnTo>
                    <a:pt x="1317784" y="140780"/>
                  </a:lnTo>
                  <a:lnTo>
                    <a:pt x="1317784" y="140685"/>
                  </a:lnTo>
                  <a:lnTo>
                    <a:pt x="1317776" y="140685"/>
                  </a:lnTo>
                  <a:lnTo>
                    <a:pt x="1316260" y="122682"/>
                  </a:lnTo>
                  <a:cubicBezTo>
                    <a:pt x="1315212" y="116682"/>
                    <a:pt x="1313402" y="111443"/>
                    <a:pt x="1310831" y="106871"/>
                  </a:cubicBezTo>
                  <a:cubicBezTo>
                    <a:pt x="1308259" y="102299"/>
                    <a:pt x="1304735" y="98584"/>
                    <a:pt x="1300258" y="95727"/>
                  </a:cubicBezTo>
                  <a:cubicBezTo>
                    <a:pt x="1295781" y="92869"/>
                    <a:pt x="1289971" y="91440"/>
                    <a:pt x="1282922" y="91440"/>
                  </a:cubicBezTo>
                  <a:close/>
                  <a:moveTo>
                    <a:pt x="396621" y="91440"/>
                  </a:moveTo>
                  <a:cubicBezTo>
                    <a:pt x="389954" y="91440"/>
                    <a:pt x="384144" y="92869"/>
                    <a:pt x="379286" y="95822"/>
                  </a:cubicBezTo>
                  <a:cubicBezTo>
                    <a:pt x="374428" y="98775"/>
                    <a:pt x="370237" y="102585"/>
                    <a:pt x="366998" y="107252"/>
                  </a:cubicBezTo>
                  <a:cubicBezTo>
                    <a:pt x="363665" y="111919"/>
                    <a:pt x="361188" y="117253"/>
                    <a:pt x="359474" y="123063"/>
                  </a:cubicBezTo>
                  <a:cubicBezTo>
                    <a:pt x="357854" y="128969"/>
                    <a:pt x="356902" y="134779"/>
                    <a:pt x="356711" y="140685"/>
                  </a:cubicBezTo>
                  <a:lnTo>
                    <a:pt x="431475" y="140685"/>
                  </a:lnTo>
                  <a:lnTo>
                    <a:pt x="431483" y="140780"/>
                  </a:lnTo>
                  <a:lnTo>
                    <a:pt x="431483" y="140685"/>
                  </a:lnTo>
                  <a:lnTo>
                    <a:pt x="431475" y="140685"/>
                  </a:lnTo>
                  <a:lnTo>
                    <a:pt x="429959" y="122682"/>
                  </a:lnTo>
                  <a:cubicBezTo>
                    <a:pt x="428911" y="116682"/>
                    <a:pt x="427101" y="111443"/>
                    <a:pt x="424529" y="106871"/>
                  </a:cubicBezTo>
                  <a:cubicBezTo>
                    <a:pt x="421958" y="102299"/>
                    <a:pt x="418434" y="98584"/>
                    <a:pt x="413957" y="95727"/>
                  </a:cubicBezTo>
                  <a:cubicBezTo>
                    <a:pt x="409480" y="92869"/>
                    <a:pt x="403670" y="91440"/>
                    <a:pt x="396621" y="91440"/>
                  </a:cubicBezTo>
                  <a:close/>
                  <a:moveTo>
                    <a:pt x="230505" y="91440"/>
                  </a:moveTo>
                  <a:cubicBezTo>
                    <a:pt x="223838" y="91440"/>
                    <a:pt x="218028" y="92869"/>
                    <a:pt x="213170" y="95822"/>
                  </a:cubicBezTo>
                  <a:cubicBezTo>
                    <a:pt x="208312" y="98775"/>
                    <a:pt x="204216" y="102585"/>
                    <a:pt x="200883" y="107252"/>
                  </a:cubicBezTo>
                  <a:cubicBezTo>
                    <a:pt x="197549" y="111919"/>
                    <a:pt x="195072" y="117253"/>
                    <a:pt x="193358" y="123063"/>
                  </a:cubicBezTo>
                  <a:cubicBezTo>
                    <a:pt x="191643" y="128969"/>
                    <a:pt x="190786" y="134779"/>
                    <a:pt x="190596" y="140685"/>
                  </a:cubicBezTo>
                  <a:lnTo>
                    <a:pt x="265359" y="140685"/>
                  </a:lnTo>
                  <a:lnTo>
                    <a:pt x="265367" y="140780"/>
                  </a:lnTo>
                  <a:lnTo>
                    <a:pt x="265367" y="140685"/>
                  </a:lnTo>
                  <a:lnTo>
                    <a:pt x="265359" y="140685"/>
                  </a:lnTo>
                  <a:lnTo>
                    <a:pt x="263843" y="122682"/>
                  </a:lnTo>
                  <a:cubicBezTo>
                    <a:pt x="262795" y="116682"/>
                    <a:pt x="260985" y="111443"/>
                    <a:pt x="258413" y="106871"/>
                  </a:cubicBezTo>
                  <a:cubicBezTo>
                    <a:pt x="255842" y="102299"/>
                    <a:pt x="252318" y="98584"/>
                    <a:pt x="247841" y="95727"/>
                  </a:cubicBezTo>
                  <a:cubicBezTo>
                    <a:pt x="243364" y="92869"/>
                    <a:pt x="237554" y="91440"/>
                    <a:pt x="230505" y="91440"/>
                  </a:cubicBezTo>
                  <a:close/>
                  <a:moveTo>
                    <a:pt x="499872" y="72199"/>
                  </a:moveTo>
                  <a:lnTo>
                    <a:pt x="531114" y="72199"/>
                  </a:lnTo>
                  <a:lnTo>
                    <a:pt x="531114" y="235553"/>
                  </a:lnTo>
                  <a:lnTo>
                    <a:pt x="499872" y="235553"/>
                  </a:lnTo>
                  <a:close/>
                  <a:moveTo>
                    <a:pt x="1364361" y="72104"/>
                  </a:moveTo>
                  <a:lnTo>
                    <a:pt x="1398365" y="72104"/>
                  </a:lnTo>
                  <a:lnTo>
                    <a:pt x="1436465" y="206406"/>
                  </a:lnTo>
                  <a:lnTo>
                    <a:pt x="1473899" y="72104"/>
                  </a:lnTo>
                  <a:lnTo>
                    <a:pt x="1505712" y="72104"/>
                  </a:lnTo>
                  <a:lnTo>
                    <a:pt x="1446086" y="257365"/>
                  </a:lnTo>
                  <a:cubicBezTo>
                    <a:pt x="1443990" y="263652"/>
                    <a:pt x="1441609" y="269938"/>
                    <a:pt x="1438942" y="276129"/>
                  </a:cubicBezTo>
                  <a:cubicBezTo>
                    <a:pt x="1436275" y="282321"/>
                    <a:pt x="1432941" y="287940"/>
                    <a:pt x="1428940" y="292988"/>
                  </a:cubicBezTo>
                  <a:cubicBezTo>
                    <a:pt x="1424940" y="298037"/>
                    <a:pt x="1420178" y="302037"/>
                    <a:pt x="1414462" y="305085"/>
                  </a:cubicBezTo>
                  <a:cubicBezTo>
                    <a:pt x="1408748" y="308133"/>
                    <a:pt x="1401794" y="309657"/>
                    <a:pt x="1393698" y="309657"/>
                  </a:cubicBezTo>
                  <a:cubicBezTo>
                    <a:pt x="1385126" y="309657"/>
                    <a:pt x="1377601" y="308895"/>
                    <a:pt x="1370933" y="307371"/>
                  </a:cubicBezTo>
                  <a:lnTo>
                    <a:pt x="1372838" y="282225"/>
                  </a:lnTo>
                  <a:cubicBezTo>
                    <a:pt x="1377791" y="283750"/>
                    <a:pt x="1382935" y="284511"/>
                    <a:pt x="1388174" y="284511"/>
                  </a:cubicBezTo>
                  <a:cubicBezTo>
                    <a:pt x="1396079" y="284511"/>
                    <a:pt x="1402080" y="281749"/>
                    <a:pt x="1406081" y="276320"/>
                  </a:cubicBezTo>
                  <a:cubicBezTo>
                    <a:pt x="1410176" y="270891"/>
                    <a:pt x="1413796" y="262604"/>
                    <a:pt x="1417129" y="251460"/>
                  </a:cubicBezTo>
                  <a:lnTo>
                    <a:pt x="1420273" y="241363"/>
                  </a:lnTo>
                  <a:close/>
                  <a:moveTo>
                    <a:pt x="1793272" y="68961"/>
                  </a:moveTo>
                  <a:cubicBezTo>
                    <a:pt x="1802797" y="68961"/>
                    <a:pt x="1810989" y="70485"/>
                    <a:pt x="1817752" y="73533"/>
                  </a:cubicBezTo>
                  <a:cubicBezTo>
                    <a:pt x="1824514" y="76581"/>
                    <a:pt x="1829944" y="80867"/>
                    <a:pt x="1833944" y="86392"/>
                  </a:cubicBezTo>
                  <a:cubicBezTo>
                    <a:pt x="1837945" y="91916"/>
                    <a:pt x="1840993" y="98679"/>
                    <a:pt x="1842802" y="106490"/>
                  </a:cubicBezTo>
                  <a:cubicBezTo>
                    <a:pt x="1844612" y="114300"/>
                    <a:pt x="1845565" y="122968"/>
                    <a:pt x="1845565" y="132302"/>
                  </a:cubicBezTo>
                  <a:lnTo>
                    <a:pt x="1845565" y="235553"/>
                  </a:lnTo>
                  <a:lnTo>
                    <a:pt x="1814037" y="235553"/>
                  </a:lnTo>
                  <a:lnTo>
                    <a:pt x="1814037" y="139160"/>
                  </a:lnTo>
                  <a:cubicBezTo>
                    <a:pt x="1814037" y="133540"/>
                    <a:pt x="1813656" y="127921"/>
                    <a:pt x="1812989" y="122491"/>
                  </a:cubicBezTo>
                  <a:cubicBezTo>
                    <a:pt x="1812227" y="117062"/>
                    <a:pt x="1810798" y="112300"/>
                    <a:pt x="1808608" y="108109"/>
                  </a:cubicBezTo>
                  <a:cubicBezTo>
                    <a:pt x="1806417" y="103918"/>
                    <a:pt x="1803274" y="100679"/>
                    <a:pt x="1799273" y="98107"/>
                  </a:cubicBezTo>
                  <a:cubicBezTo>
                    <a:pt x="1795177" y="95631"/>
                    <a:pt x="1789843" y="94393"/>
                    <a:pt x="1783176" y="94393"/>
                  </a:cubicBezTo>
                  <a:cubicBezTo>
                    <a:pt x="1775937" y="94393"/>
                    <a:pt x="1769841" y="95917"/>
                    <a:pt x="1764888" y="98965"/>
                  </a:cubicBezTo>
                  <a:cubicBezTo>
                    <a:pt x="1760030" y="102013"/>
                    <a:pt x="1756125" y="106013"/>
                    <a:pt x="1753172" y="110871"/>
                  </a:cubicBezTo>
                  <a:cubicBezTo>
                    <a:pt x="1750219" y="115729"/>
                    <a:pt x="1748219" y="121349"/>
                    <a:pt x="1746886" y="127540"/>
                  </a:cubicBezTo>
                  <a:cubicBezTo>
                    <a:pt x="1745647" y="133731"/>
                    <a:pt x="1744981" y="140113"/>
                    <a:pt x="1744981" y="146685"/>
                  </a:cubicBezTo>
                  <a:lnTo>
                    <a:pt x="1744981" y="235553"/>
                  </a:lnTo>
                  <a:lnTo>
                    <a:pt x="1713929" y="235553"/>
                  </a:lnTo>
                  <a:lnTo>
                    <a:pt x="1713929" y="109728"/>
                  </a:lnTo>
                  <a:cubicBezTo>
                    <a:pt x="1713929" y="103441"/>
                    <a:pt x="1713834" y="97155"/>
                    <a:pt x="1713643" y="90964"/>
                  </a:cubicBezTo>
                  <a:cubicBezTo>
                    <a:pt x="1713453" y="84773"/>
                    <a:pt x="1712977" y="78486"/>
                    <a:pt x="1712405" y="72199"/>
                  </a:cubicBezTo>
                  <a:lnTo>
                    <a:pt x="1741742" y="72199"/>
                  </a:lnTo>
                  <a:lnTo>
                    <a:pt x="1742695" y="100298"/>
                  </a:lnTo>
                  <a:cubicBezTo>
                    <a:pt x="1753553" y="79343"/>
                    <a:pt x="1770412" y="68961"/>
                    <a:pt x="1793272" y="68961"/>
                  </a:cubicBezTo>
                  <a:close/>
                  <a:moveTo>
                    <a:pt x="1598580" y="68961"/>
                  </a:moveTo>
                  <a:cubicBezTo>
                    <a:pt x="1610868" y="68961"/>
                    <a:pt x="1621726" y="70961"/>
                    <a:pt x="1631347" y="74962"/>
                  </a:cubicBezTo>
                  <a:cubicBezTo>
                    <a:pt x="1640872" y="78962"/>
                    <a:pt x="1648968" y="84677"/>
                    <a:pt x="1655540" y="91916"/>
                  </a:cubicBezTo>
                  <a:cubicBezTo>
                    <a:pt x="1662112" y="99250"/>
                    <a:pt x="1667065" y="108109"/>
                    <a:pt x="1670399" y="118586"/>
                  </a:cubicBezTo>
                  <a:cubicBezTo>
                    <a:pt x="1673733" y="129064"/>
                    <a:pt x="1675352" y="140589"/>
                    <a:pt x="1675352" y="153257"/>
                  </a:cubicBezTo>
                  <a:cubicBezTo>
                    <a:pt x="1675352" y="165640"/>
                    <a:pt x="1673638" y="177070"/>
                    <a:pt x="1670399" y="187547"/>
                  </a:cubicBezTo>
                  <a:cubicBezTo>
                    <a:pt x="1667065" y="198025"/>
                    <a:pt x="1662112" y="207074"/>
                    <a:pt x="1655540" y="214789"/>
                  </a:cubicBezTo>
                  <a:cubicBezTo>
                    <a:pt x="1648968" y="222504"/>
                    <a:pt x="1640872" y="228505"/>
                    <a:pt x="1631347" y="232791"/>
                  </a:cubicBezTo>
                  <a:cubicBezTo>
                    <a:pt x="1621726" y="237077"/>
                    <a:pt x="1610868" y="239173"/>
                    <a:pt x="1598580" y="239173"/>
                  </a:cubicBezTo>
                  <a:cubicBezTo>
                    <a:pt x="1585817" y="239173"/>
                    <a:pt x="1574768" y="237077"/>
                    <a:pt x="1565434" y="232886"/>
                  </a:cubicBezTo>
                  <a:cubicBezTo>
                    <a:pt x="1551051" y="226314"/>
                    <a:pt x="1540192" y="216122"/>
                    <a:pt x="1532858" y="202216"/>
                  </a:cubicBezTo>
                  <a:cubicBezTo>
                    <a:pt x="1525429" y="188309"/>
                    <a:pt x="1521809" y="171926"/>
                    <a:pt x="1521809" y="153257"/>
                  </a:cubicBezTo>
                  <a:cubicBezTo>
                    <a:pt x="1521809" y="140875"/>
                    <a:pt x="1523619" y="129445"/>
                    <a:pt x="1527238" y="119158"/>
                  </a:cubicBezTo>
                  <a:cubicBezTo>
                    <a:pt x="1530858" y="108775"/>
                    <a:pt x="1536001" y="99917"/>
                    <a:pt x="1542669" y="92488"/>
                  </a:cubicBezTo>
                  <a:cubicBezTo>
                    <a:pt x="1549336" y="85058"/>
                    <a:pt x="1557433" y="79343"/>
                    <a:pt x="1566862" y="75152"/>
                  </a:cubicBezTo>
                  <a:cubicBezTo>
                    <a:pt x="1576292" y="71057"/>
                    <a:pt x="1586865" y="68961"/>
                    <a:pt x="1598580" y="68961"/>
                  </a:cubicBezTo>
                  <a:close/>
                  <a:moveTo>
                    <a:pt x="812388" y="68961"/>
                  </a:moveTo>
                  <a:cubicBezTo>
                    <a:pt x="823247" y="68961"/>
                    <a:pt x="832867" y="71438"/>
                    <a:pt x="841249" y="76295"/>
                  </a:cubicBezTo>
                  <a:cubicBezTo>
                    <a:pt x="849631" y="81153"/>
                    <a:pt x="856393" y="88868"/>
                    <a:pt x="861347" y="99346"/>
                  </a:cubicBezTo>
                  <a:lnTo>
                    <a:pt x="861347" y="72199"/>
                  </a:lnTo>
                  <a:lnTo>
                    <a:pt x="891350" y="72199"/>
                  </a:lnTo>
                  <a:lnTo>
                    <a:pt x="891350" y="226409"/>
                  </a:lnTo>
                  <a:cubicBezTo>
                    <a:pt x="891350" y="253174"/>
                    <a:pt x="884968" y="273749"/>
                    <a:pt x="872300" y="288131"/>
                  </a:cubicBezTo>
                  <a:cubicBezTo>
                    <a:pt x="859632" y="302514"/>
                    <a:pt x="840106" y="309658"/>
                    <a:pt x="813912" y="309658"/>
                  </a:cubicBezTo>
                  <a:cubicBezTo>
                    <a:pt x="804959" y="309658"/>
                    <a:pt x="796100" y="308896"/>
                    <a:pt x="787242" y="307372"/>
                  </a:cubicBezTo>
                  <a:cubicBezTo>
                    <a:pt x="778384" y="305848"/>
                    <a:pt x="769621" y="303657"/>
                    <a:pt x="760858" y="300799"/>
                  </a:cubicBezTo>
                  <a:lnTo>
                    <a:pt x="762763" y="273082"/>
                  </a:lnTo>
                  <a:cubicBezTo>
                    <a:pt x="769621" y="276797"/>
                    <a:pt x="777050" y="279654"/>
                    <a:pt x="785051" y="281749"/>
                  </a:cubicBezTo>
                  <a:cubicBezTo>
                    <a:pt x="793052" y="283845"/>
                    <a:pt x="801149" y="284893"/>
                    <a:pt x="809245" y="284893"/>
                  </a:cubicBezTo>
                  <a:cubicBezTo>
                    <a:pt x="818198" y="284893"/>
                    <a:pt x="825913" y="283464"/>
                    <a:pt x="832295" y="280607"/>
                  </a:cubicBezTo>
                  <a:cubicBezTo>
                    <a:pt x="838772" y="277749"/>
                    <a:pt x="844011" y="273844"/>
                    <a:pt x="848202" y="268700"/>
                  </a:cubicBezTo>
                  <a:cubicBezTo>
                    <a:pt x="852393" y="263557"/>
                    <a:pt x="855346" y="257461"/>
                    <a:pt x="857251" y="250222"/>
                  </a:cubicBezTo>
                  <a:cubicBezTo>
                    <a:pt x="859156" y="243078"/>
                    <a:pt x="860013" y="235077"/>
                    <a:pt x="860013" y="226409"/>
                  </a:cubicBezTo>
                  <a:lnTo>
                    <a:pt x="860013" y="207169"/>
                  </a:lnTo>
                  <a:cubicBezTo>
                    <a:pt x="855060" y="216313"/>
                    <a:pt x="848202" y="223361"/>
                    <a:pt x="839534" y="228219"/>
                  </a:cubicBezTo>
                  <a:cubicBezTo>
                    <a:pt x="830866" y="233077"/>
                    <a:pt x="821627" y="235553"/>
                    <a:pt x="811626" y="235553"/>
                  </a:cubicBezTo>
                  <a:cubicBezTo>
                    <a:pt x="800196" y="235553"/>
                    <a:pt x="790480" y="233172"/>
                    <a:pt x="782480" y="228409"/>
                  </a:cubicBezTo>
                  <a:cubicBezTo>
                    <a:pt x="774478" y="223647"/>
                    <a:pt x="767906" y="217361"/>
                    <a:pt x="762858" y="209645"/>
                  </a:cubicBezTo>
                  <a:cubicBezTo>
                    <a:pt x="757810" y="201930"/>
                    <a:pt x="754095" y="193167"/>
                    <a:pt x="751809" y="183356"/>
                  </a:cubicBezTo>
                  <a:cubicBezTo>
                    <a:pt x="749523" y="173546"/>
                    <a:pt x="748380" y="163544"/>
                    <a:pt x="748380" y="153257"/>
                  </a:cubicBezTo>
                  <a:cubicBezTo>
                    <a:pt x="748380" y="142399"/>
                    <a:pt x="749523" y="131826"/>
                    <a:pt x="751809" y="121730"/>
                  </a:cubicBezTo>
                  <a:cubicBezTo>
                    <a:pt x="754095" y="111633"/>
                    <a:pt x="757810" y="102584"/>
                    <a:pt x="763049" y="94774"/>
                  </a:cubicBezTo>
                  <a:cubicBezTo>
                    <a:pt x="768287" y="86963"/>
                    <a:pt x="774859" y="80677"/>
                    <a:pt x="782860" y="76009"/>
                  </a:cubicBezTo>
                  <a:cubicBezTo>
                    <a:pt x="790861" y="71342"/>
                    <a:pt x="800672" y="68961"/>
                    <a:pt x="812388" y="68961"/>
                  </a:cubicBezTo>
                  <a:close/>
                  <a:moveTo>
                    <a:pt x="657701" y="68961"/>
                  </a:moveTo>
                  <a:cubicBezTo>
                    <a:pt x="667226" y="68961"/>
                    <a:pt x="675418" y="70485"/>
                    <a:pt x="682180" y="73533"/>
                  </a:cubicBezTo>
                  <a:cubicBezTo>
                    <a:pt x="688943" y="76581"/>
                    <a:pt x="694373" y="80867"/>
                    <a:pt x="698373" y="86392"/>
                  </a:cubicBezTo>
                  <a:cubicBezTo>
                    <a:pt x="702374" y="91916"/>
                    <a:pt x="705422" y="98679"/>
                    <a:pt x="707231" y="106490"/>
                  </a:cubicBezTo>
                  <a:cubicBezTo>
                    <a:pt x="709136" y="114300"/>
                    <a:pt x="709994" y="122968"/>
                    <a:pt x="709994" y="132302"/>
                  </a:cubicBezTo>
                  <a:lnTo>
                    <a:pt x="709994" y="235553"/>
                  </a:lnTo>
                  <a:lnTo>
                    <a:pt x="678466" y="235553"/>
                  </a:lnTo>
                  <a:lnTo>
                    <a:pt x="678466" y="139160"/>
                  </a:lnTo>
                  <a:cubicBezTo>
                    <a:pt x="678466" y="133540"/>
                    <a:pt x="678085" y="127921"/>
                    <a:pt x="677323" y="122491"/>
                  </a:cubicBezTo>
                  <a:cubicBezTo>
                    <a:pt x="676561" y="117062"/>
                    <a:pt x="675132" y="112300"/>
                    <a:pt x="672941" y="108109"/>
                  </a:cubicBezTo>
                  <a:cubicBezTo>
                    <a:pt x="670751" y="104013"/>
                    <a:pt x="667607" y="100679"/>
                    <a:pt x="663607" y="98107"/>
                  </a:cubicBezTo>
                  <a:cubicBezTo>
                    <a:pt x="659606" y="95536"/>
                    <a:pt x="654177" y="94393"/>
                    <a:pt x="647509" y="94393"/>
                  </a:cubicBezTo>
                  <a:cubicBezTo>
                    <a:pt x="640271" y="94393"/>
                    <a:pt x="634175" y="95917"/>
                    <a:pt x="629222" y="98965"/>
                  </a:cubicBezTo>
                  <a:cubicBezTo>
                    <a:pt x="624364" y="102013"/>
                    <a:pt x="620459" y="106013"/>
                    <a:pt x="617506" y="110871"/>
                  </a:cubicBezTo>
                  <a:cubicBezTo>
                    <a:pt x="614553" y="115729"/>
                    <a:pt x="612553" y="121349"/>
                    <a:pt x="611219" y="127540"/>
                  </a:cubicBezTo>
                  <a:cubicBezTo>
                    <a:pt x="609981" y="133731"/>
                    <a:pt x="609314" y="140113"/>
                    <a:pt x="609314" y="146685"/>
                  </a:cubicBezTo>
                  <a:lnTo>
                    <a:pt x="609314" y="235553"/>
                  </a:lnTo>
                  <a:lnTo>
                    <a:pt x="578358" y="235553"/>
                  </a:lnTo>
                  <a:lnTo>
                    <a:pt x="578358" y="109728"/>
                  </a:lnTo>
                  <a:cubicBezTo>
                    <a:pt x="578358" y="103441"/>
                    <a:pt x="578263" y="97155"/>
                    <a:pt x="578072" y="90964"/>
                  </a:cubicBezTo>
                  <a:cubicBezTo>
                    <a:pt x="577882" y="84773"/>
                    <a:pt x="577405" y="78486"/>
                    <a:pt x="576834" y="72199"/>
                  </a:cubicBezTo>
                  <a:lnTo>
                    <a:pt x="606171" y="72199"/>
                  </a:lnTo>
                  <a:lnTo>
                    <a:pt x="607124" y="100298"/>
                  </a:lnTo>
                  <a:cubicBezTo>
                    <a:pt x="617982" y="79343"/>
                    <a:pt x="634841" y="68961"/>
                    <a:pt x="657701" y="68961"/>
                  </a:cubicBezTo>
                  <a:close/>
                  <a:moveTo>
                    <a:pt x="1282637" y="68866"/>
                  </a:moveTo>
                  <a:cubicBezTo>
                    <a:pt x="1294924" y="68866"/>
                    <a:pt x="1305211" y="70962"/>
                    <a:pt x="1313498" y="75248"/>
                  </a:cubicBezTo>
                  <a:cubicBezTo>
                    <a:pt x="1321784" y="79534"/>
                    <a:pt x="1328547" y="85344"/>
                    <a:pt x="1333595" y="92679"/>
                  </a:cubicBezTo>
                  <a:cubicBezTo>
                    <a:pt x="1338644" y="100108"/>
                    <a:pt x="1342358" y="108776"/>
                    <a:pt x="1344549" y="118777"/>
                  </a:cubicBezTo>
                  <a:cubicBezTo>
                    <a:pt x="1346740" y="128778"/>
                    <a:pt x="1347787" y="139542"/>
                    <a:pt x="1347787" y="151162"/>
                  </a:cubicBezTo>
                  <a:lnTo>
                    <a:pt x="1347787" y="160973"/>
                  </a:lnTo>
                  <a:lnTo>
                    <a:pt x="1243203" y="160973"/>
                  </a:lnTo>
                  <a:lnTo>
                    <a:pt x="1243203" y="161068"/>
                  </a:lnTo>
                  <a:cubicBezTo>
                    <a:pt x="1243203" y="168688"/>
                    <a:pt x="1244251" y="175832"/>
                    <a:pt x="1246441" y="182499"/>
                  </a:cubicBezTo>
                  <a:cubicBezTo>
                    <a:pt x="1248632" y="189167"/>
                    <a:pt x="1251871" y="194977"/>
                    <a:pt x="1256252" y="200025"/>
                  </a:cubicBezTo>
                  <a:cubicBezTo>
                    <a:pt x="1260634" y="205074"/>
                    <a:pt x="1266063" y="208979"/>
                    <a:pt x="1272635" y="211932"/>
                  </a:cubicBezTo>
                  <a:cubicBezTo>
                    <a:pt x="1279207" y="214884"/>
                    <a:pt x="1286732" y="216313"/>
                    <a:pt x="1295305" y="216313"/>
                  </a:cubicBezTo>
                  <a:cubicBezTo>
                    <a:pt x="1302353" y="216313"/>
                    <a:pt x="1309592" y="215456"/>
                    <a:pt x="1317022" y="213837"/>
                  </a:cubicBezTo>
                  <a:cubicBezTo>
                    <a:pt x="1324451" y="212217"/>
                    <a:pt x="1331214" y="209645"/>
                    <a:pt x="1337501" y="206121"/>
                  </a:cubicBezTo>
                  <a:lnTo>
                    <a:pt x="1339406" y="230315"/>
                  </a:lnTo>
                  <a:cubicBezTo>
                    <a:pt x="1332166" y="233363"/>
                    <a:pt x="1324451" y="235554"/>
                    <a:pt x="1316355" y="236982"/>
                  </a:cubicBezTo>
                  <a:cubicBezTo>
                    <a:pt x="1308259" y="238411"/>
                    <a:pt x="1299782" y="239078"/>
                    <a:pt x="1291114" y="239078"/>
                  </a:cubicBezTo>
                  <a:cubicBezTo>
                    <a:pt x="1277969" y="239078"/>
                    <a:pt x="1266444" y="236982"/>
                    <a:pt x="1256443" y="232887"/>
                  </a:cubicBezTo>
                  <a:cubicBezTo>
                    <a:pt x="1246441" y="228791"/>
                    <a:pt x="1238060" y="222885"/>
                    <a:pt x="1231297" y="215266"/>
                  </a:cubicBezTo>
                  <a:cubicBezTo>
                    <a:pt x="1224534" y="207645"/>
                    <a:pt x="1219486" y="198597"/>
                    <a:pt x="1216152" y="188119"/>
                  </a:cubicBezTo>
                  <a:cubicBezTo>
                    <a:pt x="1212818" y="177642"/>
                    <a:pt x="1211199" y="166021"/>
                    <a:pt x="1211199" y="153162"/>
                  </a:cubicBezTo>
                  <a:cubicBezTo>
                    <a:pt x="1211199" y="142018"/>
                    <a:pt x="1212818" y="131350"/>
                    <a:pt x="1216057" y="121158"/>
                  </a:cubicBezTo>
                  <a:cubicBezTo>
                    <a:pt x="1219295" y="110967"/>
                    <a:pt x="1223962" y="101918"/>
                    <a:pt x="1230058" y="94203"/>
                  </a:cubicBezTo>
                  <a:cubicBezTo>
                    <a:pt x="1236154" y="86487"/>
                    <a:pt x="1243679" y="80296"/>
                    <a:pt x="1252537" y="75724"/>
                  </a:cubicBezTo>
                  <a:cubicBezTo>
                    <a:pt x="1261396" y="71152"/>
                    <a:pt x="1271397" y="68866"/>
                    <a:pt x="1282637" y="68866"/>
                  </a:cubicBezTo>
                  <a:close/>
                  <a:moveTo>
                    <a:pt x="396336" y="68866"/>
                  </a:moveTo>
                  <a:cubicBezTo>
                    <a:pt x="408623" y="68866"/>
                    <a:pt x="418910" y="70962"/>
                    <a:pt x="427196" y="75248"/>
                  </a:cubicBezTo>
                  <a:cubicBezTo>
                    <a:pt x="435483" y="79534"/>
                    <a:pt x="442246" y="85344"/>
                    <a:pt x="447294" y="92679"/>
                  </a:cubicBezTo>
                  <a:cubicBezTo>
                    <a:pt x="452342" y="100108"/>
                    <a:pt x="456057" y="108776"/>
                    <a:pt x="458248" y="118777"/>
                  </a:cubicBezTo>
                  <a:cubicBezTo>
                    <a:pt x="460439" y="128778"/>
                    <a:pt x="461486" y="139542"/>
                    <a:pt x="461486" y="151162"/>
                  </a:cubicBezTo>
                  <a:lnTo>
                    <a:pt x="461486" y="160973"/>
                  </a:lnTo>
                  <a:lnTo>
                    <a:pt x="356902" y="160973"/>
                  </a:lnTo>
                  <a:lnTo>
                    <a:pt x="356902" y="161068"/>
                  </a:lnTo>
                  <a:cubicBezTo>
                    <a:pt x="356902" y="168688"/>
                    <a:pt x="357950" y="175832"/>
                    <a:pt x="360140" y="182499"/>
                  </a:cubicBezTo>
                  <a:cubicBezTo>
                    <a:pt x="362331" y="189167"/>
                    <a:pt x="365570" y="194977"/>
                    <a:pt x="369951" y="200025"/>
                  </a:cubicBezTo>
                  <a:cubicBezTo>
                    <a:pt x="374333" y="205074"/>
                    <a:pt x="379762" y="208979"/>
                    <a:pt x="386334" y="211932"/>
                  </a:cubicBezTo>
                  <a:cubicBezTo>
                    <a:pt x="392906" y="214884"/>
                    <a:pt x="400431" y="216313"/>
                    <a:pt x="409004" y="216313"/>
                  </a:cubicBezTo>
                  <a:cubicBezTo>
                    <a:pt x="416052" y="216313"/>
                    <a:pt x="423291" y="215456"/>
                    <a:pt x="430721" y="213837"/>
                  </a:cubicBezTo>
                  <a:cubicBezTo>
                    <a:pt x="438150" y="212217"/>
                    <a:pt x="444913" y="209645"/>
                    <a:pt x="451199" y="206121"/>
                  </a:cubicBezTo>
                  <a:lnTo>
                    <a:pt x="453104" y="230315"/>
                  </a:lnTo>
                  <a:cubicBezTo>
                    <a:pt x="445865" y="233363"/>
                    <a:pt x="438150" y="235554"/>
                    <a:pt x="430054" y="236982"/>
                  </a:cubicBezTo>
                  <a:cubicBezTo>
                    <a:pt x="421958" y="238411"/>
                    <a:pt x="413480" y="239078"/>
                    <a:pt x="404813" y="239078"/>
                  </a:cubicBezTo>
                  <a:cubicBezTo>
                    <a:pt x="391668" y="239078"/>
                    <a:pt x="380143" y="236982"/>
                    <a:pt x="370142" y="232887"/>
                  </a:cubicBezTo>
                  <a:cubicBezTo>
                    <a:pt x="360140" y="228791"/>
                    <a:pt x="351758" y="222885"/>
                    <a:pt x="344996" y="215266"/>
                  </a:cubicBezTo>
                  <a:cubicBezTo>
                    <a:pt x="338233" y="207645"/>
                    <a:pt x="333185" y="198597"/>
                    <a:pt x="329851" y="188119"/>
                  </a:cubicBezTo>
                  <a:cubicBezTo>
                    <a:pt x="326517" y="177642"/>
                    <a:pt x="324898" y="166021"/>
                    <a:pt x="324898" y="153162"/>
                  </a:cubicBezTo>
                  <a:cubicBezTo>
                    <a:pt x="324898" y="142018"/>
                    <a:pt x="326517" y="131350"/>
                    <a:pt x="329756" y="121158"/>
                  </a:cubicBezTo>
                  <a:cubicBezTo>
                    <a:pt x="332994" y="110967"/>
                    <a:pt x="337661" y="101918"/>
                    <a:pt x="343757" y="94203"/>
                  </a:cubicBezTo>
                  <a:cubicBezTo>
                    <a:pt x="349853" y="86487"/>
                    <a:pt x="357378" y="80296"/>
                    <a:pt x="366236" y="75724"/>
                  </a:cubicBezTo>
                  <a:cubicBezTo>
                    <a:pt x="375095" y="71152"/>
                    <a:pt x="385096" y="68866"/>
                    <a:pt x="396336" y="68866"/>
                  </a:cubicBezTo>
                  <a:close/>
                  <a:moveTo>
                    <a:pt x="230220" y="68866"/>
                  </a:moveTo>
                  <a:cubicBezTo>
                    <a:pt x="242507" y="68866"/>
                    <a:pt x="252794" y="70962"/>
                    <a:pt x="261081" y="75248"/>
                  </a:cubicBezTo>
                  <a:cubicBezTo>
                    <a:pt x="269367" y="79534"/>
                    <a:pt x="276130" y="85344"/>
                    <a:pt x="281178" y="92679"/>
                  </a:cubicBezTo>
                  <a:cubicBezTo>
                    <a:pt x="286226" y="100013"/>
                    <a:pt x="289941" y="108776"/>
                    <a:pt x="292132" y="118777"/>
                  </a:cubicBezTo>
                  <a:cubicBezTo>
                    <a:pt x="294323" y="128778"/>
                    <a:pt x="295371" y="139542"/>
                    <a:pt x="295371" y="151162"/>
                  </a:cubicBezTo>
                  <a:lnTo>
                    <a:pt x="295371" y="160973"/>
                  </a:lnTo>
                  <a:lnTo>
                    <a:pt x="190786" y="160973"/>
                  </a:lnTo>
                  <a:lnTo>
                    <a:pt x="190786" y="161068"/>
                  </a:lnTo>
                  <a:cubicBezTo>
                    <a:pt x="190786" y="168688"/>
                    <a:pt x="191929" y="175832"/>
                    <a:pt x="194025" y="182499"/>
                  </a:cubicBezTo>
                  <a:cubicBezTo>
                    <a:pt x="196215" y="189167"/>
                    <a:pt x="199454" y="194977"/>
                    <a:pt x="203835" y="200025"/>
                  </a:cubicBezTo>
                  <a:cubicBezTo>
                    <a:pt x="208217" y="205074"/>
                    <a:pt x="213646" y="208979"/>
                    <a:pt x="220218" y="211932"/>
                  </a:cubicBezTo>
                  <a:cubicBezTo>
                    <a:pt x="226790" y="214884"/>
                    <a:pt x="234315" y="216313"/>
                    <a:pt x="242888" y="216313"/>
                  </a:cubicBezTo>
                  <a:cubicBezTo>
                    <a:pt x="249936" y="216313"/>
                    <a:pt x="257175" y="215456"/>
                    <a:pt x="264605" y="213837"/>
                  </a:cubicBezTo>
                  <a:cubicBezTo>
                    <a:pt x="272034" y="212217"/>
                    <a:pt x="278797" y="209645"/>
                    <a:pt x="285084" y="206121"/>
                  </a:cubicBezTo>
                  <a:lnTo>
                    <a:pt x="286988" y="230315"/>
                  </a:lnTo>
                  <a:cubicBezTo>
                    <a:pt x="279749" y="233363"/>
                    <a:pt x="272034" y="235554"/>
                    <a:pt x="263938" y="236982"/>
                  </a:cubicBezTo>
                  <a:cubicBezTo>
                    <a:pt x="255842" y="238411"/>
                    <a:pt x="247364" y="239078"/>
                    <a:pt x="238697" y="239078"/>
                  </a:cubicBezTo>
                  <a:cubicBezTo>
                    <a:pt x="225552" y="239078"/>
                    <a:pt x="214027" y="236982"/>
                    <a:pt x="204026" y="232887"/>
                  </a:cubicBezTo>
                  <a:cubicBezTo>
                    <a:pt x="194025" y="228791"/>
                    <a:pt x="185642" y="222885"/>
                    <a:pt x="178880" y="215266"/>
                  </a:cubicBezTo>
                  <a:cubicBezTo>
                    <a:pt x="172117" y="207645"/>
                    <a:pt x="167069" y="198597"/>
                    <a:pt x="163735" y="188119"/>
                  </a:cubicBezTo>
                  <a:cubicBezTo>
                    <a:pt x="160401" y="177642"/>
                    <a:pt x="158782" y="166021"/>
                    <a:pt x="158782" y="153162"/>
                  </a:cubicBezTo>
                  <a:cubicBezTo>
                    <a:pt x="158782" y="142018"/>
                    <a:pt x="160401" y="131350"/>
                    <a:pt x="163640" y="121158"/>
                  </a:cubicBezTo>
                  <a:cubicBezTo>
                    <a:pt x="166878" y="110967"/>
                    <a:pt x="171546" y="101918"/>
                    <a:pt x="177641" y="94203"/>
                  </a:cubicBezTo>
                  <a:cubicBezTo>
                    <a:pt x="183737" y="86487"/>
                    <a:pt x="191262" y="80296"/>
                    <a:pt x="200121" y="75724"/>
                  </a:cubicBezTo>
                  <a:cubicBezTo>
                    <a:pt x="208979" y="71152"/>
                    <a:pt x="218980" y="68866"/>
                    <a:pt x="230220" y="68866"/>
                  </a:cubicBezTo>
                  <a:close/>
                  <a:moveTo>
                    <a:pt x="70866" y="14288"/>
                  </a:moveTo>
                  <a:cubicBezTo>
                    <a:pt x="87916" y="14288"/>
                    <a:pt x="103632" y="16574"/>
                    <a:pt x="118015" y="21146"/>
                  </a:cubicBezTo>
                  <a:lnTo>
                    <a:pt x="116110" y="49911"/>
                  </a:lnTo>
                  <a:cubicBezTo>
                    <a:pt x="109442" y="46863"/>
                    <a:pt x="102298" y="44673"/>
                    <a:pt x="94774" y="43244"/>
                  </a:cubicBezTo>
                  <a:cubicBezTo>
                    <a:pt x="87154" y="41815"/>
                    <a:pt x="79819" y="41149"/>
                    <a:pt x="72771" y="41149"/>
                  </a:cubicBezTo>
                  <a:cubicBezTo>
                    <a:pt x="68390" y="41149"/>
                    <a:pt x="64008" y="41720"/>
                    <a:pt x="59531" y="42768"/>
                  </a:cubicBezTo>
                  <a:cubicBezTo>
                    <a:pt x="55054" y="43911"/>
                    <a:pt x="51054" y="45625"/>
                    <a:pt x="47530" y="48197"/>
                  </a:cubicBezTo>
                  <a:cubicBezTo>
                    <a:pt x="44005" y="50674"/>
                    <a:pt x="41053" y="54007"/>
                    <a:pt x="38767" y="58008"/>
                  </a:cubicBezTo>
                  <a:cubicBezTo>
                    <a:pt x="36481" y="62008"/>
                    <a:pt x="35338" y="67152"/>
                    <a:pt x="35338" y="73152"/>
                  </a:cubicBezTo>
                  <a:cubicBezTo>
                    <a:pt x="35338" y="77725"/>
                    <a:pt x="36100" y="81630"/>
                    <a:pt x="37719" y="84868"/>
                  </a:cubicBezTo>
                  <a:cubicBezTo>
                    <a:pt x="39243" y="88107"/>
                    <a:pt x="41434" y="91059"/>
                    <a:pt x="44101" y="93726"/>
                  </a:cubicBezTo>
                  <a:cubicBezTo>
                    <a:pt x="46768" y="96393"/>
                    <a:pt x="49911" y="98679"/>
                    <a:pt x="53435" y="100775"/>
                  </a:cubicBezTo>
                  <a:cubicBezTo>
                    <a:pt x="56959" y="102870"/>
                    <a:pt x="60579" y="104871"/>
                    <a:pt x="64389" y="106776"/>
                  </a:cubicBezTo>
                  <a:lnTo>
                    <a:pt x="81534" y="114967"/>
                  </a:lnTo>
                  <a:cubicBezTo>
                    <a:pt x="87820" y="118015"/>
                    <a:pt x="93536" y="121254"/>
                    <a:pt x="98869" y="124587"/>
                  </a:cubicBezTo>
                  <a:cubicBezTo>
                    <a:pt x="104203" y="127921"/>
                    <a:pt x="108775" y="131922"/>
                    <a:pt x="112776" y="136494"/>
                  </a:cubicBezTo>
                  <a:cubicBezTo>
                    <a:pt x="116776" y="141066"/>
                    <a:pt x="119824" y="146400"/>
                    <a:pt x="122111" y="152496"/>
                  </a:cubicBezTo>
                  <a:cubicBezTo>
                    <a:pt x="124396" y="158592"/>
                    <a:pt x="125540" y="165926"/>
                    <a:pt x="125540" y="174403"/>
                  </a:cubicBezTo>
                  <a:cubicBezTo>
                    <a:pt x="125540" y="185547"/>
                    <a:pt x="123634" y="195168"/>
                    <a:pt x="119920" y="203359"/>
                  </a:cubicBezTo>
                  <a:cubicBezTo>
                    <a:pt x="116205" y="211551"/>
                    <a:pt x="111062" y="218218"/>
                    <a:pt x="104489" y="223457"/>
                  </a:cubicBezTo>
                  <a:cubicBezTo>
                    <a:pt x="97917" y="228696"/>
                    <a:pt x="90297" y="232601"/>
                    <a:pt x="81534" y="235268"/>
                  </a:cubicBezTo>
                  <a:cubicBezTo>
                    <a:pt x="72771" y="237840"/>
                    <a:pt x="63437" y="239173"/>
                    <a:pt x="53435" y="239173"/>
                  </a:cubicBezTo>
                  <a:cubicBezTo>
                    <a:pt x="45339" y="239173"/>
                    <a:pt x="36671" y="238507"/>
                    <a:pt x="27337" y="237078"/>
                  </a:cubicBezTo>
                  <a:cubicBezTo>
                    <a:pt x="18097" y="235649"/>
                    <a:pt x="8953" y="233458"/>
                    <a:pt x="0" y="230410"/>
                  </a:cubicBezTo>
                  <a:lnTo>
                    <a:pt x="1524" y="199930"/>
                  </a:lnTo>
                  <a:cubicBezTo>
                    <a:pt x="9620" y="204312"/>
                    <a:pt x="17716" y="207455"/>
                    <a:pt x="25717" y="209360"/>
                  </a:cubicBezTo>
                  <a:cubicBezTo>
                    <a:pt x="33718" y="211360"/>
                    <a:pt x="42386" y="212313"/>
                    <a:pt x="51816" y="212313"/>
                  </a:cubicBezTo>
                  <a:cubicBezTo>
                    <a:pt x="56769" y="212313"/>
                    <a:pt x="61722" y="211646"/>
                    <a:pt x="66484" y="210312"/>
                  </a:cubicBezTo>
                  <a:cubicBezTo>
                    <a:pt x="71247" y="208979"/>
                    <a:pt x="75533" y="206979"/>
                    <a:pt x="79248" y="204121"/>
                  </a:cubicBezTo>
                  <a:cubicBezTo>
                    <a:pt x="82963" y="201264"/>
                    <a:pt x="86011" y="197549"/>
                    <a:pt x="88297" y="192977"/>
                  </a:cubicBezTo>
                  <a:cubicBezTo>
                    <a:pt x="90583" y="188405"/>
                    <a:pt x="91726" y="182880"/>
                    <a:pt x="91726" y="176308"/>
                  </a:cubicBezTo>
                  <a:cubicBezTo>
                    <a:pt x="91726" y="171069"/>
                    <a:pt x="90773" y="166593"/>
                    <a:pt x="88773" y="162783"/>
                  </a:cubicBezTo>
                  <a:cubicBezTo>
                    <a:pt x="86773" y="158973"/>
                    <a:pt x="84201" y="155544"/>
                    <a:pt x="80963" y="152496"/>
                  </a:cubicBezTo>
                  <a:cubicBezTo>
                    <a:pt x="77724" y="149448"/>
                    <a:pt x="73914" y="146685"/>
                    <a:pt x="69532" y="144304"/>
                  </a:cubicBezTo>
                  <a:cubicBezTo>
                    <a:pt x="65151" y="141923"/>
                    <a:pt x="60579" y="139542"/>
                    <a:pt x="55816" y="137160"/>
                  </a:cubicBezTo>
                  <a:lnTo>
                    <a:pt x="39624" y="128969"/>
                  </a:lnTo>
                  <a:cubicBezTo>
                    <a:pt x="34671" y="126397"/>
                    <a:pt x="29813" y="123444"/>
                    <a:pt x="25241" y="120301"/>
                  </a:cubicBezTo>
                  <a:cubicBezTo>
                    <a:pt x="20669" y="117158"/>
                    <a:pt x="16669" y="113443"/>
                    <a:pt x="13335" y="109157"/>
                  </a:cubicBezTo>
                  <a:cubicBezTo>
                    <a:pt x="10001" y="104871"/>
                    <a:pt x="7334" y="100013"/>
                    <a:pt x="5429" y="94488"/>
                  </a:cubicBezTo>
                  <a:cubicBezTo>
                    <a:pt x="3429" y="88964"/>
                    <a:pt x="2476" y="82487"/>
                    <a:pt x="2476" y="75058"/>
                  </a:cubicBezTo>
                  <a:cubicBezTo>
                    <a:pt x="2476" y="64389"/>
                    <a:pt x="4477" y="55150"/>
                    <a:pt x="8572" y="47435"/>
                  </a:cubicBezTo>
                  <a:cubicBezTo>
                    <a:pt x="12668" y="39720"/>
                    <a:pt x="17907" y="33338"/>
                    <a:pt x="24479" y="28480"/>
                  </a:cubicBezTo>
                  <a:cubicBezTo>
                    <a:pt x="31051" y="23622"/>
                    <a:pt x="38386" y="20003"/>
                    <a:pt x="46482" y="17717"/>
                  </a:cubicBezTo>
                  <a:cubicBezTo>
                    <a:pt x="54578" y="15431"/>
                    <a:pt x="62674" y="14288"/>
                    <a:pt x="70866" y="14288"/>
                  </a:cubicBezTo>
                  <a:close/>
                  <a:moveTo>
                    <a:pt x="499872" y="6858"/>
                  </a:moveTo>
                  <a:lnTo>
                    <a:pt x="531114" y="6858"/>
                  </a:lnTo>
                  <a:lnTo>
                    <a:pt x="531114" y="38576"/>
                  </a:lnTo>
                  <a:lnTo>
                    <a:pt x="499872" y="38576"/>
                  </a:lnTo>
                  <a:close/>
                  <a:moveTo>
                    <a:pt x="1996155" y="0"/>
                  </a:moveTo>
                  <a:lnTo>
                    <a:pt x="2027397" y="0"/>
                  </a:lnTo>
                  <a:lnTo>
                    <a:pt x="2027397" y="186595"/>
                  </a:lnTo>
                  <a:cubicBezTo>
                    <a:pt x="2027397" y="195739"/>
                    <a:pt x="2027587" y="204311"/>
                    <a:pt x="2027873" y="212217"/>
                  </a:cubicBezTo>
                  <a:cubicBezTo>
                    <a:pt x="2028159" y="220123"/>
                    <a:pt x="2028540" y="227933"/>
                    <a:pt x="2028921" y="235553"/>
                  </a:cubicBezTo>
                  <a:lnTo>
                    <a:pt x="1999964" y="235553"/>
                  </a:lnTo>
                  <a:lnTo>
                    <a:pt x="1998060" y="208407"/>
                  </a:lnTo>
                  <a:cubicBezTo>
                    <a:pt x="1993297" y="218884"/>
                    <a:pt x="1986630" y="226600"/>
                    <a:pt x="1978057" y="231648"/>
                  </a:cubicBezTo>
                  <a:cubicBezTo>
                    <a:pt x="1969485" y="236696"/>
                    <a:pt x="1959864" y="239173"/>
                    <a:pt x="1949006" y="239173"/>
                  </a:cubicBezTo>
                  <a:cubicBezTo>
                    <a:pt x="1937100" y="239173"/>
                    <a:pt x="1927194" y="236696"/>
                    <a:pt x="1919002" y="231838"/>
                  </a:cubicBezTo>
                  <a:cubicBezTo>
                    <a:pt x="1910906" y="226981"/>
                    <a:pt x="1904238" y="220504"/>
                    <a:pt x="1899000" y="212407"/>
                  </a:cubicBezTo>
                  <a:cubicBezTo>
                    <a:pt x="1893761" y="204311"/>
                    <a:pt x="1890046" y="195167"/>
                    <a:pt x="1887760" y="184975"/>
                  </a:cubicBezTo>
                  <a:cubicBezTo>
                    <a:pt x="1885474" y="174784"/>
                    <a:pt x="1884331" y="164211"/>
                    <a:pt x="1884331" y="153257"/>
                  </a:cubicBezTo>
                  <a:cubicBezTo>
                    <a:pt x="1884331" y="142304"/>
                    <a:pt x="1885474" y="131826"/>
                    <a:pt x="1887760" y="121729"/>
                  </a:cubicBezTo>
                  <a:cubicBezTo>
                    <a:pt x="1890046" y="111633"/>
                    <a:pt x="1893761" y="102584"/>
                    <a:pt x="1899000" y="94774"/>
                  </a:cubicBezTo>
                  <a:cubicBezTo>
                    <a:pt x="1904238" y="86963"/>
                    <a:pt x="1910906" y="80677"/>
                    <a:pt x="1919002" y="76009"/>
                  </a:cubicBezTo>
                  <a:cubicBezTo>
                    <a:pt x="1927098" y="71342"/>
                    <a:pt x="1937100" y="68961"/>
                    <a:pt x="1949006" y="68961"/>
                  </a:cubicBezTo>
                  <a:cubicBezTo>
                    <a:pt x="1959007" y="68961"/>
                    <a:pt x="1968342" y="71533"/>
                    <a:pt x="1977105" y="76771"/>
                  </a:cubicBezTo>
                  <a:cubicBezTo>
                    <a:pt x="1985868" y="82010"/>
                    <a:pt x="1992154" y="89535"/>
                    <a:pt x="1996155" y="99346"/>
                  </a:cubicBezTo>
                  <a:close/>
                  <a:moveTo>
                    <a:pt x="1037368" y="0"/>
                  </a:moveTo>
                  <a:lnTo>
                    <a:pt x="1068610" y="0"/>
                  </a:lnTo>
                  <a:lnTo>
                    <a:pt x="1068610" y="99346"/>
                  </a:lnTo>
                  <a:cubicBezTo>
                    <a:pt x="1072515" y="89535"/>
                    <a:pt x="1078992" y="82010"/>
                    <a:pt x="1087946" y="76771"/>
                  </a:cubicBezTo>
                  <a:cubicBezTo>
                    <a:pt x="1096899" y="71533"/>
                    <a:pt x="1106329" y="68961"/>
                    <a:pt x="1116330" y="68961"/>
                  </a:cubicBezTo>
                  <a:cubicBezTo>
                    <a:pt x="1128237" y="68961"/>
                    <a:pt x="1138143" y="71342"/>
                    <a:pt x="1146334" y="76009"/>
                  </a:cubicBezTo>
                  <a:cubicBezTo>
                    <a:pt x="1154430" y="80677"/>
                    <a:pt x="1161002" y="86963"/>
                    <a:pt x="1166146" y="94774"/>
                  </a:cubicBezTo>
                  <a:cubicBezTo>
                    <a:pt x="1171289" y="102584"/>
                    <a:pt x="1174909" y="111633"/>
                    <a:pt x="1177100" y="121729"/>
                  </a:cubicBezTo>
                  <a:cubicBezTo>
                    <a:pt x="1179291" y="131826"/>
                    <a:pt x="1180338" y="142399"/>
                    <a:pt x="1180338" y="153257"/>
                  </a:cubicBezTo>
                  <a:cubicBezTo>
                    <a:pt x="1180338" y="164116"/>
                    <a:pt x="1179195" y="174688"/>
                    <a:pt x="1176909" y="184975"/>
                  </a:cubicBezTo>
                  <a:cubicBezTo>
                    <a:pt x="1174623" y="195263"/>
                    <a:pt x="1170909" y="204406"/>
                    <a:pt x="1165670" y="212407"/>
                  </a:cubicBezTo>
                  <a:cubicBezTo>
                    <a:pt x="1160431" y="220504"/>
                    <a:pt x="1153764" y="226981"/>
                    <a:pt x="1145667" y="231838"/>
                  </a:cubicBezTo>
                  <a:cubicBezTo>
                    <a:pt x="1137571" y="236696"/>
                    <a:pt x="1127570" y="239173"/>
                    <a:pt x="1115664" y="239173"/>
                  </a:cubicBezTo>
                  <a:cubicBezTo>
                    <a:pt x="1104805" y="239173"/>
                    <a:pt x="1095185" y="236696"/>
                    <a:pt x="1086803" y="231648"/>
                  </a:cubicBezTo>
                  <a:cubicBezTo>
                    <a:pt x="1078421" y="226600"/>
                    <a:pt x="1071658" y="218884"/>
                    <a:pt x="1066705" y="208407"/>
                  </a:cubicBezTo>
                  <a:lnTo>
                    <a:pt x="1066038" y="235553"/>
                  </a:lnTo>
                  <a:lnTo>
                    <a:pt x="1037368" y="235553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grpSp>
          <p:nvGrpSpPr>
            <p:cNvPr id="7" name="Gruppieren 6">
              <a:extLst>
                <a:ext uri="{FF2B5EF4-FFF2-40B4-BE49-F238E27FC236}">
                  <a16:creationId xmlns:a16="http://schemas.microsoft.com/office/drawing/2014/main" id="{863B5934-9DA1-CC98-91FB-140D8FE5F57C}"/>
                </a:ext>
              </a:extLst>
            </p:cNvPr>
            <p:cNvGrpSpPr/>
            <p:nvPr/>
          </p:nvGrpSpPr>
          <p:grpSpPr>
            <a:xfrm>
              <a:off x="5384017" y="2271830"/>
              <a:ext cx="1425574" cy="1425574"/>
              <a:chOff x="5423248" y="2756248"/>
              <a:chExt cx="1349978" cy="1349978"/>
            </a:xfrm>
          </p:grpSpPr>
          <p:sp>
            <p:nvSpPr>
              <p:cNvPr id="8" name="Freihandform: Form 7">
                <a:extLst>
                  <a:ext uri="{FF2B5EF4-FFF2-40B4-BE49-F238E27FC236}">
                    <a16:creationId xmlns:a16="http://schemas.microsoft.com/office/drawing/2014/main" id="{E42B5589-12BB-FCD9-9C6B-E4CF8D65697C}"/>
                  </a:ext>
                </a:extLst>
              </p:cNvPr>
              <p:cNvSpPr/>
              <p:nvPr/>
            </p:nvSpPr>
            <p:spPr>
              <a:xfrm>
                <a:off x="5423248" y="2756248"/>
                <a:ext cx="1349978" cy="1349978"/>
              </a:xfrm>
              <a:custGeom>
                <a:avLst/>
                <a:gdLst>
                  <a:gd name="connsiteX0" fmla="*/ 1349788 w 1349978"/>
                  <a:gd name="connsiteY0" fmla="*/ 1349978 h 1349978"/>
                  <a:gd name="connsiteX1" fmla="*/ 675037 w 1349978"/>
                  <a:gd name="connsiteY1" fmla="*/ 1205389 h 1349978"/>
                  <a:gd name="connsiteX2" fmla="*/ 0 w 1349978"/>
                  <a:gd name="connsiteY2" fmla="*/ 1349978 h 1349978"/>
                  <a:gd name="connsiteX3" fmla="*/ 0 w 1349978"/>
                  <a:gd name="connsiteY3" fmla="*/ 0 h 1349978"/>
                  <a:gd name="connsiteX4" fmla="*/ 1349978 w 1349978"/>
                  <a:gd name="connsiteY4" fmla="*/ 0 h 1349978"/>
                  <a:gd name="connsiteX5" fmla="*/ 1349788 w 1349978"/>
                  <a:gd name="connsiteY5" fmla="*/ 1349978 h 13499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49978" h="1349978">
                    <a:moveTo>
                      <a:pt x="1349788" y="1349978"/>
                    </a:moveTo>
                    <a:cubicBezTo>
                      <a:pt x="1143953" y="1257110"/>
                      <a:pt x="915543" y="1205389"/>
                      <a:pt x="675037" y="1205389"/>
                    </a:cubicBezTo>
                    <a:cubicBezTo>
                      <a:pt x="434530" y="1205389"/>
                      <a:pt x="205835" y="1257110"/>
                      <a:pt x="0" y="1349978"/>
                    </a:cubicBezTo>
                    <a:lnTo>
                      <a:pt x="0" y="0"/>
                    </a:lnTo>
                    <a:lnTo>
                      <a:pt x="1349978" y="0"/>
                    </a:lnTo>
                    <a:lnTo>
                      <a:pt x="1349788" y="1349978"/>
                    </a:lnTo>
                    <a:close/>
                  </a:path>
                </a:pathLst>
              </a:custGeom>
              <a:solidFill>
                <a:srgbClr val="0F2DB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grpSp>
            <p:nvGrpSpPr>
              <p:cNvPr id="9" name="Grafik 31">
                <a:extLst>
                  <a:ext uri="{FF2B5EF4-FFF2-40B4-BE49-F238E27FC236}">
                    <a16:creationId xmlns:a16="http://schemas.microsoft.com/office/drawing/2014/main" id="{C843A587-2B18-1090-ED2D-FCF324C8E1FB}"/>
                  </a:ext>
                </a:extLst>
              </p:cNvPr>
              <p:cNvGrpSpPr/>
              <p:nvPr/>
            </p:nvGrpSpPr>
            <p:grpSpPr>
              <a:xfrm>
                <a:off x="5474985" y="3134295"/>
                <a:ext cx="1244293" cy="294132"/>
                <a:chOff x="5474985" y="3134295"/>
                <a:chExt cx="1244293" cy="294132"/>
              </a:xfrm>
              <a:solidFill>
                <a:srgbClr val="FFFFFF"/>
              </a:solidFill>
            </p:grpSpPr>
            <p:sp>
              <p:nvSpPr>
                <p:cNvPr id="10" name="Freihandform: Form 9">
                  <a:extLst>
                    <a:ext uri="{FF2B5EF4-FFF2-40B4-BE49-F238E27FC236}">
                      <a16:creationId xmlns:a16="http://schemas.microsoft.com/office/drawing/2014/main" id="{B6AA41E6-1668-F3A3-6A78-9D4EEE3BC1D8}"/>
                    </a:ext>
                  </a:extLst>
                </p:cNvPr>
                <p:cNvSpPr/>
                <p:nvPr/>
              </p:nvSpPr>
              <p:spPr>
                <a:xfrm>
                  <a:off x="5474985" y="3134295"/>
                  <a:ext cx="247353" cy="293941"/>
                </a:xfrm>
                <a:custGeom>
                  <a:avLst/>
                  <a:gdLst>
                    <a:gd name="connsiteX0" fmla="*/ 109998 w 247353"/>
                    <a:gd name="connsiteY0" fmla="*/ 30956 h 293941"/>
                    <a:gd name="connsiteX1" fmla="*/ 41418 w 247353"/>
                    <a:gd name="connsiteY1" fmla="*/ 95250 h 293941"/>
                    <a:gd name="connsiteX2" fmla="*/ 11129 w 247353"/>
                    <a:gd name="connsiteY2" fmla="*/ 95250 h 293941"/>
                    <a:gd name="connsiteX3" fmla="*/ 11129 w 247353"/>
                    <a:gd name="connsiteY3" fmla="*/ 0 h 293941"/>
                    <a:gd name="connsiteX4" fmla="*/ 247349 w 247353"/>
                    <a:gd name="connsiteY4" fmla="*/ 0 h 293941"/>
                    <a:gd name="connsiteX5" fmla="*/ 179340 w 247353"/>
                    <a:gd name="connsiteY5" fmla="*/ 151733 h 293941"/>
                    <a:gd name="connsiteX6" fmla="*/ 111141 w 247353"/>
                    <a:gd name="connsiteY6" fmla="*/ 262795 h 293941"/>
                    <a:gd name="connsiteX7" fmla="*/ 149432 w 247353"/>
                    <a:gd name="connsiteY7" fmla="*/ 262795 h 293941"/>
                    <a:gd name="connsiteX8" fmla="*/ 210011 w 247353"/>
                    <a:gd name="connsiteY8" fmla="*/ 198501 h 293941"/>
                    <a:gd name="connsiteX9" fmla="*/ 241634 w 247353"/>
                    <a:gd name="connsiteY9" fmla="*/ 198501 h 293941"/>
                    <a:gd name="connsiteX10" fmla="*/ 241634 w 247353"/>
                    <a:gd name="connsiteY10" fmla="*/ 293942 h 293941"/>
                    <a:gd name="connsiteX11" fmla="*/ 270 w 247353"/>
                    <a:gd name="connsiteY11" fmla="*/ 293942 h 293941"/>
                    <a:gd name="connsiteX12" fmla="*/ 75137 w 247353"/>
                    <a:gd name="connsiteY12" fmla="*/ 133731 h 293941"/>
                    <a:gd name="connsiteX13" fmla="*/ 138573 w 247353"/>
                    <a:gd name="connsiteY13" fmla="*/ 30671 h 293941"/>
                    <a:gd name="connsiteX14" fmla="*/ 109998 w 247353"/>
                    <a:gd name="connsiteY14" fmla="*/ 30861 h 2939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247353" h="293941">
                      <a:moveTo>
                        <a:pt x="109998" y="30956"/>
                      </a:moveTo>
                      <a:cubicBezTo>
                        <a:pt x="46562" y="30956"/>
                        <a:pt x="41418" y="95250"/>
                        <a:pt x="41418" y="95250"/>
                      </a:cubicBezTo>
                      <a:lnTo>
                        <a:pt x="11129" y="95250"/>
                      </a:lnTo>
                      <a:lnTo>
                        <a:pt x="11129" y="0"/>
                      </a:lnTo>
                      <a:lnTo>
                        <a:pt x="247349" y="0"/>
                      </a:lnTo>
                      <a:cubicBezTo>
                        <a:pt x="247349" y="0"/>
                        <a:pt x="249254" y="73628"/>
                        <a:pt x="179340" y="151733"/>
                      </a:cubicBezTo>
                      <a:cubicBezTo>
                        <a:pt x="179340" y="151733"/>
                        <a:pt x="112856" y="228981"/>
                        <a:pt x="111141" y="262795"/>
                      </a:cubicBezTo>
                      <a:lnTo>
                        <a:pt x="149432" y="262795"/>
                      </a:lnTo>
                      <a:cubicBezTo>
                        <a:pt x="204391" y="262795"/>
                        <a:pt x="210011" y="198501"/>
                        <a:pt x="210011" y="198501"/>
                      </a:cubicBezTo>
                      <a:lnTo>
                        <a:pt x="241634" y="198501"/>
                      </a:lnTo>
                      <a:lnTo>
                        <a:pt x="241634" y="293942"/>
                      </a:lnTo>
                      <a:lnTo>
                        <a:pt x="270" y="293942"/>
                      </a:lnTo>
                      <a:cubicBezTo>
                        <a:pt x="270" y="293942"/>
                        <a:pt x="-8588" y="221647"/>
                        <a:pt x="75137" y="133731"/>
                      </a:cubicBezTo>
                      <a:cubicBezTo>
                        <a:pt x="75137" y="133731"/>
                        <a:pt x="126667" y="76200"/>
                        <a:pt x="138573" y="30671"/>
                      </a:cubicBezTo>
                      <a:lnTo>
                        <a:pt x="109998" y="3086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  <p:sp>
              <p:nvSpPr>
                <p:cNvPr id="11" name="Freihandform: Form 10">
                  <a:extLst>
                    <a:ext uri="{FF2B5EF4-FFF2-40B4-BE49-F238E27FC236}">
                      <a16:creationId xmlns:a16="http://schemas.microsoft.com/office/drawing/2014/main" id="{97F282B5-F481-6992-EAD2-6A45C254E44F}"/>
                    </a:ext>
                  </a:extLst>
                </p:cNvPr>
                <p:cNvSpPr/>
                <p:nvPr/>
              </p:nvSpPr>
              <p:spPr>
                <a:xfrm>
                  <a:off x="6030181" y="3134295"/>
                  <a:ext cx="156495" cy="293750"/>
                </a:xfrm>
                <a:custGeom>
                  <a:avLst/>
                  <a:gdLst>
                    <a:gd name="connsiteX0" fmla="*/ 156496 w 156495"/>
                    <a:gd name="connsiteY0" fmla="*/ 293751 h 293750"/>
                    <a:gd name="connsiteX1" fmla="*/ 156496 w 156495"/>
                    <a:gd name="connsiteY1" fmla="*/ 262604 h 293750"/>
                    <a:gd name="connsiteX2" fmla="*/ 149352 w 156495"/>
                    <a:gd name="connsiteY2" fmla="*/ 262604 h 293750"/>
                    <a:gd name="connsiteX3" fmla="*/ 125730 w 156495"/>
                    <a:gd name="connsiteY3" fmla="*/ 238982 h 293750"/>
                    <a:gd name="connsiteX4" fmla="*/ 125730 w 156495"/>
                    <a:gd name="connsiteY4" fmla="*/ 54769 h 293750"/>
                    <a:gd name="connsiteX5" fmla="*/ 149352 w 156495"/>
                    <a:gd name="connsiteY5" fmla="*/ 31147 h 293750"/>
                    <a:gd name="connsiteX6" fmla="*/ 156496 w 156495"/>
                    <a:gd name="connsiteY6" fmla="*/ 31147 h 293750"/>
                    <a:gd name="connsiteX7" fmla="*/ 156496 w 156495"/>
                    <a:gd name="connsiteY7" fmla="*/ 0 h 293750"/>
                    <a:gd name="connsiteX8" fmla="*/ 0 w 156495"/>
                    <a:gd name="connsiteY8" fmla="*/ 0 h 293750"/>
                    <a:gd name="connsiteX9" fmla="*/ 0 w 156495"/>
                    <a:gd name="connsiteY9" fmla="*/ 31147 h 293750"/>
                    <a:gd name="connsiteX10" fmla="*/ 7144 w 156495"/>
                    <a:gd name="connsiteY10" fmla="*/ 31147 h 293750"/>
                    <a:gd name="connsiteX11" fmla="*/ 30956 w 156495"/>
                    <a:gd name="connsiteY11" fmla="*/ 54769 h 293750"/>
                    <a:gd name="connsiteX12" fmla="*/ 30956 w 156495"/>
                    <a:gd name="connsiteY12" fmla="*/ 238982 h 293750"/>
                    <a:gd name="connsiteX13" fmla="*/ 7144 w 156495"/>
                    <a:gd name="connsiteY13" fmla="*/ 262604 h 293750"/>
                    <a:gd name="connsiteX14" fmla="*/ 0 w 156495"/>
                    <a:gd name="connsiteY14" fmla="*/ 262604 h 293750"/>
                    <a:gd name="connsiteX15" fmla="*/ 0 w 156495"/>
                    <a:gd name="connsiteY15" fmla="*/ 293751 h 293750"/>
                    <a:gd name="connsiteX16" fmla="*/ 156496 w 156495"/>
                    <a:gd name="connsiteY16" fmla="*/ 293751 h 2937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56495" h="293750">
                      <a:moveTo>
                        <a:pt x="156496" y="293751"/>
                      </a:moveTo>
                      <a:lnTo>
                        <a:pt x="156496" y="262604"/>
                      </a:lnTo>
                      <a:lnTo>
                        <a:pt x="149352" y="262604"/>
                      </a:lnTo>
                      <a:cubicBezTo>
                        <a:pt x="136398" y="262604"/>
                        <a:pt x="125730" y="251936"/>
                        <a:pt x="125730" y="238982"/>
                      </a:cubicBezTo>
                      <a:lnTo>
                        <a:pt x="125730" y="54769"/>
                      </a:lnTo>
                      <a:cubicBezTo>
                        <a:pt x="125730" y="41815"/>
                        <a:pt x="136303" y="31147"/>
                        <a:pt x="149352" y="31147"/>
                      </a:cubicBezTo>
                      <a:lnTo>
                        <a:pt x="156496" y="31147"/>
                      </a:lnTo>
                      <a:lnTo>
                        <a:pt x="156496" y="0"/>
                      </a:lnTo>
                      <a:lnTo>
                        <a:pt x="0" y="0"/>
                      </a:lnTo>
                      <a:lnTo>
                        <a:pt x="0" y="31147"/>
                      </a:lnTo>
                      <a:lnTo>
                        <a:pt x="7144" y="31147"/>
                      </a:lnTo>
                      <a:cubicBezTo>
                        <a:pt x="20383" y="31147"/>
                        <a:pt x="30956" y="41720"/>
                        <a:pt x="30956" y="54769"/>
                      </a:cubicBezTo>
                      <a:lnTo>
                        <a:pt x="30956" y="238982"/>
                      </a:lnTo>
                      <a:cubicBezTo>
                        <a:pt x="30956" y="251936"/>
                        <a:pt x="20383" y="262604"/>
                        <a:pt x="7144" y="262604"/>
                      </a:cubicBezTo>
                      <a:lnTo>
                        <a:pt x="0" y="262604"/>
                      </a:lnTo>
                      <a:lnTo>
                        <a:pt x="0" y="293751"/>
                      </a:lnTo>
                      <a:lnTo>
                        <a:pt x="156496" y="29375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  <p:sp>
              <p:nvSpPr>
                <p:cNvPr id="12" name="Freihandform: Form 11">
                  <a:extLst>
                    <a:ext uri="{FF2B5EF4-FFF2-40B4-BE49-F238E27FC236}">
                      <a16:creationId xmlns:a16="http://schemas.microsoft.com/office/drawing/2014/main" id="{BF12957F-B4EA-4B55-3259-2C65DDC6F5C2}"/>
                    </a:ext>
                  </a:extLst>
                </p:cNvPr>
                <p:cNvSpPr/>
                <p:nvPr/>
              </p:nvSpPr>
              <p:spPr>
                <a:xfrm>
                  <a:off x="5748718" y="3134295"/>
                  <a:ext cx="248983" cy="294132"/>
                </a:xfrm>
                <a:custGeom>
                  <a:avLst/>
                  <a:gdLst>
                    <a:gd name="connsiteX0" fmla="*/ 248983 w 248983"/>
                    <a:gd name="connsiteY0" fmla="*/ 294037 h 294132"/>
                    <a:gd name="connsiteX1" fmla="*/ 248983 w 248983"/>
                    <a:gd name="connsiteY1" fmla="*/ 198596 h 294132"/>
                    <a:gd name="connsiteX2" fmla="*/ 217361 w 248983"/>
                    <a:gd name="connsiteY2" fmla="*/ 198596 h 294132"/>
                    <a:gd name="connsiteX3" fmla="*/ 156496 w 248983"/>
                    <a:gd name="connsiteY3" fmla="*/ 262890 h 294132"/>
                    <a:gd name="connsiteX4" fmla="*/ 124873 w 248983"/>
                    <a:gd name="connsiteY4" fmla="*/ 262890 h 294132"/>
                    <a:gd name="connsiteX5" fmla="*/ 124873 w 248983"/>
                    <a:gd name="connsiteY5" fmla="*/ 162687 h 294132"/>
                    <a:gd name="connsiteX6" fmla="*/ 136112 w 248983"/>
                    <a:gd name="connsiteY6" fmla="*/ 162687 h 294132"/>
                    <a:gd name="connsiteX7" fmla="*/ 159925 w 248983"/>
                    <a:gd name="connsiteY7" fmla="*/ 186500 h 294132"/>
                    <a:gd name="connsiteX8" fmla="*/ 159925 w 248983"/>
                    <a:gd name="connsiteY8" fmla="*/ 198406 h 294132"/>
                    <a:gd name="connsiteX9" fmla="*/ 191071 w 248983"/>
                    <a:gd name="connsiteY9" fmla="*/ 198406 h 294132"/>
                    <a:gd name="connsiteX10" fmla="*/ 191071 w 248983"/>
                    <a:gd name="connsiteY10" fmla="*/ 95631 h 294132"/>
                    <a:gd name="connsiteX11" fmla="*/ 159925 w 248983"/>
                    <a:gd name="connsiteY11" fmla="*/ 95631 h 294132"/>
                    <a:gd name="connsiteX12" fmla="*/ 159925 w 248983"/>
                    <a:gd name="connsiteY12" fmla="*/ 107537 h 294132"/>
                    <a:gd name="connsiteX13" fmla="*/ 136112 w 248983"/>
                    <a:gd name="connsiteY13" fmla="*/ 131350 h 294132"/>
                    <a:gd name="connsiteX14" fmla="*/ 124873 w 248983"/>
                    <a:gd name="connsiteY14" fmla="*/ 131350 h 294132"/>
                    <a:gd name="connsiteX15" fmla="*/ 124873 w 248983"/>
                    <a:gd name="connsiteY15" fmla="*/ 31147 h 294132"/>
                    <a:gd name="connsiteX16" fmla="*/ 156496 w 248983"/>
                    <a:gd name="connsiteY16" fmla="*/ 31147 h 294132"/>
                    <a:gd name="connsiteX17" fmla="*/ 217361 w 248983"/>
                    <a:gd name="connsiteY17" fmla="*/ 95441 h 294132"/>
                    <a:gd name="connsiteX18" fmla="*/ 248983 w 248983"/>
                    <a:gd name="connsiteY18" fmla="*/ 95441 h 294132"/>
                    <a:gd name="connsiteX19" fmla="*/ 248983 w 248983"/>
                    <a:gd name="connsiteY19" fmla="*/ 0 h 294132"/>
                    <a:gd name="connsiteX20" fmla="*/ 0 w 248983"/>
                    <a:gd name="connsiteY20" fmla="*/ 0 h 294132"/>
                    <a:gd name="connsiteX21" fmla="*/ 0 w 248983"/>
                    <a:gd name="connsiteY21" fmla="*/ 31337 h 294132"/>
                    <a:gd name="connsiteX22" fmla="*/ 7144 w 248983"/>
                    <a:gd name="connsiteY22" fmla="*/ 31337 h 294132"/>
                    <a:gd name="connsiteX23" fmla="*/ 30766 w 248983"/>
                    <a:gd name="connsiteY23" fmla="*/ 54959 h 294132"/>
                    <a:gd name="connsiteX24" fmla="*/ 30766 w 248983"/>
                    <a:gd name="connsiteY24" fmla="*/ 239173 h 294132"/>
                    <a:gd name="connsiteX25" fmla="*/ 7144 w 248983"/>
                    <a:gd name="connsiteY25" fmla="*/ 262795 h 294132"/>
                    <a:gd name="connsiteX26" fmla="*/ 0 w 248983"/>
                    <a:gd name="connsiteY26" fmla="*/ 262795 h 294132"/>
                    <a:gd name="connsiteX27" fmla="*/ 0 w 248983"/>
                    <a:gd name="connsiteY27" fmla="*/ 293942 h 294132"/>
                    <a:gd name="connsiteX28" fmla="*/ 248983 w 248983"/>
                    <a:gd name="connsiteY28" fmla="*/ 294132 h 2941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48983" h="294132">
                      <a:moveTo>
                        <a:pt x="248983" y="294037"/>
                      </a:moveTo>
                      <a:lnTo>
                        <a:pt x="248983" y="198596"/>
                      </a:lnTo>
                      <a:lnTo>
                        <a:pt x="217361" y="198596"/>
                      </a:lnTo>
                      <a:cubicBezTo>
                        <a:pt x="217361" y="198596"/>
                        <a:pt x="211550" y="262890"/>
                        <a:pt x="156496" y="262890"/>
                      </a:cubicBezTo>
                      <a:lnTo>
                        <a:pt x="124873" y="262890"/>
                      </a:lnTo>
                      <a:lnTo>
                        <a:pt x="124873" y="162687"/>
                      </a:lnTo>
                      <a:lnTo>
                        <a:pt x="136112" y="162687"/>
                      </a:lnTo>
                      <a:cubicBezTo>
                        <a:pt x="149352" y="162687"/>
                        <a:pt x="159925" y="173355"/>
                        <a:pt x="159925" y="186500"/>
                      </a:cubicBezTo>
                      <a:lnTo>
                        <a:pt x="159925" y="198406"/>
                      </a:lnTo>
                      <a:lnTo>
                        <a:pt x="191071" y="198406"/>
                      </a:lnTo>
                      <a:lnTo>
                        <a:pt x="191071" y="95631"/>
                      </a:lnTo>
                      <a:lnTo>
                        <a:pt x="159925" y="95631"/>
                      </a:lnTo>
                      <a:lnTo>
                        <a:pt x="159925" y="107537"/>
                      </a:lnTo>
                      <a:cubicBezTo>
                        <a:pt x="159925" y="120777"/>
                        <a:pt x="149352" y="131350"/>
                        <a:pt x="136112" y="131350"/>
                      </a:cubicBezTo>
                      <a:lnTo>
                        <a:pt x="124873" y="131350"/>
                      </a:lnTo>
                      <a:lnTo>
                        <a:pt x="124873" y="31147"/>
                      </a:lnTo>
                      <a:lnTo>
                        <a:pt x="156496" y="31147"/>
                      </a:lnTo>
                      <a:cubicBezTo>
                        <a:pt x="211455" y="31147"/>
                        <a:pt x="217361" y="95441"/>
                        <a:pt x="217361" y="95441"/>
                      </a:cubicBezTo>
                      <a:lnTo>
                        <a:pt x="248983" y="95441"/>
                      </a:lnTo>
                      <a:lnTo>
                        <a:pt x="248983" y="0"/>
                      </a:lnTo>
                      <a:lnTo>
                        <a:pt x="0" y="0"/>
                      </a:lnTo>
                      <a:lnTo>
                        <a:pt x="0" y="31337"/>
                      </a:lnTo>
                      <a:lnTo>
                        <a:pt x="7144" y="31337"/>
                      </a:lnTo>
                      <a:cubicBezTo>
                        <a:pt x="20098" y="31337"/>
                        <a:pt x="30766" y="42005"/>
                        <a:pt x="30766" y="54959"/>
                      </a:cubicBezTo>
                      <a:lnTo>
                        <a:pt x="30766" y="239173"/>
                      </a:lnTo>
                      <a:cubicBezTo>
                        <a:pt x="30766" y="252127"/>
                        <a:pt x="20193" y="262795"/>
                        <a:pt x="7144" y="262795"/>
                      </a:cubicBezTo>
                      <a:lnTo>
                        <a:pt x="0" y="262795"/>
                      </a:lnTo>
                      <a:lnTo>
                        <a:pt x="0" y="293942"/>
                      </a:lnTo>
                      <a:lnTo>
                        <a:pt x="248983" y="294132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  <p:sp>
              <p:nvSpPr>
                <p:cNvPr id="13" name="Freihandform: Form 12">
                  <a:extLst>
                    <a:ext uri="{FF2B5EF4-FFF2-40B4-BE49-F238E27FC236}">
                      <a16:creationId xmlns:a16="http://schemas.microsoft.com/office/drawing/2014/main" id="{36032F4D-FA47-181A-12C2-E30D17435B8C}"/>
                    </a:ext>
                  </a:extLst>
                </p:cNvPr>
                <p:cNvSpPr/>
                <p:nvPr/>
              </p:nvSpPr>
              <p:spPr>
                <a:xfrm>
                  <a:off x="6217588" y="3134295"/>
                  <a:ext cx="237562" cy="293941"/>
                </a:xfrm>
                <a:custGeom>
                  <a:avLst/>
                  <a:gdLst>
                    <a:gd name="connsiteX0" fmla="*/ 133586 w 237562"/>
                    <a:gd name="connsiteY0" fmla="*/ 30956 h 293941"/>
                    <a:gd name="connsiteX1" fmla="*/ 201976 w 237562"/>
                    <a:gd name="connsiteY1" fmla="*/ 95250 h 293941"/>
                    <a:gd name="connsiteX2" fmla="*/ 232551 w 237562"/>
                    <a:gd name="connsiteY2" fmla="*/ 95250 h 293941"/>
                    <a:gd name="connsiteX3" fmla="*/ 232551 w 237562"/>
                    <a:gd name="connsiteY3" fmla="*/ 0 h 293941"/>
                    <a:gd name="connsiteX4" fmla="*/ 6713 w 237562"/>
                    <a:gd name="connsiteY4" fmla="*/ 0 h 293941"/>
                    <a:gd name="connsiteX5" fmla="*/ 64339 w 237562"/>
                    <a:gd name="connsiteY5" fmla="*/ 151733 h 293941"/>
                    <a:gd name="connsiteX6" fmla="*/ 132348 w 237562"/>
                    <a:gd name="connsiteY6" fmla="*/ 262795 h 293941"/>
                    <a:gd name="connsiteX7" fmla="*/ 94248 w 237562"/>
                    <a:gd name="connsiteY7" fmla="*/ 262795 h 293941"/>
                    <a:gd name="connsiteX8" fmla="*/ 33383 w 237562"/>
                    <a:gd name="connsiteY8" fmla="*/ 198501 h 293941"/>
                    <a:gd name="connsiteX9" fmla="*/ 1760 w 237562"/>
                    <a:gd name="connsiteY9" fmla="*/ 198501 h 293941"/>
                    <a:gd name="connsiteX10" fmla="*/ 1760 w 237562"/>
                    <a:gd name="connsiteY10" fmla="*/ 293942 h 293941"/>
                    <a:gd name="connsiteX11" fmla="*/ 229312 w 237562"/>
                    <a:gd name="connsiteY11" fmla="*/ 293942 h 293941"/>
                    <a:gd name="connsiteX12" fmla="*/ 168257 w 237562"/>
                    <a:gd name="connsiteY12" fmla="*/ 133731 h 293941"/>
                    <a:gd name="connsiteX13" fmla="*/ 104821 w 237562"/>
                    <a:gd name="connsiteY13" fmla="*/ 30671 h 293941"/>
                    <a:gd name="connsiteX14" fmla="*/ 133586 w 237562"/>
                    <a:gd name="connsiteY14" fmla="*/ 30861 h 2939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237562" h="293941">
                      <a:moveTo>
                        <a:pt x="133586" y="30956"/>
                      </a:moveTo>
                      <a:cubicBezTo>
                        <a:pt x="197023" y="30956"/>
                        <a:pt x="201976" y="95250"/>
                        <a:pt x="201976" y="95250"/>
                      </a:cubicBezTo>
                      <a:lnTo>
                        <a:pt x="232551" y="95250"/>
                      </a:lnTo>
                      <a:lnTo>
                        <a:pt x="232551" y="0"/>
                      </a:lnTo>
                      <a:lnTo>
                        <a:pt x="6713" y="0"/>
                      </a:lnTo>
                      <a:cubicBezTo>
                        <a:pt x="6713" y="0"/>
                        <a:pt x="-29006" y="46768"/>
                        <a:pt x="64339" y="151733"/>
                      </a:cubicBezTo>
                      <a:cubicBezTo>
                        <a:pt x="64339" y="151733"/>
                        <a:pt x="130538" y="228981"/>
                        <a:pt x="132348" y="262795"/>
                      </a:cubicBezTo>
                      <a:lnTo>
                        <a:pt x="94248" y="262795"/>
                      </a:lnTo>
                      <a:cubicBezTo>
                        <a:pt x="39289" y="262795"/>
                        <a:pt x="33383" y="198501"/>
                        <a:pt x="33383" y="198501"/>
                      </a:cubicBezTo>
                      <a:lnTo>
                        <a:pt x="1760" y="198501"/>
                      </a:lnTo>
                      <a:lnTo>
                        <a:pt x="1760" y="293942"/>
                      </a:lnTo>
                      <a:lnTo>
                        <a:pt x="229312" y="293942"/>
                      </a:lnTo>
                      <a:cubicBezTo>
                        <a:pt x="229312" y="293942"/>
                        <a:pt x="270651" y="249365"/>
                        <a:pt x="168257" y="133731"/>
                      </a:cubicBezTo>
                      <a:cubicBezTo>
                        <a:pt x="168257" y="133731"/>
                        <a:pt x="114536" y="78581"/>
                        <a:pt x="104821" y="30671"/>
                      </a:cubicBezTo>
                      <a:lnTo>
                        <a:pt x="133586" y="3086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  <p:sp>
              <p:nvSpPr>
                <p:cNvPr id="14" name="Freihandform: Form 13">
                  <a:extLst>
                    <a:ext uri="{FF2B5EF4-FFF2-40B4-BE49-F238E27FC236}">
                      <a16:creationId xmlns:a16="http://schemas.microsoft.com/office/drawing/2014/main" id="{1C736AA4-C56E-F35C-2BDC-944AA91655A2}"/>
                    </a:ext>
                  </a:extLst>
                </p:cNvPr>
                <p:cNvSpPr/>
                <p:nvPr/>
              </p:nvSpPr>
              <p:spPr>
                <a:xfrm>
                  <a:off x="6481716" y="3134295"/>
                  <a:ext cx="237562" cy="293941"/>
                </a:xfrm>
                <a:custGeom>
                  <a:avLst/>
                  <a:gdLst>
                    <a:gd name="connsiteX0" fmla="*/ 133586 w 237562"/>
                    <a:gd name="connsiteY0" fmla="*/ 30956 h 293941"/>
                    <a:gd name="connsiteX1" fmla="*/ 201976 w 237562"/>
                    <a:gd name="connsiteY1" fmla="*/ 95250 h 293941"/>
                    <a:gd name="connsiteX2" fmla="*/ 232265 w 237562"/>
                    <a:gd name="connsiteY2" fmla="*/ 95250 h 293941"/>
                    <a:gd name="connsiteX3" fmla="*/ 232265 w 237562"/>
                    <a:gd name="connsiteY3" fmla="*/ 0 h 293941"/>
                    <a:gd name="connsiteX4" fmla="*/ 6713 w 237562"/>
                    <a:gd name="connsiteY4" fmla="*/ 0 h 293941"/>
                    <a:gd name="connsiteX5" fmla="*/ 64339 w 237562"/>
                    <a:gd name="connsiteY5" fmla="*/ 151733 h 293941"/>
                    <a:gd name="connsiteX6" fmla="*/ 132348 w 237562"/>
                    <a:gd name="connsiteY6" fmla="*/ 262795 h 293941"/>
                    <a:gd name="connsiteX7" fmla="*/ 94248 w 237562"/>
                    <a:gd name="connsiteY7" fmla="*/ 262795 h 293941"/>
                    <a:gd name="connsiteX8" fmla="*/ 33383 w 237562"/>
                    <a:gd name="connsiteY8" fmla="*/ 198501 h 293941"/>
                    <a:gd name="connsiteX9" fmla="*/ 1760 w 237562"/>
                    <a:gd name="connsiteY9" fmla="*/ 198501 h 293941"/>
                    <a:gd name="connsiteX10" fmla="*/ 1760 w 237562"/>
                    <a:gd name="connsiteY10" fmla="*/ 293942 h 293941"/>
                    <a:gd name="connsiteX11" fmla="*/ 229313 w 237562"/>
                    <a:gd name="connsiteY11" fmla="*/ 293942 h 293941"/>
                    <a:gd name="connsiteX12" fmla="*/ 168257 w 237562"/>
                    <a:gd name="connsiteY12" fmla="*/ 133731 h 293941"/>
                    <a:gd name="connsiteX13" fmla="*/ 104821 w 237562"/>
                    <a:gd name="connsiteY13" fmla="*/ 30671 h 293941"/>
                    <a:gd name="connsiteX14" fmla="*/ 133586 w 237562"/>
                    <a:gd name="connsiteY14" fmla="*/ 30861 h 2939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237562" h="293941">
                      <a:moveTo>
                        <a:pt x="133586" y="30956"/>
                      </a:moveTo>
                      <a:cubicBezTo>
                        <a:pt x="196832" y="30956"/>
                        <a:pt x="201976" y="95250"/>
                        <a:pt x="201976" y="95250"/>
                      </a:cubicBezTo>
                      <a:lnTo>
                        <a:pt x="232265" y="95250"/>
                      </a:lnTo>
                      <a:lnTo>
                        <a:pt x="232265" y="0"/>
                      </a:lnTo>
                      <a:lnTo>
                        <a:pt x="6713" y="0"/>
                      </a:lnTo>
                      <a:cubicBezTo>
                        <a:pt x="6713" y="0"/>
                        <a:pt x="-29006" y="46768"/>
                        <a:pt x="64339" y="151733"/>
                      </a:cubicBezTo>
                      <a:cubicBezTo>
                        <a:pt x="64339" y="151733"/>
                        <a:pt x="130538" y="228981"/>
                        <a:pt x="132348" y="262795"/>
                      </a:cubicBezTo>
                      <a:lnTo>
                        <a:pt x="94248" y="262795"/>
                      </a:lnTo>
                      <a:cubicBezTo>
                        <a:pt x="39289" y="262795"/>
                        <a:pt x="33383" y="198501"/>
                        <a:pt x="33383" y="198501"/>
                      </a:cubicBezTo>
                      <a:lnTo>
                        <a:pt x="1760" y="198501"/>
                      </a:lnTo>
                      <a:lnTo>
                        <a:pt x="1760" y="293942"/>
                      </a:lnTo>
                      <a:lnTo>
                        <a:pt x="229313" y="293942"/>
                      </a:lnTo>
                      <a:cubicBezTo>
                        <a:pt x="229313" y="293942"/>
                        <a:pt x="270651" y="249365"/>
                        <a:pt x="168257" y="133731"/>
                      </a:cubicBezTo>
                      <a:cubicBezTo>
                        <a:pt x="168257" y="133731"/>
                        <a:pt x="114536" y="78581"/>
                        <a:pt x="104821" y="30671"/>
                      </a:cubicBezTo>
                      <a:lnTo>
                        <a:pt x="133586" y="3086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</p:grpSp>
        </p:grpSp>
      </p:grp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913A3DFD-4822-8B6E-9630-AA68A1AE982A}"/>
              </a:ext>
            </a:extLst>
          </p:cNvPr>
          <p:cNvGrpSpPr/>
          <p:nvPr userDrawn="1"/>
        </p:nvGrpSpPr>
        <p:grpSpPr>
          <a:xfrm>
            <a:off x="307324" y="-697715"/>
            <a:ext cx="11367557" cy="411958"/>
            <a:chOff x="307324" y="6944501"/>
            <a:chExt cx="11367557" cy="411958"/>
          </a:xfrm>
        </p:grpSpPr>
        <p:grpSp>
          <p:nvGrpSpPr>
            <p:cNvPr id="3" name="Gruppieren 2">
              <a:extLst>
                <a:ext uri="{FF2B5EF4-FFF2-40B4-BE49-F238E27FC236}">
                  <a16:creationId xmlns:a16="http://schemas.microsoft.com/office/drawing/2014/main" id="{A4C20355-BCB3-E763-9B1B-3D9825AEBF79}"/>
                </a:ext>
              </a:extLst>
            </p:cNvPr>
            <p:cNvGrpSpPr/>
            <p:nvPr/>
          </p:nvGrpSpPr>
          <p:grpSpPr>
            <a:xfrm rot="16200000">
              <a:off x="205653" y="7046174"/>
              <a:ext cx="411956" cy="208614"/>
              <a:chOff x="-615197" y="4303061"/>
              <a:chExt cx="411956" cy="208614"/>
            </a:xfrm>
          </p:grpSpPr>
          <p:cxnSp>
            <p:nvCxnSpPr>
              <p:cNvPr id="24" name="Gerader Verbinder 23">
                <a:extLst>
                  <a:ext uri="{FF2B5EF4-FFF2-40B4-BE49-F238E27FC236}">
                    <a16:creationId xmlns:a16="http://schemas.microsoft.com/office/drawing/2014/main" id="{9FFF98CC-F2E2-DE10-D2FC-AF71C733C7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C1406A42-2E68-73AE-7AB1-69E087E72965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15.50</a:t>
                </a:r>
              </a:p>
            </p:txBody>
          </p:sp>
        </p:grpSp>
        <p:grpSp>
          <p:nvGrpSpPr>
            <p:cNvPr id="4" name="Gruppieren 3">
              <a:extLst>
                <a:ext uri="{FF2B5EF4-FFF2-40B4-BE49-F238E27FC236}">
                  <a16:creationId xmlns:a16="http://schemas.microsoft.com/office/drawing/2014/main" id="{43CBFAFE-81B5-6291-1321-080CE4147155}"/>
                </a:ext>
              </a:extLst>
            </p:cNvPr>
            <p:cNvGrpSpPr/>
            <p:nvPr/>
          </p:nvGrpSpPr>
          <p:grpSpPr>
            <a:xfrm rot="16200000">
              <a:off x="5641253" y="7046174"/>
              <a:ext cx="411956" cy="208614"/>
              <a:chOff x="-615197" y="4303061"/>
              <a:chExt cx="411956" cy="208614"/>
            </a:xfrm>
          </p:grpSpPr>
          <p:cxnSp>
            <p:nvCxnSpPr>
              <p:cNvPr id="22" name="Gerader Verbinder 21">
                <a:extLst>
                  <a:ext uri="{FF2B5EF4-FFF2-40B4-BE49-F238E27FC236}">
                    <a16:creationId xmlns:a16="http://schemas.microsoft.com/office/drawing/2014/main" id="{52BF028B-96CC-547C-218E-370554B7B5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BA9CA45A-61FE-0091-D8C8-DDF1CD370686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00.40</a:t>
                </a:r>
              </a:p>
            </p:txBody>
          </p:sp>
        </p:grpSp>
        <p:grpSp>
          <p:nvGrpSpPr>
            <p:cNvPr id="15" name="Gruppieren 14">
              <a:extLst>
                <a:ext uri="{FF2B5EF4-FFF2-40B4-BE49-F238E27FC236}">
                  <a16:creationId xmlns:a16="http://schemas.microsoft.com/office/drawing/2014/main" id="{D382B2C9-5BB0-EBD9-7E00-76E322E0254D}"/>
                </a:ext>
              </a:extLst>
            </p:cNvPr>
            <p:cNvGrpSpPr/>
            <p:nvPr/>
          </p:nvGrpSpPr>
          <p:grpSpPr>
            <a:xfrm rot="5400000">
              <a:off x="6093326" y="7050196"/>
              <a:ext cx="411957" cy="200568"/>
              <a:chOff x="-615198" y="4354167"/>
              <a:chExt cx="411957" cy="200568"/>
            </a:xfrm>
          </p:grpSpPr>
          <p:cxnSp>
            <p:nvCxnSpPr>
              <p:cNvPr id="20" name="Gerader Verbinder 19">
                <a:extLst>
                  <a:ext uri="{FF2B5EF4-FFF2-40B4-BE49-F238E27FC236}">
                    <a16:creationId xmlns:a16="http://schemas.microsoft.com/office/drawing/2014/main" id="{34217B82-2958-74B8-0461-74D8604F112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0DDED74F-E2CC-5E6F-54C4-F86518B9592E}"/>
                  </a:ext>
                </a:extLst>
              </p:cNvPr>
              <p:cNvSpPr txBox="1"/>
              <p:nvPr/>
            </p:nvSpPr>
            <p:spPr>
              <a:xfrm rot="10800000">
                <a:off x="-615198" y="4354167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00.40</a:t>
                </a:r>
              </a:p>
            </p:txBody>
          </p:sp>
        </p:grpSp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1BE6CF50-92C1-DF85-4496-B2F9921856B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890022" y="7150480"/>
              <a:ext cx="411956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Gruppieren 16">
              <a:extLst>
                <a:ext uri="{FF2B5EF4-FFF2-40B4-BE49-F238E27FC236}">
                  <a16:creationId xmlns:a16="http://schemas.microsoft.com/office/drawing/2014/main" id="{E2C3B7EE-5B5E-A61D-01DE-2B16499E2B86}"/>
                </a:ext>
              </a:extLst>
            </p:cNvPr>
            <p:cNvGrpSpPr/>
            <p:nvPr/>
          </p:nvGrpSpPr>
          <p:grpSpPr>
            <a:xfrm rot="16200000">
              <a:off x="11364596" y="7046174"/>
              <a:ext cx="411956" cy="208614"/>
              <a:chOff x="-615197" y="4303061"/>
              <a:chExt cx="411956" cy="208614"/>
            </a:xfrm>
          </p:grpSpPr>
          <p:cxnSp>
            <p:nvCxnSpPr>
              <p:cNvPr id="18" name="Gerader Verbinder 17">
                <a:extLst>
                  <a:ext uri="{FF2B5EF4-FFF2-40B4-BE49-F238E27FC236}">
                    <a16:creationId xmlns:a16="http://schemas.microsoft.com/office/drawing/2014/main" id="{528350D0-6CC2-2A97-BC57-A94EB601AD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2755AE7A-46E8-0964-64DE-689693424F84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15.50</a:t>
                </a:r>
              </a:p>
            </p:txBody>
          </p:sp>
        </p:grp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68FD5322-5A95-1620-93DB-95D219A41DC1}"/>
              </a:ext>
            </a:extLst>
          </p:cNvPr>
          <p:cNvGrpSpPr/>
          <p:nvPr userDrawn="1"/>
        </p:nvGrpSpPr>
        <p:grpSpPr>
          <a:xfrm>
            <a:off x="-697714" y="80201"/>
            <a:ext cx="411956" cy="6713707"/>
            <a:chOff x="-502267" y="80201"/>
            <a:chExt cx="411956" cy="6713707"/>
          </a:xfrm>
        </p:grpSpPr>
        <p:grpSp>
          <p:nvGrpSpPr>
            <p:cNvPr id="27" name="Gruppieren 26">
              <a:extLst>
                <a:ext uri="{FF2B5EF4-FFF2-40B4-BE49-F238E27FC236}">
                  <a16:creationId xmlns:a16="http://schemas.microsoft.com/office/drawing/2014/main" id="{E9C9AB00-61C4-5DC9-5CAC-493EE27AB8C4}"/>
                </a:ext>
              </a:extLst>
            </p:cNvPr>
            <p:cNvGrpSpPr/>
            <p:nvPr/>
          </p:nvGrpSpPr>
          <p:grpSpPr>
            <a:xfrm>
              <a:off x="-502267" y="6593340"/>
              <a:ext cx="411956" cy="200568"/>
              <a:chOff x="-615197" y="4452994"/>
              <a:chExt cx="411956" cy="200568"/>
            </a:xfrm>
          </p:grpSpPr>
          <p:sp>
            <p:nvSpPr>
              <p:cNvPr id="62" name="Textfeld 61">
                <a:extLst>
                  <a:ext uri="{FF2B5EF4-FFF2-40B4-BE49-F238E27FC236}">
                    <a16:creationId xmlns:a16="http://schemas.microsoft.com/office/drawing/2014/main" id="{ADE99AC2-3571-9FF9-8398-7E9FDC227716}"/>
                  </a:ext>
                </a:extLst>
              </p:cNvPr>
              <p:cNvSpPr txBox="1"/>
              <p:nvPr/>
            </p:nvSpPr>
            <p:spPr>
              <a:xfrm>
                <a:off x="-615197" y="4452994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08.92</a:t>
                </a:r>
              </a:p>
            </p:txBody>
          </p:sp>
          <p:cxnSp>
            <p:nvCxnSpPr>
              <p:cNvPr id="63" name="Gerader Verbinder 62">
                <a:extLst>
                  <a:ext uri="{FF2B5EF4-FFF2-40B4-BE49-F238E27FC236}">
                    <a16:creationId xmlns:a16="http://schemas.microsoft.com/office/drawing/2014/main" id="{43964C9E-A529-958D-F86F-ECAB96940C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497389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Gruppieren 27">
              <a:extLst>
                <a:ext uri="{FF2B5EF4-FFF2-40B4-BE49-F238E27FC236}">
                  <a16:creationId xmlns:a16="http://schemas.microsoft.com/office/drawing/2014/main" id="{4874587C-65CC-504A-7CF8-1ED42E983245}"/>
                </a:ext>
              </a:extLst>
            </p:cNvPr>
            <p:cNvGrpSpPr/>
            <p:nvPr/>
          </p:nvGrpSpPr>
          <p:grpSpPr>
            <a:xfrm>
              <a:off x="-502267" y="5876163"/>
              <a:ext cx="411956" cy="216662"/>
              <a:chOff x="-615197" y="4295013"/>
              <a:chExt cx="411956" cy="216662"/>
            </a:xfrm>
          </p:grpSpPr>
          <p:cxnSp>
            <p:nvCxnSpPr>
              <p:cNvPr id="60" name="Gerader Verbinder 59">
                <a:extLst>
                  <a:ext uri="{FF2B5EF4-FFF2-40B4-BE49-F238E27FC236}">
                    <a16:creationId xmlns:a16="http://schemas.microsoft.com/office/drawing/2014/main" id="{59C24BF2-34B5-38AC-FBBE-2BB3E8ACAD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" name="Textfeld 60">
                <a:extLst>
                  <a:ext uri="{FF2B5EF4-FFF2-40B4-BE49-F238E27FC236}">
                    <a16:creationId xmlns:a16="http://schemas.microsoft.com/office/drawing/2014/main" id="{A570D2E1-F1D2-BC29-04E0-5BFDAE711CE9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07.40</a:t>
                </a:r>
              </a:p>
            </p:txBody>
          </p:sp>
        </p:grpSp>
        <p:grpSp>
          <p:nvGrpSpPr>
            <p:cNvPr id="29" name="Gruppieren 28">
              <a:extLst>
                <a:ext uri="{FF2B5EF4-FFF2-40B4-BE49-F238E27FC236}">
                  <a16:creationId xmlns:a16="http://schemas.microsoft.com/office/drawing/2014/main" id="{49673260-912F-3DA1-861B-FC8C88087D2B}"/>
                </a:ext>
              </a:extLst>
            </p:cNvPr>
            <p:cNvGrpSpPr/>
            <p:nvPr/>
          </p:nvGrpSpPr>
          <p:grpSpPr>
            <a:xfrm>
              <a:off x="-502267" y="3212338"/>
              <a:ext cx="411956" cy="216662"/>
              <a:chOff x="-615197" y="4295013"/>
              <a:chExt cx="411956" cy="216662"/>
            </a:xfrm>
          </p:grpSpPr>
          <p:cxnSp>
            <p:nvCxnSpPr>
              <p:cNvPr id="58" name="Gerader Verbinder 57">
                <a:extLst>
                  <a:ext uri="{FF2B5EF4-FFF2-40B4-BE49-F238E27FC236}">
                    <a16:creationId xmlns:a16="http://schemas.microsoft.com/office/drawing/2014/main" id="{D7D2744A-8170-2D85-2C6D-2EA455F5F0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Textfeld 58">
                <a:extLst>
                  <a:ext uri="{FF2B5EF4-FFF2-40B4-BE49-F238E27FC236}">
                    <a16:creationId xmlns:a16="http://schemas.microsoft.com/office/drawing/2014/main" id="{55F2A196-1F81-9316-F9A8-F4AD931DA77E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00.00</a:t>
                </a:r>
              </a:p>
            </p:txBody>
          </p:sp>
        </p:grpSp>
        <p:grpSp>
          <p:nvGrpSpPr>
            <p:cNvPr id="30" name="Gruppieren 29">
              <a:extLst>
                <a:ext uri="{FF2B5EF4-FFF2-40B4-BE49-F238E27FC236}">
                  <a16:creationId xmlns:a16="http://schemas.microsoft.com/office/drawing/2014/main" id="{76400927-9927-BEE0-6404-917A48FCAAFB}"/>
                </a:ext>
              </a:extLst>
            </p:cNvPr>
            <p:cNvGrpSpPr/>
            <p:nvPr/>
          </p:nvGrpSpPr>
          <p:grpSpPr>
            <a:xfrm>
              <a:off x="-502267" y="835851"/>
              <a:ext cx="411956" cy="216662"/>
              <a:chOff x="-615197" y="4295013"/>
              <a:chExt cx="411956" cy="216662"/>
            </a:xfrm>
          </p:grpSpPr>
          <p:cxnSp>
            <p:nvCxnSpPr>
              <p:cNvPr id="55" name="Gerader Verbinder 54">
                <a:extLst>
                  <a:ext uri="{FF2B5EF4-FFF2-40B4-BE49-F238E27FC236}">
                    <a16:creationId xmlns:a16="http://schemas.microsoft.com/office/drawing/2014/main" id="{8AA916D3-9156-EAEC-6F12-8B7CBEA9CF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Textfeld 55">
                <a:extLst>
                  <a:ext uri="{FF2B5EF4-FFF2-40B4-BE49-F238E27FC236}">
                    <a16:creationId xmlns:a16="http://schemas.microsoft.com/office/drawing/2014/main" id="{3C8DD13C-5EA5-6963-70CB-3939F14A1363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06.60</a:t>
                </a:r>
              </a:p>
            </p:txBody>
          </p:sp>
        </p:grpSp>
        <p:grpSp>
          <p:nvGrpSpPr>
            <p:cNvPr id="31" name="Gruppieren 30">
              <a:extLst>
                <a:ext uri="{FF2B5EF4-FFF2-40B4-BE49-F238E27FC236}">
                  <a16:creationId xmlns:a16="http://schemas.microsoft.com/office/drawing/2014/main" id="{969AF16B-CD60-C9C7-F71E-2C4CEFFA63FD}"/>
                </a:ext>
              </a:extLst>
            </p:cNvPr>
            <p:cNvGrpSpPr/>
            <p:nvPr/>
          </p:nvGrpSpPr>
          <p:grpSpPr>
            <a:xfrm>
              <a:off x="-502267" y="1412113"/>
              <a:ext cx="411956" cy="216662"/>
              <a:chOff x="-615197" y="4295013"/>
              <a:chExt cx="411956" cy="216662"/>
            </a:xfrm>
          </p:grpSpPr>
          <p:cxnSp>
            <p:nvCxnSpPr>
              <p:cNvPr id="35" name="Gerader Verbinder 34">
                <a:extLst>
                  <a:ext uri="{FF2B5EF4-FFF2-40B4-BE49-F238E27FC236}">
                    <a16:creationId xmlns:a16="http://schemas.microsoft.com/office/drawing/2014/main" id="{909C336D-CB68-1FE3-F222-4A63ED5698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feld 35">
                <a:extLst>
                  <a:ext uri="{FF2B5EF4-FFF2-40B4-BE49-F238E27FC236}">
                    <a16:creationId xmlns:a16="http://schemas.microsoft.com/office/drawing/2014/main" id="{9830AC02-58B6-FB45-40A1-7A52C1AA1B3C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05.00</a:t>
                </a:r>
              </a:p>
            </p:txBody>
          </p:sp>
        </p:grpSp>
        <p:grpSp>
          <p:nvGrpSpPr>
            <p:cNvPr id="32" name="Gruppieren 31">
              <a:extLst>
                <a:ext uri="{FF2B5EF4-FFF2-40B4-BE49-F238E27FC236}">
                  <a16:creationId xmlns:a16="http://schemas.microsoft.com/office/drawing/2014/main" id="{6208E748-D5E2-B5ED-9080-2C0E1E31D2C2}"/>
                </a:ext>
              </a:extLst>
            </p:cNvPr>
            <p:cNvGrpSpPr/>
            <p:nvPr/>
          </p:nvGrpSpPr>
          <p:grpSpPr>
            <a:xfrm>
              <a:off x="-502267" y="80201"/>
              <a:ext cx="411956" cy="216662"/>
              <a:chOff x="-615197" y="4258501"/>
              <a:chExt cx="411956" cy="216662"/>
            </a:xfrm>
          </p:grpSpPr>
          <p:cxnSp>
            <p:nvCxnSpPr>
              <p:cNvPr id="33" name="Gerader Verbinder 32">
                <a:extLst>
                  <a:ext uri="{FF2B5EF4-FFF2-40B4-BE49-F238E27FC236}">
                    <a16:creationId xmlns:a16="http://schemas.microsoft.com/office/drawing/2014/main" id="{60913B7C-5CEB-CBF9-DF24-CDDBAFD2F4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475163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Textfeld 33">
                <a:extLst>
                  <a:ext uri="{FF2B5EF4-FFF2-40B4-BE49-F238E27FC236}">
                    <a16:creationId xmlns:a16="http://schemas.microsoft.com/office/drawing/2014/main" id="{319CAA1A-1B89-DC2C-DDF0-81BA8720F4DB}"/>
                  </a:ext>
                </a:extLst>
              </p:cNvPr>
              <p:cNvSpPr txBox="1"/>
              <p:nvPr/>
            </p:nvSpPr>
            <p:spPr>
              <a:xfrm>
                <a:off x="-615197" y="425850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08.70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800517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15.xml"/><Relationship Id="rId21" Type="http://schemas.openxmlformats.org/officeDocument/2006/relationships/slideLayout" Target="../slideLayouts/slideLayout33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3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7.xml"/><Relationship Id="rId1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37.xml"/><Relationship Id="rId21" Type="http://schemas.openxmlformats.org/officeDocument/2006/relationships/slideLayout" Target="../slideLayouts/slideLayout55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17" Type="http://schemas.openxmlformats.org/officeDocument/2006/relationships/slideLayout" Target="../slideLayouts/slideLayout51.xml"/><Relationship Id="rId2" Type="http://schemas.openxmlformats.org/officeDocument/2006/relationships/slideLayout" Target="../slideLayouts/slideLayout36.xml"/><Relationship Id="rId16" Type="http://schemas.openxmlformats.org/officeDocument/2006/relationships/slideLayout" Target="../slideLayouts/slideLayout50.xml"/><Relationship Id="rId2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9.xml"/><Relationship Id="rId23" Type="http://schemas.openxmlformats.org/officeDocument/2006/relationships/theme" Target="../theme/theme3.xml"/><Relationship Id="rId10" Type="http://schemas.openxmlformats.org/officeDocument/2006/relationships/slideLayout" Target="../slideLayouts/slideLayout44.xml"/><Relationship Id="rId19" Type="http://schemas.openxmlformats.org/officeDocument/2006/relationships/slideLayout" Target="../slideLayouts/slideLayout53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8.xml"/><Relationship Id="rId22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67E6C11-9247-60FF-5EBB-70E4F5045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E2F1B94-0F94-D545-D34D-548AFDACFA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8CD1AE-2E54-70F1-F027-EB08CAA63A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450A1D-EE8A-4106-B991-88A4816BF4A3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F0BB8D-84E6-4931-3944-E323D8AA81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04871E-F5FB-FE8C-0C6D-A62A3EFAA0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CF6050-C91B-4798-BF0A-E5013A6747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0957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70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5DF379B-2F7B-4B88-BC16-FA39CEB2C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9" y="299633"/>
            <a:ext cx="9740106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zh-CN" altLang="en-US" dirty="0"/>
              <a:t>编辑主封面格式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BFF28EB-5BBB-48FC-BE84-2AF18E9A25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319" y="1631155"/>
            <a:ext cx="11160000" cy="4464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zh-CN" altLang="en-US" dirty="0"/>
              <a:t>编辑主文本格式</a:t>
            </a:r>
          </a:p>
          <a:p>
            <a:pPr lvl="1"/>
            <a:r>
              <a:rPr lang="ja-JP" altLang="en-US" dirty="0"/>
              <a:t>第二级</a:t>
            </a:r>
          </a:p>
          <a:p>
            <a:pPr lvl="2"/>
            <a:r>
              <a:rPr lang="ja-JP" altLang="en-US" dirty="0"/>
              <a:t>第三级 </a:t>
            </a:r>
          </a:p>
          <a:p>
            <a:pPr lvl="3"/>
            <a:r>
              <a:rPr lang="ja-JP" altLang="en-US" dirty="0"/>
              <a:t>第四级</a:t>
            </a:r>
          </a:p>
          <a:p>
            <a:pPr lvl="4"/>
            <a:r>
              <a:rPr lang="ja-JP" altLang="en-US" dirty="0"/>
              <a:t>第五级</a:t>
            </a:r>
          </a:p>
          <a:p>
            <a:pPr lvl="5"/>
            <a:r>
              <a:rPr lang="ja-JP" altLang="en-US" dirty="0"/>
              <a:t>第六级</a:t>
            </a:r>
          </a:p>
          <a:p>
            <a:pPr lvl="6"/>
            <a:r>
              <a:rPr lang="ja-JP" altLang="en-US" dirty="0"/>
              <a:t>第七级</a:t>
            </a:r>
          </a:p>
          <a:p>
            <a:pPr lvl="7"/>
            <a:r>
              <a:rPr lang="ja-JP" altLang="en-US" dirty="0"/>
              <a:t>第八级</a:t>
            </a:r>
          </a:p>
          <a:p>
            <a:pPr lvl="8"/>
            <a:r>
              <a:rPr lang="ja-JP" altLang="en-US" dirty="0"/>
              <a:t>第九级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62C304D-CE9F-43FC-BAA7-AE9B393990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8318" y="6687622"/>
            <a:ext cx="5433219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800" b="0">
                <a:solidFill>
                  <a:schemeClr val="tx1"/>
                </a:solidFill>
                <a:latin typeface="Microsoft YaHei" panose="020B0503020204020204" pitchFamily="34" charset="-122"/>
                <a:cs typeface="ZEISS Frutiger Next W1G Medium"/>
              </a:defRPr>
            </a:lvl1pPr>
          </a:lstStyle>
          <a:p>
            <a:r>
              <a:rPr lang="zh-TW" altLang="de-DE"/>
              <a:t>蔡司</a:t>
            </a:r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B2475B2-8926-4797-977A-DAFF5A6E3C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9658" y="6687622"/>
            <a:ext cx="216405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ZEISS Frutiger Next W1G"/>
                <a:cs typeface="ZEISS Frutiger Next W1G Lt"/>
              </a:defRPr>
            </a:lvl1pPr>
          </a:lstStyle>
          <a:p>
            <a:fld id="{C6A4AD45-2621-4550-9DC5-4911F1B5FA4D}" type="slidenum">
              <a:rPr lang="de-DE" smtClean="0">
                <a:latin typeface="Microsoft YaHei" panose="020B0503020204020204" pitchFamily="34" charset="-122"/>
              </a:rPr>
              <a:pPr/>
              <a:t>‹#›</a:t>
            </a:fld>
            <a:endParaRPr lang="de-DE" dirty="0">
              <a:latin typeface="Microsoft YaHei" panose="020B0503020204020204" pitchFamily="34" charset="-122"/>
            </a:endParaRPr>
          </a:p>
        </p:txBody>
      </p:sp>
      <p:cxnSp>
        <p:nvCxnSpPr>
          <p:cNvPr id="47" name="Gerade Verbindung 68">
            <a:extLst>
              <a:ext uri="{FF2B5EF4-FFF2-40B4-BE49-F238E27FC236}">
                <a16:creationId xmlns:a16="http://schemas.microsoft.com/office/drawing/2014/main" id="{03618DF1-8BE9-4106-8D3B-2513062DF9C4}"/>
              </a:ext>
            </a:extLst>
          </p:cNvPr>
          <p:cNvCxnSpPr>
            <a:cxnSpLocks/>
          </p:cNvCxnSpPr>
          <p:nvPr/>
        </p:nvCxnSpPr>
        <p:spPr>
          <a:xfrm>
            <a:off x="0" y="6641854"/>
            <a:ext cx="12192000" cy="0"/>
          </a:xfrm>
          <a:prstGeom prst="line">
            <a:avLst/>
          </a:prstGeom>
          <a:ln w="6350">
            <a:solidFill>
              <a:srgbClr val="DCE3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0" name="Gruppieren 109">
            <a:extLst>
              <a:ext uri="{FF2B5EF4-FFF2-40B4-BE49-F238E27FC236}">
                <a16:creationId xmlns:a16="http://schemas.microsoft.com/office/drawing/2014/main" id="{C143B9AD-6EBA-4895-849B-0BC80CF0E742}"/>
              </a:ext>
            </a:extLst>
          </p:cNvPr>
          <p:cNvGrpSpPr/>
          <p:nvPr/>
        </p:nvGrpSpPr>
        <p:grpSpPr>
          <a:xfrm>
            <a:off x="307324" y="-697715"/>
            <a:ext cx="11367557" cy="411958"/>
            <a:chOff x="307324" y="6944501"/>
            <a:chExt cx="11367557" cy="411958"/>
          </a:xfrm>
        </p:grpSpPr>
        <p:grpSp>
          <p:nvGrpSpPr>
            <p:cNvPr id="111" name="Gruppieren 110">
              <a:extLst>
                <a:ext uri="{FF2B5EF4-FFF2-40B4-BE49-F238E27FC236}">
                  <a16:creationId xmlns:a16="http://schemas.microsoft.com/office/drawing/2014/main" id="{C2906655-7987-4668-ACC1-26A44C7B15D9}"/>
                </a:ext>
              </a:extLst>
            </p:cNvPr>
            <p:cNvGrpSpPr/>
            <p:nvPr/>
          </p:nvGrpSpPr>
          <p:grpSpPr>
            <a:xfrm rot="16200000">
              <a:off x="205653" y="7046174"/>
              <a:ext cx="411956" cy="208614"/>
              <a:chOff x="-615197" y="4303061"/>
              <a:chExt cx="411956" cy="208614"/>
            </a:xfrm>
          </p:grpSpPr>
          <p:cxnSp>
            <p:nvCxnSpPr>
              <p:cNvPr id="122" name="Gerader Verbinder 121">
                <a:extLst>
                  <a:ext uri="{FF2B5EF4-FFF2-40B4-BE49-F238E27FC236}">
                    <a16:creationId xmlns:a16="http://schemas.microsoft.com/office/drawing/2014/main" id="{8718017E-4559-4F87-A485-EA08FC550D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3" name="Textfeld 122">
                <a:extLst>
                  <a:ext uri="{FF2B5EF4-FFF2-40B4-BE49-F238E27FC236}">
                    <a16:creationId xmlns:a16="http://schemas.microsoft.com/office/drawing/2014/main" id="{B78B68D2-C03F-4BEF-B65C-1698F90B1503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15.50</a:t>
                </a:r>
              </a:p>
            </p:txBody>
          </p:sp>
        </p:grpSp>
        <p:grpSp>
          <p:nvGrpSpPr>
            <p:cNvPr id="112" name="Gruppieren 111">
              <a:extLst>
                <a:ext uri="{FF2B5EF4-FFF2-40B4-BE49-F238E27FC236}">
                  <a16:creationId xmlns:a16="http://schemas.microsoft.com/office/drawing/2014/main" id="{DE6A9283-81C3-435D-8464-5F73CFBBF240}"/>
                </a:ext>
              </a:extLst>
            </p:cNvPr>
            <p:cNvGrpSpPr/>
            <p:nvPr/>
          </p:nvGrpSpPr>
          <p:grpSpPr>
            <a:xfrm rot="16200000">
              <a:off x="5641253" y="7046174"/>
              <a:ext cx="411956" cy="208614"/>
              <a:chOff x="-615197" y="4303061"/>
              <a:chExt cx="411956" cy="208614"/>
            </a:xfrm>
          </p:grpSpPr>
          <p:cxnSp>
            <p:nvCxnSpPr>
              <p:cNvPr id="120" name="Gerader Verbinder 119">
                <a:extLst>
                  <a:ext uri="{FF2B5EF4-FFF2-40B4-BE49-F238E27FC236}">
                    <a16:creationId xmlns:a16="http://schemas.microsoft.com/office/drawing/2014/main" id="{8BBA712F-3E8B-4C9D-8AE6-80F95B7798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1" name="Textfeld 120">
                <a:extLst>
                  <a:ext uri="{FF2B5EF4-FFF2-40B4-BE49-F238E27FC236}">
                    <a16:creationId xmlns:a16="http://schemas.microsoft.com/office/drawing/2014/main" id="{7A0FF303-3F42-4C21-BA72-ED740BE77311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00.40</a:t>
                </a:r>
              </a:p>
            </p:txBody>
          </p:sp>
        </p:grpSp>
        <p:grpSp>
          <p:nvGrpSpPr>
            <p:cNvPr id="113" name="Gruppieren 112">
              <a:extLst>
                <a:ext uri="{FF2B5EF4-FFF2-40B4-BE49-F238E27FC236}">
                  <a16:creationId xmlns:a16="http://schemas.microsoft.com/office/drawing/2014/main" id="{8A4941BA-0CFA-430D-A5D7-39298B5563F8}"/>
                </a:ext>
              </a:extLst>
            </p:cNvPr>
            <p:cNvGrpSpPr/>
            <p:nvPr/>
          </p:nvGrpSpPr>
          <p:grpSpPr>
            <a:xfrm rot="5400000">
              <a:off x="6093326" y="7050196"/>
              <a:ext cx="411957" cy="200568"/>
              <a:chOff x="-615198" y="4354167"/>
              <a:chExt cx="411957" cy="200568"/>
            </a:xfrm>
          </p:grpSpPr>
          <p:cxnSp>
            <p:nvCxnSpPr>
              <p:cNvPr id="118" name="Gerader Verbinder 117">
                <a:extLst>
                  <a:ext uri="{FF2B5EF4-FFF2-40B4-BE49-F238E27FC236}">
                    <a16:creationId xmlns:a16="http://schemas.microsoft.com/office/drawing/2014/main" id="{90AAE6AE-F551-4BFA-9796-10403D9B7C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9" name="Textfeld 118">
                <a:extLst>
                  <a:ext uri="{FF2B5EF4-FFF2-40B4-BE49-F238E27FC236}">
                    <a16:creationId xmlns:a16="http://schemas.microsoft.com/office/drawing/2014/main" id="{B2486164-9430-4635-A368-5D4ECE0B4D85}"/>
                  </a:ext>
                </a:extLst>
              </p:cNvPr>
              <p:cNvSpPr txBox="1"/>
              <p:nvPr/>
            </p:nvSpPr>
            <p:spPr>
              <a:xfrm rot="10800000">
                <a:off x="-615198" y="4354167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00.40</a:t>
                </a:r>
              </a:p>
            </p:txBody>
          </p:sp>
        </p:grpSp>
        <p:cxnSp>
          <p:nvCxnSpPr>
            <p:cNvPr id="114" name="Gerader Verbinder 113">
              <a:extLst>
                <a:ext uri="{FF2B5EF4-FFF2-40B4-BE49-F238E27FC236}">
                  <a16:creationId xmlns:a16="http://schemas.microsoft.com/office/drawing/2014/main" id="{6F1511B1-882E-47AD-BA14-2C1D3F602C5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890022" y="7150480"/>
              <a:ext cx="411956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5" name="Gruppieren 114">
              <a:extLst>
                <a:ext uri="{FF2B5EF4-FFF2-40B4-BE49-F238E27FC236}">
                  <a16:creationId xmlns:a16="http://schemas.microsoft.com/office/drawing/2014/main" id="{45ECE737-DA80-470C-B11D-0C59F5EBF475}"/>
                </a:ext>
              </a:extLst>
            </p:cNvPr>
            <p:cNvGrpSpPr/>
            <p:nvPr/>
          </p:nvGrpSpPr>
          <p:grpSpPr>
            <a:xfrm rot="16200000">
              <a:off x="11364596" y="7046174"/>
              <a:ext cx="411956" cy="208614"/>
              <a:chOff x="-615197" y="4303061"/>
              <a:chExt cx="411956" cy="208614"/>
            </a:xfrm>
          </p:grpSpPr>
          <p:cxnSp>
            <p:nvCxnSpPr>
              <p:cNvPr id="116" name="Gerader Verbinder 115">
                <a:extLst>
                  <a:ext uri="{FF2B5EF4-FFF2-40B4-BE49-F238E27FC236}">
                    <a16:creationId xmlns:a16="http://schemas.microsoft.com/office/drawing/2014/main" id="{959D3B82-D531-4945-AB80-A7D3D53015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7" name="Textfeld 116">
                <a:extLst>
                  <a:ext uri="{FF2B5EF4-FFF2-40B4-BE49-F238E27FC236}">
                    <a16:creationId xmlns:a16="http://schemas.microsoft.com/office/drawing/2014/main" id="{4E17E80F-7E0F-4B11-AB57-AFD5C3F42792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15.50</a:t>
                </a:r>
              </a:p>
            </p:txBody>
          </p:sp>
        </p:grpSp>
      </p:grpSp>
      <p:grpSp>
        <p:nvGrpSpPr>
          <p:cNvPr id="124" name="Gruppieren 123">
            <a:extLst>
              <a:ext uri="{FF2B5EF4-FFF2-40B4-BE49-F238E27FC236}">
                <a16:creationId xmlns:a16="http://schemas.microsoft.com/office/drawing/2014/main" id="{9FA60B4C-D934-40DB-959A-2A06177BB845}"/>
              </a:ext>
            </a:extLst>
          </p:cNvPr>
          <p:cNvGrpSpPr/>
          <p:nvPr/>
        </p:nvGrpSpPr>
        <p:grpSpPr>
          <a:xfrm>
            <a:off x="-697714" y="80201"/>
            <a:ext cx="411956" cy="6713707"/>
            <a:chOff x="-502267" y="80201"/>
            <a:chExt cx="411956" cy="6713707"/>
          </a:xfrm>
        </p:grpSpPr>
        <p:grpSp>
          <p:nvGrpSpPr>
            <p:cNvPr id="125" name="Gruppieren 124">
              <a:extLst>
                <a:ext uri="{FF2B5EF4-FFF2-40B4-BE49-F238E27FC236}">
                  <a16:creationId xmlns:a16="http://schemas.microsoft.com/office/drawing/2014/main" id="{4D68A72E-462C-4EE8-BF5E-463A2491B2A0}"/>
                </a:ext>
              </a:extLst>
            </p:cNvPr>
            <p:cNvGrpSpPr/>
            <p:nvPr/>
          </p:nvGrpSpPr>
          <p:grpSpPr>
            <a:xfrm>
              <a:off x="-502267" y="6593340"/>
              <a:ext cx="411956" cy="200568"/>
              <a:chOff x="-615197" y="4452994"/>
              <a:chExt cx="411956" cy="200568"/>
            </a:xfrm>
          </p:grpSpPr>
          <p:sp>
            <p:nvSpPr>
              <p:cNvPr id="141" name="Textfeld 140">
                <a:extLst>
                  <a:ext uri="{FF2B5EF4-FFF2-40B4-BE49-F238E27FC236}">
                    <a16:creationId xmlns:a16="http://schemas.microsoft.com/office/drawing/2014/main" id="{90A86EE5-BD53-4D75-9533-01061F0B2A55}"/>
                  </a:ext>
                </a:extLst>
              </p:cNvPr>
              <p:cNvSpPr txBox="1"/>
              <p:nvPr/>
            </p:nvSpPr>
            <p:spPr>
              <a:xfrm>
                <a:off x="-615197" y="4452994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08.92</a:t>
                </a:r>
              </a:p>
            </p:txBody>
          </p:sp>
          <p:cxnSp>
            <p:nvCxnSpPr>
              <p:cNvPr id="142" name="Gerader Verbinder 141">
                <a:extLst>
                  <a:ext uri="{FF2B5EF4-FFF2-40B4-BE49-F238E27FC236}">
                    <a16:creationId xmlns:a16="http://schemas.microsoft.com/office/drawing/2014/main" id="{C4DA6E19-897C-47D8-8FD2-FF3C505B74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497389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6" name="Gruppieren 125">
              <a:extLst>
                <a:ext uri="{FF2B5EF4-FFF2-40B4-BE49-F238E27FC236}">
                  <a16:creationId xmlns:a16="http://schemas.microsoft.com/office/drawing/2014/main" id="{821655FC-2FD4-4199-88C5-365344C80905}"/>
                </a:ext>
              </a:extLst>
            </p:cNvPr>
            <p:cNvGrpSpPr/>
            <p:nvPr/>
          </p:nvGrpSpPr>
          <p:grpSpPr>
            <a:xfrm>
              <a:off x="-502267" y="5876163"/>
              <a:ext cx="411956" cy="216662"/>
              <a:chOff x="-615197" y="4295013"/>
              <a:chExt cx="411956" cy="216662"/>
            </a:xfrm>
          </p:grpSpPr>
          <p:cxnSp>
            <p:nvCxnSpPr>
              <p:cNvPr id="139" name="Gerader Verbinder 138">
                <a:extLst>
                  <a:ext uri="{FF2B5EF4-FFF2-40B4-BE49-F238E27FC236}">
                    <a16:creationId xmlns:a16="http://schemas.microsoft.com/office/drawing/2014/main" id="{B12C2CA5-1BE4-466F-B365-C32313E6C4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0" name="Textfeld 139">
                <a:extLst>
                  <a:ext uri="{FF2B5EF4-FFF2-40B4-BE49-F238E27FC236}">
                    <a16:creationId xmlns:a16="http://schemas.microsoft.com/office/drawing/2014/main" id="{DD0E517F-5845-4E9E-825C-982F56393E4A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07.40</a:t>
                </a:r>
              </a:p>
            </p:txBody>
          </p:sp>
        </p:grpSp>
        <p:grpSp>
          <p:nvGrpSpPr>
            <p:cNvPr id="127" name="Gruppieren 126">
              <a:extLst>
                <a:ext uri="{FF2B5EF4-FFF2-40B4-BE49-F238E27FC236}">
                  <a16:creationId xmlns:a16="http://schemas.microsoft.com/office/drawing/2014/main" id="{8183FB06-971C-4EF0-B60D-9D31390A87FE}"/>
                </a:ext>
              </a:extLst>
            </p:cNvPr>
            <p:cNvGrpSpPr/>
            <p:nvPr/>
          </p:nvGrpSpPr>
          <p:grpSpPr>
            <a:xfrm>
              <a:off x="-502267" y="3212338"/>
              <a:ext cx="411956" cy="216662"/>
              <a:chOff x="-615197" y="4295013"/>
              <a:chExt cx="411956" cy="216662"/>
            </a:xfrm>
          </p:grpSpPr>
          <p:cxnSp>
            <p:nvCxnSpPr>
              <p:cNvPr id="137" name="Gerader Verbinder 136">
                <a:extLst>
                  <a:ext uri="{FF2B5EF4-FFF2-40B4-BE49-F238E27FC236}">
                    <a16:creationId xmlns:a16="http://schemas.microsoft.com/office/drawing/2014/main" id="{F974AB64-BD3D-408B-8560-09EFA53874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8" name="Textfeld 137">
                <a:extLst>
                  <a:ext uri="{FF2B5EF4-FFF2-40B4-BE49-F238E27FC236}">
                    <a16:creationId xmlns:a16="http://schemas.microsoft.com/office/drawing/2014/main" id="{71B46A92-23E3-4314-88DB-D8DF38A633F2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00.00</a:t>
                </a:r>
              </a:p>
            </p:txBody>
          </p:sp>
        </p:grpSp>
        <p:grpSp>
          <p:nvGrpSpPr>
            <p:cNvPr id="128" name="Gruppieren 127">
              <a:extLst>
                <a:ext uri="{FF2B5EF4-FFF2-40B4-BE49-F238E27FC236}">
                  <a16:creationId xmlns:a16="http://schemas.microsoft.com/office/drawing/2014/main" id="{6EDBD902-7C37-49E9-85AC-EA9A999BCC19}"/>
                </a:ext>
              </a:extLst>
            </p:cNvPr>
            <p:cNvGrpSpPr/>
            <p:nvPr/>
          </p:nvGrpSpPr>
          <p:grpSpPr>
            <a:xfrm>
              <a:off x="-502267" y="835851"/>
              <a:ext cx="411956" cy="216662"/>
              <a:chOff x="-615197" y="4295013"/>
              <a:chExt cx="411956" cy="216662"/>
            </a:xfrm>
          </p:grpSpPr>
          <p:cxnSp>
            <p:nvCxnSpPr>
              <p:cNvPr id="135" name="Gerader Verbinder 134">
                <a:extLst>
                  <a:ext uri="{FF2B5EF4-FFF2-40B4-BE49-F238E27FC236}">
                    <a16:creationId xmlns:a16="http://schemas.microsoft.com/office/drawing/2014/main" id="{16160750-55EC-43A2-9615-6C96E9D715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" name="Textfeld 135">
                <a:extLst>
                  <a:ext uri="{FF2B5EF4-FFF2-40B4-BE49-F238E27FC236}">
                    <a16:creationId xmlns:a16="http://schemas.microsoft.com/office/drawing/2014/main" id="{6D60559D-88E0-4839-B09C-100EEAE61E19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06.60</a:t>
                </a:r>
              </a:p>
            </p:txBody>
          </p:sp>
        </p:grpSp>
        <p:grpSp>
          <p:nvGrpSpPr>
            <p:cNvPr id="129" name="Gruppieren 128">
              <a:extLst>
                <a:ext uri="{FF2B5EF4-FFF2-40B4-BE49-F238E27FC236}">
                  <a16:creationId xmlns:a16="http://schemas.microsoft.com/office/drawing/2014/main" id="{469ED37F-0DF5-4C75-B37B-A46EEF71F193}"/>
                </a:ext>
              </a:extLst>
            </p:cNvPr>
            <p:cNvGrpSpPr/>
            <p:nvPr/>
          </p:nvGrpSpPr>
          <p:grpSpPr>
            <a:xfrm>
              <a:off x="-502267" y="1412113"/>
              <a:ext cx="411956" cy="216662"/>
              <a:chOff x="-615197" y="4295013"/>
              <a:chExt cx="411956" cy="216662"/>
            </a:xfrm>
          </p:grpSpPr>
          <p:cxnSp>
            <p:nvCxnSpPr>
              <p:cNvPr id="133" name="Gerader Verbinder 132">
                <a:extLst>
                  <a:ext uri="{FF2B5EF4-FFF2-40B4-BE49-F238E27FC236}">
                    <a16:creationId xmlns:a16="http://schemas.microsoft.com/office/drawing/2014/main" id="{C4ED5A2C-845A-4863-BDD6-AB7433DD39F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4" name="Textfeld 133">
                <a:extLst>
                  <a:ext uri="{FF2B5EF4-FFF2-40B4-BE49-F238E27FC236}">
                    <a16:creationId xmlns:a16="http://schemas.microsoft.com/office/drawing/2014/main" id="{4E72ED2D-2639-47EE-9028-9F6792ADA394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05.00</a:t>
                </a:r>
              </a:p>
            </p:txBody>
          </p:sp>
        </p:grpSp>
        <p:grpSp>
          <p:nvGrpSpPr>
            <p:cNvPr id="130" name="Gruppieren 129">
              <a:extLst>
                <a:ext uri="{FF2B5EF4-FFF2-40B4-BE49-F238E27FC236}">
                  <a16:creationId xmlns:a16="http://schemas.microsoft.com/office/drawing/2014/main" id="{A0A9884D-0434-479D-BF7B-67CD59434558}"/>
                </a:ext>
              </a:extLst>
            </p:cNvPr>
            <p:cNvGrpSpPr/>
            <p:nvPr/>
          </p:nvGrpSpPr>
          <p:grpSpPr>
            <a:xfrm>
              <a:off x="-502267" y="80201"/>
              <a:ext cx="411956" cy="216662"/>
              <a:chOff x="-615197" y="4258501"/>
              <a:chExt cx="411956" cy="216662"/>
            </a:xfrm>
          </p:grpSpPr>
          <p:cxnSp>
            <p:nvCxnSpPr>
              <p:cNvPr id="131" name="Gerader Verbinder 130">
                <a:extLst>
                  <a:ext uri="{FF2B5EF4-FFF2-40B4-BE49-F238E27FC236}">
                    <a16:creationId xmlns:a16="http://schemas.microsoft.com/office/drawing/2014/main" id="{33FC3A7A-8520-49F6-AB4D-602661AEA7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475163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2" name="Textfeld 131">
                <a:extLst>
                  <a:ext uri="{FF2B5EF4-FFF2-40B4-BE49-F238E27FC236}">
                    <a16:creationId xmlns:a16="http://schemas.microsoft.com/office/drawing/2014/main" id="{B7DBACAA-D840-4905-8BA3-417CEBA7217E}"/>
                  </a:ext>
                </a:extLst>
              </p:cNvPr>
              <p:cNvSpPr txBox="1"/>
              <p:nvPr/>
            </p:nvSpPr>
            <p:spPr>
              <a:xfrm>
                <a:off x="-615197" y="425850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08.70</a:t>
                </a:r>
              </a:p>
            </p:txBody>
          </p:sp>
        </p:grpSp>
      </p:grpSp>
      <p:cxnSp>
        <p:nvCxnSpPr>
          <p:cNvPr id="7" name="Gerade Verbindung 71">
            <a:extLst>
              <a:ext uri="{FF2B5EF4-FFF2-40B4-BE49-F238E27FC236}">
                <a16:creationId xmlns:a16="http://schemas.microsoft.com/office/drawing/2014/main" id="{AAB79FE1-E401-538A-2D0D-EBE072FD9DF5}"/>
              </a:ext>
            </a:extLst>
          </p:cNvPr>
          <p:cNvCxnSpPr>
            <a:cxnSpLocks/>
          </p:cNvCxnSpPr>
          <p:nvPr/>
        </p:nvCxnSpPr>
        <p:spPr>
          <a:xfrm>
            <a:off x="0" y="1052906"/>
            <a:ext cx="12192000" cy="0"/>
          </a:xfrm>
          <a:prstGeom prst="line">
            <a:avLst/>
          </a:prstGeom>
          <a:ln w="6350">
            <a:solidFill>
              <a:srgbClr val="DCE3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3175146F-8930-BB12-D3F3-6796DB11A2F1}"/>
              </a:ext>
            </a:extLst>
          </p:cNvPr>
          <p:cNvGrpSpPr/>
          <p:nvPr/>
        </p:nvGrpSpPr>
        <p:grpSpPr>
          <a:xfrm>
            <a:off x="11170442" y="299244"/>
            <a:ext cx="505400" cy="505400"/>
            <a:chOff x="5423248" y="2756248"/>
            <a:chExt cx="1349978" cy="1349978"/>
          </a:xfrm>
        </p:grpSpPr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E5BED44B-C114-C33B-33A1-D0EB0A66F101}"/>
                </a:ext>
              </a:extLst>
            </p:cNvPr>
            <p:cNvSpPr/>
            <p:nvPr/>
          </p:nvSpPr>
          <p:spPr>
            <a:xfrm>
              <a:off x="5423248" y="2756248"/>
              <a:ext cx="1349978" cy="1349978"/>
            </a:xfrm>
            <a:custGeom>
              <a:avLst/>
              <a:gdLst>
                <a:gd name="connsiteX0" fmla="*/ 1349788 w 1349978"/>
                <a:gd name="connsiteY0" fmla="*/ 1349978 h 1349978"/>
                <a:gd name="connsiteX1" fmla="*/ 675037 w 1349978"/>
                <a:gd name="connsiteY1" fmla="*/ 1205389 h 1349978"/>
                <a:gd name="connsiteX2" fmla="*/ 0 w 1349978"/>
                <a:gd name="connsiteY2" fmla="*/ 1349978 h 1349978"/>
                <a:gd name="connsiteX3" fmla="*/ 0 w 1349978"/>
                <a:gd name="connsiteY3" fmla="*/ 0 h 1349978"/>
                <a:gd name="connsiteX4" fmla="*/ 1349978 w 1349978"/>
                <a:gd name="connsiteY4" fmla="*/ 0 h 1349978"/>
                <a:gd name="connsiteX5" fmla="*/ 1349788 w 1349978"/>
                <a:gd name="connsiteY5" fmla="*/ 1349978 h 1349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9978" h="1349978">
                  <a:moveTo>
                    <a:pt x="1349788" y="1349978"/>
                  </a:moveTo>
                  <a:cubicBezTo>
                    <a:pt x="1143953" y="1257110"/>
                    <a:pt x="915543" y="1205389"/>
                    <a:pt x="675037" y="1205389"/>
                  </a:cubicBezTo>
                  <a:cubicBezTo>
                    <a:pt x="434530" y="1205389"/>
                    <a:pt x="205835" y="1257110"/>
                    <a:pt x="0" y="1349978"/>
                  </a:cubicBezTo>
                  <a:lnTo>
                    <a:pt x="0" y="0"/>
                  </a:lnTo>
                  <a:lnTo>
                    <a:pt x="1349978" y="0"/>
                  </a:lnTo>
                  <a:lnTo>
                    <a:pt x="1349788" y="1349978"/>
                  </a:lnTo>
                  <a:close/>
                </a:path>
              </a:pathLst>
            </a:custGeom>
            <a:solidFill>
              <a:srgbClr val="0F2D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grpSp>
          <p:nvGrpSpPr>
            <p:cNvPr id="10" name="Grafik 31">
              <a:extLst>
                <a:ext uri="{FF2B5EF4-FFF2-40B4-BE49-F238E27FC236}">
                  <a16:creationId xmlns:a16="http://schemas.microsoft.com/office/drawing/2014/main" id="{F2826138-925F-84C0-D6FC-A4E41E04DE7B}"/>
                </a:ext>
              </a:extLst>
            </p:cNvPr>
            <p:cNvGrpSpPr/>
            <p:nvPr/>
          </p:nvGrpSpPr>
          <p:grpSpPr>
            <a:xfrm>
              <a:off x="5474985" y="3134295"/>
              <a:ext cx="1244293" cy="294132"/>
              <a:chOff x="5474985" y="3134295"/>
              <a:chExt cx="1244293" cy="294132"/>
            </a:xfrm>
            <a:solidFill>
              <a:srgbClr val="FFFFFF"/>
            </a:solidFill>
          </p:grpSpPr>
          <p:sp>
            <p:nvSpPr>
              <p:cNvPr id="11" name="Freihandform: Form 10">
                <a:extLst>
                  <a:ext uri="{FF2B5EF4-FFF2-40B4-BE49-F238E27FC236}">
                    <a16:creationId xmlns:a16="http://schemas.microsoft.com/office/drawing/2014/main" id="{0C692CBA-2D5F-5E57-1C67-8C2CA1569B6A}"/>
                  </a:ext>
                </a:extLst>
              </p:cNvPr>
              <p:cNvSpPr/>
              <p:nvPr/>
            </p:nvSpPr>
            <p:spPr>
              <a:xfrm>
                <a:off x="5474985" y="3134295"/>
                <a:ext cx="247353" cy="293941"/>
              </a:xfrm>
              <a:custGeom>
                <a:avLst/>
                <a:gdLst>
                  <a:gd name="connsiteX0" fmla="*/ 109998 w 247353"/>
                  <a:gd name="connsiteY0" fmla="*/ 30956 h 293941"/>
                  <a:gd name="connsiteX1" fmla="*/ 41418 w 247353"/>
                  <a:gd name="connsiteY1" fmla="*/ 95250 h 293941"/>
                  <a:gd name="connsiteX2" fmla="*/ 11129 w 247353"/>
                  <a:gd name="connsiteY2" fmla="*/ 95250 h 293941"/>
                  <a:gd name="connsiteX3" fmla="*/ 11129 w 247353"/>
                  <a:gd name="connsiteY3" fmla="*/ 0 h 293941"/>
                  <a:gd name="connsiteX4" fmla="*/ 247349 w 247353"/>
                  <a:gd name="connsiteY4" fmla="*/ 0 h 293941"/>
                  <a:gd name="connsiteX5" fmla="*/ 179340 w 247353"/>
                  <a:gd name="connsiteY5" fmla="*/ 151733 h 293941"/>
                  <a:gd name="connsiteX6" fmla="*/ 111141 w 247353"/>
                  <a:gd name="connsiteY6" fmla="*/ 262795 h 293941"/>
                  <a:gd name="connsiteX7" fmla="*/ 149432 w 247353"/>
                  <a:gd name="connsiteY7" fmla="*/ 262795 h 293941"/>
                  <a:gd name="connsiteX8" fmla="*/ 210011 w 247353"/>
                  <a:gd name="connsiteY8" fmla="*/ 198501 h 293941"/>
                  <a:gd name="connsiteX9" fmla="*/ 241634 w 247353"/>
                  <a:gd name="connsiteY9" fmla="*/ 198501 h 293941"/>
                  <a:gd name="connsiteX10" fmla="*/ 241634 w 247353"/>
                  <a:gd name="connsiteY10" fmla="*/ 293942 h 293941"/>
                  <a:gd name="connsiteX11" fmla="*/ 270 w 247353"/>
                  <a:gd name="connsiteY11" fmla="*/ 293942 h 293941"/>
                  <a:gd name="connsiteX12" fmla="*/ 75137 w 247353"/>
                  <a:gd name="connsiteY12" fmla="*/ 133731 h 293941"/>
                  <a:gd name="connsiteX13" fmla="*/ 138573 w 247353"/>
                  <a:gd name="connsiteY13" fmla="*/ 30671 h 293941"/>
                  <a:gd name="connsiteX14" fmla="*/ 109998 w 247353"/>
                  <a:gd name="connsiteY14" fmla="*/ 30861 h 293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47353" h="293941">
                    <a:moveTo>
                      <a:pt x="109998" y="30956"/>
                    </a:moveTo>
                    <a:cubicBezTo>
                      <a:pt x="46562" y="30956"/>
                      <a:pt x="41418" y="95250"/>
                      <a:pt x="41418" y="95250"/>
                    </a:cubicBezTo>
                    <a:lnTo>
                      <a:pt x="11129" y="95250"/>
                    </a:lnTo>
                    <a:lnTo>
                      <a:pt x="11129" y="0"/>
                    </a:lnTo>
                    <a:lnTo>
                      <a:pt x="247349" y="0"/>
                    </a:lnTo>
                    <a:cubicBezTo>
                      <a:pt x="247349" y="0"/>
                      <a:pt x="249254" y="73628"/>
                      <a:pt x="179340" y="151733"/>
                    </a:cubicBezTo>
                    <a:cubicBezTo>
                      <a:pt x="179340" y="151733"/>
                      <a:pt x="112856" y="228981"/>
                      <a:pt x="111141" y="262795"/>
                    </a:cubicBezTo>
                    <a:lnTo>
                      <a:pt x="149432" y="262795"/>
                    </a:lnTo>
                    <a:cubicBezTo>
                      <a:pt x="204391" y="262795"/>
                      <a:pt x="210011" y="198501"/>
                      <a:pt x="210011" y="198501"/>
                    </a:cubicBezTo>
                    <a:lnTo>
                      <a:pt x="241634" y="198501"/>
                    </a:lnTo>
                    <a:lnTo>
                      <a:pt x="241634" y="293942"/>
                    </a:lnTo>
                    <a:lnTo>
                      <a:pt x="270" y="293942"/>
                    </a:lnTo>
                    <a:cubicBezTo>
                      <a:pt x="270" y="293942"/>
                      <a:pt x="-8588" y="221647"/>
                      <a:pt x="75137" y="133731"/>
                    </a:cubicBezTo>
                    <a:cubicBezTo>
                      <a:pt x="75137" y="133731"/>
                      <a:pt x="126667" y="76200"/>
                      <a:pt x="138573" y="30671"/>
                    </a:cubicBezTo>
                    <a:lnTo>
                      <a:pt x="109998" y="3086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12" name="Freihandform: Form 11">
                <a:extLst>
                  <a:ext uri="{FF2B5EF4-FFF2-40B4-BE49-F238E27FC236}">
                    <a16:creationId xmlns:a16="http://schemas.microsoft.com/office/drawing/2014/main" id="{3B432F51-E3DD-B580-51BE-50AB9D8EF2C4}"/>
                  </a:ext>
                </a:extLst>
              </p:cNvPr>
              <p:cNvSpPr/>
              <p:nvPr/>
            </p:nvSpPr>
            <p:spPr>
              <a:xfrm>
                <a:off x="6030181" y="3134295"/>
                <a:ext cx="156495" cy="293750"/>
              </a:xfrm>
              <a:custGeom>
                <a:avLst/>
                <a:gdLst>
                  <a:gd name="connsiteX0" fmla="*/ 156496 w 156495"/>
                  <a:gd name="connsiteY0" fmla="*/ 293751 h 293750"/>
                  <a:gd name="connsiteX1" fmla="*/ 156496 w 156495"/>
                  <a:gd name="connsiteY1" fmla="*/ 262604 h 293750"/>
                  <a:gd name="connsiteX2" fmla="*/ 149352 w 156495"/>
                  <a:gd name="connsiteY2" fmla="*/ 262604 h 293750"/>
                  <a:gd name="connsiteX3" fmla="*/ 125730 w 156495"/>
                  <a:gd name="connsiteY3" fmla="*/ 238982 h 293750"/>
                  <a:gd name="connsiteX4" fmla="*/ 125730 w 156495"/>
                  <a:gd name="connsiteY4" fmla="*/ 54769 h 293750"/>
                  <a:gd name="connsiteX5" fmla="*/ 149352 w 156495"/>
                  <a:gd name="connsiteY5" fmla="*/ 31147 h 293750"/>
                  <a:gd name="connsiteX6" fmla="*/ 156496 w 156495"/>
                  <a:gd name="connsiteY6" fmla="*/ 31147 h 293750"/>
                  <a:gd name="connsiteX7" fmla="*/ 156496 w 156495"/>
                  <a:gd name="connsiteY7" fmla="*/ 0 h 293750"/>
                  <a:gd name="connsiteX8" fmla="*/ 0 w 156495"/>
                  <a:gd name="connsiteY8" fmla="*/ 0 h 293750"/>
                  <a:gd name="connsiteX9" fmla="*/ 0 w 156495"/>
                  <a:gd name="connsiteY9" fmla="*/ 31147 h 293750"/>
                  <a:gd name="connsiteX10" fmla="*/ 7144 w 156495"/>
                  <a:gd name="connsiteY10" fmla="*/ 31147 h 293750"/>
                  <a:gd name="connsiteX11" fmla="*/ 30956 w 156495"/>
                  <a:gd name="connsiteY11" fmla="*/ 54769 h 293750"/>
                  <a:gd name="connsiteX12" fmla="*/ 30956 w 156495"/>
                  <a:gd name="connsiteY12" fmla="*/ 238982 h 293750"/>
                  <a:gd name="connsiteX13" fmla="*/ 7144 w 156495"/>
                  <a:gd name="connsiteY13" fmla="*/ 262604 h 293750"/>
                  <a:gd name="connsiteX14" fmla="*/ 0 w 156495"/>
                  <a:gd name="connsiteY14" fmla="*/ 262604 h 293750"/>
                  <a:gd name="connsiteX15" fmla="*/ 0 w 156495"/>
                  <a:gd name="connsiteY15" fmla="*/ 293751 h 293750"/>
                  <a:gd name="connsiteX16" fmla="*/ 156496 w 156495"/>
                  <a:gd name="connsiteY16" fmla="*/ 293751 h 293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56495" h="293750">
                    <a:moveTo>
                      <a:pt x="156496" y="293751"/>
                    </a:moveTo>
                    <a:lnTo>
                      <a:pt x="156496" y="262604"/>
                    </a:lnTo>
                    <a:lnTo>
                      <a:pt x="149352" y="262604"/>
                    </a:lnTo>
                    <a:cubicBezTo>
                      <a:pt x="136398" y="262604"/>
                      <a:pt x="125730" y="251936"/>
                      <a:pt x="125730" y="238982"/>
                    </a:cubicBezTo>
                    <a:lnTo>
                      <a:pt x="125730" y="54769"/>
                    </a:lnTo>
                    <a:cubicBezTo>
                      <a:pt x="125730" y="41815"/>
                      <a:pt x="136303" y="31147"/>
                      <a:pt x="149352" y="31147"/>
                    </a:cubicBezTo>
                    <a:lnTo>
                      <a:pt x="156496" y="31147"/>
                    </a:lnTo>
                    <a:lnTo>
                      <a:pt x="156496" y="0"/>
                    </a:lnTo>
                    <a:lnTo>
                      <a:pt x="0" y="0"/>
                    </a:lnTo>
                    <a:lnTo>
                      <a:pt x="0" y="31147"/>
                    </a:lnTo>
                    <a:lnTo>
                      <a:pt x="7144" y="31147"/>
                    </a:lnTo>
                    <a:cubicBezTo>
                      <a:pt x="20383" y="31147"/>
                      <a:pt x="30956" y="41720"/>
                      <a:pt x="30956" y="54769"/>
                    </a:cubicBezTo>
                    <a:lnTo>
                      <a:pt x="30956" y="238982"/>
                    </a:lnTo>
                    <a:cubicBezTo>
                      <a:pt x="30956" y="251936"/>
                      <a:pt x="20383" y="262604"/>
                      <a:pt x="7144" y="262604"/>
                    </a:cubicBezTo>
                    <a:lnTo>
                      <a:pt x="0" y="262604"/>
                    </a:lnTo>
                    <a:lnTo>
                      <a:pt x="0" y="293751"/>
                    </a:lnTo>
                    <a:lnTo>
                      <a:pt x="156496" y="29375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13" name="Freihandform: Form 12">
                <a:extLst>
                  <a:ext uri="{FF2B5EF4-FFF2-40B4-BE49-F238E27FC236}">
                    <a16:creationId xmlns:a16="http://schemas.microsoft.com/office/drawing/2014/main" id="{5DDF0915-2168-665A-9C7B-A8F842A26FE4}"/>
                  </a:ext>
                </a:extLst>
              </p:cNvPr>
              <p:cNvSpPr/>
              <p:nvPr/>
            </p:nvSpPr>
            <p:spPr>
              <a:xfrm>
                <a:off x="5748718" y="3134295"/>
                <a:ext cx="248983" cy="294132"/>
              </a:xfrm>
              <a:custGeom>
                <a:avLst/>
                <a:gdLst>
                  <a:gd name="connsiteX0" fmla="*/ 248983 w 248983"/>
                  <a:gd name="connsiteY0" fmla="*/ 294037 h 294132"/>
                  <a:gd name="connsiteX1" fmla="*/ 248983 w 248983"/>
                  <a:gd name="connsiteY1" fmla="*/ 198596 h 294132"/>
                  <a:gd name="connsiteX2" fmla="*/ 217361 w 248983"/>
                  <a:gd name="connsiteY2" fmla="*/ 198596 h 294132"/>
                  <a:gd name="connsiteX3" fmla="*/ 156496 w 248983"/>
                  <a:gd name="connsiteY3" fmla="*/ 262890 h 294132"/>
                  <a:gd name="connsiteX4" fmla="*/ 124873 w 248983"/>
                  <a:gd name="connsiteY4" fmla="*/ 262890 h 294132"/>
                  <a:gd name="connsiteX5" fmla="*/ 124873 w 248983"/>
                  <a:gd name="connsiteY5" fmla="*/ 162687 h 294132"/>
                  <a:gd name="connsiteX6" fmla="*/ 136112 w 248983"/>
                  <a:gd name="connsiteY6" fmla="*/ 162687 h 294132"/>
                  <a:gd name="connsiteX7" fmla="*/ 159925 w 248983"/>
                  <a:gd name="connsiteY7" fmla="*/ 186500 h 294132"/>
                  <a:gd name="connsiteX8" fmla="*/ 159925 w 248983"/>
                  <a:gd name="connsiteY8" fmla="*/ 198406 h 294132"/>
                  <a:gd name="connsiteX9" fmla="*/ 191071 w 248983"/>
                  <a:gd name="connsiteY9" fmla="*/ 198406 h 294132"/>
                  <a:gd name="connsiteX10" fmla="*/ 191071 w 248983"/>
                  <a:gd name="connsiteY10" fmla="*/ 95631 h 294132"/>
                  <a:gd name="connsiteX11" fmla="*/ 159925 w 248983"/>
                  <a:gd name="connsiteY11" fmla="*/ 95631 h 294132"/>
                  <a:gd name="connsiteX12" fmla="*/ 159925 w 248983"/>
                  <a:gd name="connsiteY12" fmla="*/ 107537 h 294132"/>
                  <a:gd name="connsiteX13" fmla="*/ 136112 w 248983"/>
                  <a:gd name="connsiteY13" fmla="*/ 131350 h 294132"/>
                  <a:gd name="connsiteX14" fmla="*/ 124873 w 248983"/>
                  <a:gd name="connsiteY14" fmla="*/ 131350 h 294132"/>
                  <a:gd name="connsiteX15" fmla="*/ 124873 w 248983"/>
                  <a:gd name="connsiteY15" fmla="*/ 31147 h 294132"/>
                  <a:gd name="connsiteX16" fmla="*/ 156496 w 248983"/>
                  <a:gd name="connsiteY16" fmla="*/ 31147 h 294132"/>
                  <a:gd name="connsiteX17" fmla="*/ 217361 w 248983"/>
                  <a:gd name="connsiteY17" fmla="*/ 95441 h 294132"/>
                  <a:gd name="connsiteX18" fmla="*/ 248983 w 248983"/>
                  <a:gd name="connsiteY18" fmla="*/ 95441 h 294132"/>
                  <a:gd name="connsiteX19" fmla="*/ 248983 w 248983"/>
                  <a:gd name="connsiteY19" fmla="*/ 0 h 294132"/>
                  <a:gd name="connsiteX20" fmla="*/ 0 w 248983"/>
                  <a:gd name="connsiteY20" fmla="*/ 0 h 294132"/>
                  <a:gd name="connsiteX21" fmla="*/ 0 w 248983"/>
                  <a:gd name="connsiteY21" fmla="*/ 31337 h 294132"/>
                  <a:gd name="connsiteX22" fmla="*/ 7144 w 248983"/>
                  <a:gd name="connsiteY22" fmla="*/ 31337 h 294132"/>
                  <a:gd name="connsiteX23" fmla="*/ 30766 w 248983"/>
                  <a:gd name="connsiteY23" fmla="*/ 54959 h 294132"/>
                  <a:gd name="connsiteX24" fmla="*/ 30766 w 248983"/>
                  <a:gd name="connsiteY24" fmla="*/ 239173 h 294132"/>
                  <a:gd name="connsiteX25" fmla="*/ 7144 w 248983"/>
                  <a:gd name="connsiteY25" fmla="*/ 262795 h 294132"/>
                  <a:gd name="connsiteX26" fmla="*/ 0 w 248983"/>
                  <a:gd name="connsiteY26" fmla="*/ 262795 h 294132"/>
                  <a:gd name="connsiteX27" fmla="*/ 0 w 248983"/>
                  <a:gd name="connsiteY27" fmla="*/ 293942 h 294132"/>
                  <a:gd name="connsiteX28" fmla="*/ 248983 w 248983"/>
                  <a:gd name="connsiteY28" fmla="*/ 294132 h 2941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48983" h="294132">
                    <a:moveTo>
                      <a:pt x="248983" y="294037"/>
                    </a:moveTo>
                    <a:lnTo>
                      <a:pt x="248983" y="198596"/>
                    </a:lnTo>
                    <a:lnTo>
                      <a:pt x="217361" y="198596"/>
                    </a:lnTo>
                    <a:cubicBezTo>
                      <a:pt x="217361" y="198596"/>
                      <a:pt x="211550" y="262890"/>
                      <a:pt x="156496" y="262890"/>
                    </a:cubicBezTo>
                    <a:lnTo>
                      <a:pt x="124873" y="262890"/>
                    </a:lnTo>
                    <a:lnTo>
                      <a:pt x="124873" y="162687"/>
                    </a:lnTo>
                    <a:lnTo>
                      <a:pt x="136112" y="162687"/>
                    </a:lnTo>
                    <a:cubicBezTo>
                      <a:pt x="149352" y="162687"/>
                      <a:pt x="159925" y="173355"/>
                      <a:pt x="159925" y="186500"/>
                    </a:cubicBezTo>
                    <a:lnTo>
                      <a:pt x="159925" y="198406"/>
                    </a:lnTo>
                    <a:lnTo>
                      <a:pt x="191071" y="198406"/>
                    </a:lnTo>
                    <a:lnTo>
                      <a:pt x="191071" y="95631"/>
                    </a:lnTo>
                    <a:lnTo>
                      <a:pt x="159925" y="95631"/>
                    </a:lnTo>
                    <a:lnTo>
                      <a:pt x="159925" y="107537"/>
                    </a:lnTo>
                    <a:cubicBezTo>
                      <a:pt x="159925" y="120777"/>
                      <a:pt x="149352" y="131350"/>
                      <a:pt x="136112" y="131350"/>
                    </a:cubicBezTo>
                    <a:lnTo>
                      <a:pt x="124873" y="131350"/>
                    </a:lnTo>
                    <a:lnTo>
                      <a:pt x="124873" y="31147"/>
                    </a:lnTo>
                    <a:lnTo>
                      <a:pt x="156496" y="31147"/>
                    </a:lnTo>
                    <a:cubicBezTo>
                      <a:pt x="211455" y="31147"/>
                      <a:pt x="217361" y="95441"/>
                      <a:pt x="217361" y="95441"/>
                    </a:cubicBezTo>
                    <a:lnTo>
                      <a:pt x="248983" y="95441"/>
                    </a:lnTo>
                    <a:lnTo>
                      <a:pt x="248983" y="0"/>
                    </a:lnTo>
                    <a:lnTo>
                      <a:pt x="0" y="0"/>
                    </a:lnTo>
                    <a:lnTo>
                      <a:pt x="0" y="31337"/>
                    </a:lnTo>
                    <a:lnTo>
                      <a:pt x="7144" y="31337"/>
                    </a:lnTo>
                    <a:cubicBezTo>
                      <a:pt x="20098" y="31337"/>
                      <a:pt x="30766" y="42005"/>
                      <a:pt x="30766" y="54959"/>
                    </a:cubicBezTo>
                    <a:lnTo>
                      <a:pt x="30766" y="239173"/>
                    </a:lnTo>
                    <a:cubicBezTo>
                      <a:pt x="30766" y="252127"/>
                      <a:pt x="20193" y="262795"/>
                      <a:pt x="7144" y="262795"/>
                    </a:cubicBezTo>
                    <a:lnTo>
                      <a:pt x="0" y="262795"/>
                    </a:lnTo>
                    <a:lnTo>
                      <a:pt x="0" y="293942"/>
                    </a:lnTo>
                    <a:lnTo>
                      <a:pt x="248983" y="294132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14" name="Freihandform: Form 13">
                <a:extLst>
                  <a:ext uri="{FF2B5EF4-FFF2-40B4-BE49-F238E27FC236}">
                    <a16:creationId xmlns:a16="http://schemas.microsoft.com/office/drawing/2014/main" id="{80167DE2-CC46-7136-19FE-47601C66E67D}"/>
                  </a:ext>
                </a:extLst>
              </p:cNvPr>
              <p:cNvSpPr/>
              <p:nvPr/>
            </p:nvSpPr>
            <p:spPr>
              <a:xfrm>
                <a:off x="6217588" y="3134295"/>
                <a:ext cx="237562" cy="293941"/>
              </a:xfrm>
              <a:custGeom>
                <a:avLst/>
                <a:gdLst>
                  <a:gd name="connsiteX0" fmla="*/ 133586 w 237562"/>
                  <a:gd name="connsiteY0" fmla="*/ 30956 h 293941"/>
                  <a:gd name="connsiteX1" fmla="*/ 201976 w 237562"/>
                  <a:gd name="connsiteY1" fmla="*/ 95250 h 293941"/>
                  <a:gd name="connsiteX2" fmla="*/ 232551 w 237562"/>
                  <a:gd name="connsiteY2" fmla="*/ 95250 h 293941"/>
                  <a:gd name="connsiteX3" fmla="*/ 232551 w 237562"/>
                  <a:gd name="connsiteY3" fmla="*/ 0 h 293941"/>
                  <a:gd name="connsiteX4" fmla="*/ 6713 w 237562"/>
                  <a:gd name="connsiteY4" fmla="*/ 0 h 293941"/>
                  <a:gd name="connsiteX5" fmla="*/ 64339 w 237562"/>
                  <a:gd name="connsiteY5" fmla="*/ 151733 h 293941"/>
                  <a:gd name="connsiteX6" fmla="*/ 132348 w 237562"/>
                  <a:gd name="connsiteY6" fmla="*/ 262795 h 293941"/>
                  <a:gd name="connsiteX7" fmla="*/ 94248 w 237562"/>
                  <a:gd name="connsiteY7" fmla="*/ 262795 h 293941"/>
                  <a:gd name="connsiteX8" fmla="*/ 33383 w 237562"/>
                  <a:gd name="connsiteY8" fmla="*/ 198501 h 293941"/>
                  <a:gd name="connsiteX9" fmla="*/ 1760 w 237562"/>
                  <a:gd name="connsiteY9" fmla="*/ 198501 h 293941"/>
                  <a:gd name="connsiteX10" fmla="*/ 1760 w 237562"/>
                  <a:gd name="connsiteY10" fmla="*/ 293942 h 293941"/>
                  <a:gd name="connsiteX11" fmla="*/ 229312 w 237562"/>
                  <a:gd name="connsiteY11" fmla="*/ 293942 h 293941"/>
                  <a:gd name="connsiteX12" fmla="*/ 168257 w 237562"/>
                  <a:gd name="connsiteY12" fmla="*/ 133731 h 293941"/>
                  <a:gd name="connsiteX13" fmla="*/ 104821 w 237562"/>
                  <a:gd name="connsiteY13" fmla="*/ 30671 h 293941"/>
                  <a:gd name="connsiteX14" fmla="*/ 133586 w 237562"/>
                  <a:gd name="connsiteY14" fmla="*/ 30861 h 293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37562" h="293941">
                    <a:moveTo>
                      <a:pt x="133586" y="30956"/>
                    </a:moveTo>
                    <a:cubicBezTo>
                      <a:pt x="197023" y="30956"/>
                      <a:pt x="201976" y="95250"/>
                      <a:pt x="201976" y="95250"/>
                    </a:cubicBezTo>
                    <a:lnTo>
                      <a:pt x="232551" y="95250"/>
                    </a:lnTo>
                    <a:lnTo>
                      <a:pt x="232551" y="0"/>
                    </a:lnTo>
                    <a:lnTo>
                      <a:pt x="6713" y="0"/>
                    </a:lnTo>
                    <a:cubicBezTo>
                      <a:pt x="6713" y="0"/>
                      <a:pt x="-29006" y="46768"/>
                      <a:pt x="64339" y="151733"/>
                    </a:cubicBezTo>
                    <a:cubicBezTo>
                      <a:pt x="64339" y="151733"/>
                      <a:pt x="130538" y="228981"/>
                      <a:pt x="132348" y="262795"/>
                    </a:cubicBezTo>
                    <a:lnTo>
                      <a:pt x="94248" y="262795"/>
                    </a:lnTo>
                    <a:cubicBezTo>
                      <a:pt x="39289" y="262795"/>
                      <a:pt x="33383" y="198501"/>
                      <a:pt x="33383" y="198501"/>
                    </a:cubicBezTo>
                    <a:lnTo>
                      <a:pt x="1760" y="198501"/>
                    </a:lnTo>
                    <a:lnTo>
                      <a:pt x="1760" y="293942"/>
                    </a:lnTo>
                    <a:lnTo>
                      <a:pt x="229312" y="293942"/>
                    </a:lnTo>
                    <a:cubicBezTo>
                      <a:pt x="229312" y="293942"/>
                      <a:pt x="270651" y="249365"/>
                      <a:pt x="168257" y="133731"/>
                    </a:cubicBezTo>
                    <a:cubicBezTo>
                      <a:pt x="168257" y="133731"/>
                      <a:pt x="114536" y="78581"/>
                      <a:pt x="104821" y="30671"/>
                    </a:cubicBezTo>
                    <a:lnTo>
                      <a:pt x="133586" y="3086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15" name="Freihandform: Form 14">
                <a:extLst>
                  <a:ext uri="{FF2B5EF4-FFF2-40B4-BE49-F238E27FC236}">
                    <a16:creationId xmlns:a16="http://schemas.microsoft.com/office/drawing/2014/main" id="{6B20F3E8-90EB-0DA7-35C4-82ECF89E6910}"/>
                  </a:ext>
                </a:extLst>
              </p:cNvPr>
              <p:cNvSpPr/>
              <p:nvPr/>
            </p:nvSpPr>
            <p:spPr>
              <a:xfrm>
                <a:off x="6481716" y="3134295"/>
                <a:ext cx="237562" cy="293941"/>
              </a:xfrm>
              <a:custGeom>
                <a:avLst/>
                <a:gdLst>
                  <a:gd name="connsiteX0" fmla="*/ 133586 w 237562"/>
                  <a:gd name="connsiteY0" fmla="*/ 30956 h 293941"/>
                  <a:gd name="connsiteX1" fmla="*/ 201976 w 237562"/>
                  <a:gd name="connsiteY1" fmla="*/ 95250 h 293941"/>
                  <a:gd name="connsiteX2" fmla="*/ 232265 w 237562"/>
                  <a:gd name="connsiteY2" fmla="*/ 95250 h 293941"/>
                  <a:gd name="connsiteX3" fmla="*/ 232265 w 237562"/>
                  <a:gd name="connsiteY3" fmla="*/ 0 h 293941"/>
                  <a:gd name="connsiteX4" fmla="*/ 6713 w 237562"/>
                  <a:gd name="connsiteY4" fmla="*/ 0 h 293941"/>
                  <a:gd name="connsiteX5" fmla="*/ 64339 w 237562"/>
                  <a:gd name="connsiteY5" fmla="*/ 151733 h 293941"/>
                  <a:gd name="connsiteX6" fmla="*/ 132348 w 237562"/>
                  <a:gd name="connsiteY6" fmla="*/ 262795 h 293941"/>
                  <a:gd name="connsiteX7" fmla="*/ 94248 w 237562"/>
                  <a:gd name="connsiteY7" fmla="*/ 262795 h 293941"/>
                  <a:gd name="connsiteX8" fmla="*/ 33383 w 237562"/>
                  <a:gd name="connsiteY8" fmla="*/ 198501 h 293941"/>
                  <a:gd name="connsiteX9" fmla="*/ 1760 w 237562"/>
                  <a:gd name="connsiteY9" fmla="*/ 198501 h 293941"/>
                  <a:gd name="connsiteX10" fmla="*/ 1760 w 237562"/>
                  <a:gd name="connsiteY10" fmla="*/ 293942 h 293941"/>
                  <a:gd name="connsiteX11" fmla="*/ 229313 w 237562"/>
                  <a:gd name="connsiteY11" fmla="*/ 293942 h 293941"/>
                  <a:gd name="connsiteX12" fmla="*/ 168257 w 237562"/>
                  <a:gd name="connsiteY12" fmla="*/ 133731 h 293941"/>
                  <a:gd name="connsiteX13" fmla="*/ 104821 w 237562"/>
                  <a:gd name="connsiteY13" fmla="*/ 30671 h 293941"/>
                  <a:gd name="connsiteX14" fmla="*/ 133586 w 237562"/>
                  <a:gd name="connsiteY14" fmla="*/ 30861 h 293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37562" h="293941">
                    <a:moveTo>
                      <a:pt x="133586" y="30956"/>
                    </a:moveTo>
                    <a:cubicBezTo>
                      <a:pt x="196832" y="30956"/>
                      <a:pt x="201976" y="95250"/>
                      <a:pt x="201976" y="95250"/>
                    </a:cubicBezTo>
                    <a:lnTo>
                      <a:pt x="232265" y="95250"/>
                    </a:lnTo>
                    <a:lnTo>
                      <a:pt x="232265" y="0"/>
                    </a:lnTo>
                    <a:lnTo>
                      <a:pt x="6713" y="0"/>
                    </a:lnTo>
                    <a:cubicBezTo>
                      <a:pt x="6713" y="0"/>
                      <a:pt x="-29006" y="46768"/>
                      <a:pt x="64339" y="151733"/>
                    </a:cubicBezTo>
                    <a:cubicBezTo>
                      <a:pt x="64339" y="151733"/>
                      <a:pt x="130538" y="228981"/>
                      <a:pt x="132348" y="262795"/>
                    </a:cubicBezTo>
                    <a:lnTo>
                      <a:pt x="94248" y="262795"/>
                    </a:lnTo>
                    <a:cubicBezTo>
                      <a:pt x="39289" y="262795"/>
                      <a:pt x="33383" y="198501"/>
                      <a:pt x="33383" y="198501"/>
                    </a:cubicBezTo>
                    <a:lnTo>
                      <a:pt x="1760" y="198501"/>
                    </a:lnTo>
                    <a:lnTo>
                      <a:pt x="1760" y="293942"/>
                    </a:lnTo>
                    <a:lnTo>
                      <a:pt x="229313" y="293942"/>
                    </a:lnTo>
                    <a:cubicBezTo>
                      <a:pt x="229313" y="293942"/>
                      <a:pt x="270651" y="249365"/>
                      <a:pt x="168257" y="133731"/>
                    </a:cubicBezTo>
                    <a:cubicBezTo>
                      <a:pt x="168257" y="133731"/>
                      <a:pt x="114536" y="78581"/>
                      <a:pt x="104821" y="30671"/>
                    </a:cubicBezTo>
                    <a:lnTo>
                      <a:pt x="133586" y="3086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</p:grpSp>
      </p:grpSp>
      <p:cxnSp>
        <p:nvCxnSpPr>
          <p:cNvPr id="4" name="Gerade Verbindung 68">
            <a:extLst>
              <a:ext uri="{FF2B5EF4-FFF2-40B4-BE49-F238E27FC236}">
                <a16:creationId xmlns:a16="http://schemas.microsoft.com/office/drawing/2014/main" id="{C910F91A-20AF-D9A5-98B9-5463B35C053E}"/>
              </a:ext>
            </a:extLst>
          </p:cNvPr>
          <p:cNvCxnSpPr>
            <a:cxnSpLocks/>
          </p:cNvCxnSpPr>
          <p:nvPr userDrawn="1"/>
        </p:nvCxnSpPr>
        <p:spPr>
          <a:xfrm>
            <a:off x="0" y="6641854"/>
            <a:ext cx="12192000" cy="0"/>
          </a:xfrm>
          <a:prstGeom prst="line">
            <a:avLst/>
          </a:prstGeom>
          <a:ln w="6350">
            <a:solidFill>
              <a:srgbClr val="DCE3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C8DCC75C-6596-5127-5F3B-5AB89D70EB81}"/>
              </a:ext>
            </a:extLst>
          </p:cNvPr>
          <p:cNvGrpSpPr/>
          <p:nvPr userDrawn="1"/>
        </p:nvGrpSpPr>
        <p:grpSpPr>
          <a:xfrm>
            <a:off x="307324" y="-697715"/>
            <a:ext cx="11367557" cy="411958"/>
            <a:chOff x="307324" y="6944501"/>
            <a:chExt cx="11367557" cy="411958"/>
          </a:xfrm>
        </p:grpSpPr>
        <p:grpSp>
          <p:nvGrpSpPr>
            <p:cNvPr id="17" name="Gruppieren 16">
              <a:extLst>
                <a:ext uri="{FF2B5EF4-FFF2-40B4-BE49-F238E27FC236}">
                  <a16:creationId xmlns:a16="http://schemas.microsoft.com/office/drawing/2014/main" id="{EF38D39E-B270-6459-1177-4E16A1C78218}"/>
                </a:ext>
              </a:extLst>
            </p:cNvPr>
            <p:cNvGrpSpPr/>
            <p:nvPr/>
          </p:nvGrpSpPr>
          <p:grpSpPr>
            <a:xfrm rot="16200000">
              <a:off x="205653" y="7046174"/>
              <a:ext cx="411956" cy="208614"/>
              <a:chOff x="-615197" y="4303061"/>
              <a:chExt cx="411956" cy="208614"/>
            </a:xfrm>
          </p:grpSpPr>
          <p:cxnSp>
            <p:nvCxnSpPr>
              <p:cNvPr id="28" name="Gerader Verbinder 27">
                <a:extLst>
                  <a:ext uri="{FF2B5EF4-FFF2-40B4-BE49-F238E27FC236}">
                    <a16:creationId xmlns:a16="http://schemas.microsoft.com/office/drawing/2014/main" id="{29D4F193-113F-05F9-6FF4-89915B74DE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B7C9D5A2-E64D-790D-9258-5CFC7FC1EBF0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15.50</a:t>
                </a:r>
              </a:p>
            </p:txBody>
          </p:sp>
        </p:grpSp>
        <p:grpSp>
          <p:nvGrpSpPr>
            <p:cNvPr id="18" name="Gruppieren 17">
              <a:extLst>
                <a:ext uri="{FF2B5EF4-FFF2-40B4-BE49-F238E27FC236}">
                  <a16:creationId xmlns:a16="http://schemas.microsoft.com/office/drawing/2014/main" id="{F487E60E-BD4F-6755-DC91-F5B199931761}"/>
                </a:ext>
              </a:extLst>
            </p:cNvPr>
            <p:cNvGrpSpPr/>
            <p:nvPr/>
          </p:nvGrpSpPr>
          <p:grpSpPr>
            <a:xfrm rot="16200000">
              <a:off x="5641253" y="7046174"/>
              <a:ext cx="411956" cy="208614"/>
              <a:chOff x="-615197" y="4303061"/>
              <a:chExt cx="411956" cy="208614"/>
            </a:xfrm>
          </p:grpSpPr>
          <p:cxnSp>
            <p:nvCxnSpPr>
              <p:cNvPr id="26" name="Gerader Verbinder 25">
                <a:extLst>
                  <a:ext uri="{FF2B5EF4-FFF2-40B4-BE49-F238E27FC236}">
                    <a16:creationId xmlns:a16="http://schemas.microsoft.com/office/drawing/2014/main" id="{934F5DBB-9AA9-D9D9-78BA-38DD3D9390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Textfeld 26">
                <a:extLst>
                  <a:ext uri="{FF2B5EF4-FFF2-40B4-BE49-F238E27FC236}">
                    <a16:creationId xmlns:a16="http://schemas.microsoft.com/office/drawing/2014/main" id="{42F8AAB9-5FD6-5048-E7A3-9E197F5F8779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00.40</a:t>
                </a:r>
              </a:p>
            </p:txBody>
          </p:sp>
        </p:grpSp>
        <p:grpSp>
          <p:nvGrpSpPr>
            <p:cNvPr id="19" name="Gruppieren 18">
              <a:extLst>
                <a:ext uri="{FF2B5EF4-FFF2-40B4-BE49-F238E27FC236}">
                  <a16:creationId xmlns:a16="http://schemas.microsoft.com/office/drawing/2014/main" id="{7AC77145-A093-FF9E-21ED-9BD50146C43F}"/>
                </a:ext>
              </a:extLst>
            </p:cNvPr>
            <p:cNvGrpSpPr/>
            <p:nvPr/>
          </p:nvGrpSpPr>
          <p:grpSpPr>
            <a:xfrm rot="5400000">
              <a:off x="6093326" y="7050196"/>
              <a:ext cx="411957" cy="200568"/>
              <a:chOff x="-615198" y="4354167"/>
              <a:chExt cx="411957" cy="200568"/>
            </a:xfrm>
          </p:grpSpPr>
          <p:cxnSp>
            <p:nvCxnSpPr>
              <p:cNvPr id="24" name="Gerader Verbinder 23">
                <a:extLst>
                  <a:ext uri="{FF2B5EF4-FFF2-40B4-BE49-F238E27FC236}">
                    <a16:creationId xmlns:a16="http://schemas.microsoft.com/office/drawing/2014/main" id="{56A8339A-0B13-E205-E712-8C3CDF09FE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4159EEC6-EC40-D953-6693-D374A0DE5A13}"/>
                  </a:ext>
                </a:extLst>
              </p:cNvPr>
              <p:cNvSpPr txBox="1"/>
              <p:nvPr/>
            </p:nvSpPr>
            <p:spPr>
              <a:xfrm rot="10800000">
                <a:off x="-615198" y="4354167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00.40</a:t>
                </a:r>
              </a:p>
            </p:txBody>
          </p:sp>
        </p:grpSp>
        <p:cxnSp>
          <p:nvCxnSpPr>
            <p:cNvPr id="20" name="Gerader Verbinder 19">
              <a:extLst>
                <a:ext uri="{FF2B5EF4-FFF2-40B4-BE49-F238E27FC236}">
                  <a16:creationId xmlns:a16="http://schemas.microsoft.com/office/drawing/2014/main" id="{71D26E6C-C5DA-3647-B4A2-BB66183DE7D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890022" y="7150480"/>
              <a:ext cx="411956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" name="Gruppieren 20">
              <a:extLst>
                <a:ext uri="{FF2B5EF4-FFF2-40B4-BE49-F238E27FC236}">
                  <a16:creationId xmlns:a16="http://schemas.microsoft.com/office/drawing/2014/main" id="{A5397E01-C222-6AE3-1856-EF1E5FFD74F5}"/>
                </a:ext>
              </a:extLst>
            </p:cNvPr>
            <p:cNvGrpSpPr/>
            <p:nvPr/>
          </p:nvGrpSpPr>
          <p:grpSpPr>
            <a:xfrm rot="16200000">
              <a:off x="11364596" y="7046174"/>
              <a:ext cx="411956" cy="208614"/>
              <a:chOff x="-615197" y="4303061"/>
              <a:chExt cx="411956" cy="208614"/>
            </a:xfrm>
          </p:grpSpPr>
          <p:cxnSp>
            <p:nvCxnSpPr>
              <p:cNvPr id="22" name="Gerader Verbinder 21">
                <a:extLst>
                  <a:ext uri="{FF2B5EF4-FFF2-40B4-BE49-F238E27FC236}">
                    <a16:creationId xmlns:a16="http://schemas.microsoft.com/office/drawing/2014/main" id="{D2E46720-36BF-A187-BE94-A5B90EB80B8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D1076143-7DE1-426B-8138-8068D70A1C40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15.50</a:t>
                </a:r>
              </a:p>
            </p:txBody>
          </p:sp>
        </p:grp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A562A270-67CA-F71C-31BA-7330939299D1}"/>
              </a:ext>
            </a:extLst>
          </p:cNvPr>
          <p:cNvGrpSpPr/>
          <p:nvPr userDrawn="1"/>
        </p:nvGrpSpPr>
        <p:grpSpPr>
          <a:xfrm>
            <a:off x="-697714" y="80201"/>
            <a:ext cx="411956" cy="6713707"/>
            <a:chOff x="-502267" y="80201"/>
            <a:chExt cx="411956" cy="6713707"/>
          </a:xfrm>
        </p:grpSpPr>
        <p:grpSp>
          <p:nvGrpSpPr>
            <p:cNvPr id="31" name="Gruppieren 30">
              <a:extLst>
                <a:ext uri="{FF2B5EF4-FFF2-40B4-BE49-F238E27FC236}">
                  <a16:creationId xmlns:a16="http://schemas.microsoft.com/office/drawing/2014/main" id="{87E14D09-6B60-C436-1B47-91D14D0F06C0}"/>
                </a:ext>
              </a:extLst>
            </p:cNvPr>
            <p:cNvGrpSpPr/>
            <p:nvPr/>
          </p:nvGrpSpPr>
          <p:grpSpPr>
            <a:xfrm>
              <a:off x="-502267" y="6593340"/>
              <a:ext cx="411956" cy="200568"/>
              <a:chOff x="-615197" y="4452994"/>
              <a:chExt cx="411956" cy="200568"/>
            </a:xfrm>
          </p:grpSpPr>
          <p:sp>
            <p:nvSpPr>
              <p:cNvPr id="48" name="Textfeld 47">
                <a:extLst>
                  <a:ext uri="{FF2B5EF4-FFF2-40B4-BE49-F238E27FC236}">
                    <a16:creationId xmlns:a16="http://schemas.microsoft.com/office/drawing/2014/main" id="{A2F0535E-E5BF-7724-FCA4-AF68C79B16F1}"/>
                  </a:ext>
                </a:extLst>
              </p:cNvPr>
              <p:cNvSpPr txBox="1"/>
              <p:nvPr/>
            </p:nvSpPr>
            <p:spPr>
              <a:xfrm>
                <a:off x="-615197" y="4452994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08.92</a:t>
                </a:r>
              </a:p>
            </p:txBody>
          </p:sp>
          <p:cxnSp>
            <p:nvCxnSpPr>
              <p:cNvPr id="49" name="Gerader Verbinder 48">
                <a:extLst>
                  <a:ext uri="{FF2B5EF4-FFF2-40B4-BE49-F238E27FC236}">
                    <a16:creationId xmlns:a16="http://schemas.microsoft.com/office/drawing/2014/main" id="{8A3CE700-C352-0363-115C-EED1C0A83B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497389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Gruppieren 31">
              <a:extLst>
                <a:ext uri="{FF2B5EF4-FFF2-40B4-BE49-F238E27FC236}">
                  <a16:creationId xmlns:a16="http://schemas.microsoft.com/office/drawing/2014/main" id="{1F1DA5B7-091A-D932-639E-5938F090DFCB}"/>
                </a:ext>
              </a:extLst>
            </p:cNvPr>
            <p:cNvGrpSpPr/>
            <p:nvPr/>
          </p:nvGrpSpPr>
          <p:grpSpPr>
            <a:xfrm>
              <a:off x="-502267" y="5876163"/>
              <a:ext cx="411956" cy="216662"/>
              <a:chOff x="-615197" y="4295013"/>
              <a:chExt cx="411956" cy="216662"/>
            </a:xfrm>
          </p:grpSpPr>
          <p:cxnSp>
            <p:nvCxnSpPr>
              <p:cNvPr id="45" name="Gerader Verbinder 44">
                <a:extLst>
                  <a:ext uri="{FF2B5EF4-FFF2-40B4-BE49-F238E27FC236}">
                    <a16:creationId xmlns:a16="http://schemas.microsoft.com/office/drawing/2014/main" id="{3FC6D927-F59D-9FB0-DF42-838135B344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Textfeld 45">
                <a:extLst>
                  <a:ext uri="{FF2B5EF4-FFF2-40B4-BE49-F238E27FC236}">
                    <a16:creationId xmlns:a16="http://schemas.microsoft.com/office/drawing/2014/main" id="{BE06C784-EF2F-26FC-8D1A-2B825CE77022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07.40</a:t>
                </a:r>
              </a:p>
            </p:txBody>
          </p:sp>
        </p:grpSp>
        <p:grpSp>
          <p:nvGrpSpPr>
            <p:cNvPr id="33" name="Gruppieren 32">
              <a:extLst>
                <a:ext uri="{FF2B5EF4-FFF2-40B4-BE49-F238E27FC236}">
                  <a16:creationId xmlns:a16="http://schemas.microsoft.com/office/drawing/2014/main" id="{FBF3D8AE-C4F1-36BC-96A1-48E55820D168}"/>
                </a:ext>
              </a:extLst>
            </p:cNvPr>
            <p:cNvGrpSpPr/>
            <p:nvPr/>
          </p:nvGrpSpPr>
          <p:grpSpPr>
            <a:xfrm>
              <a:off x="-502267" y="3212338"/>
              <a:ext cx="411956" cy="216662"/>
              <a:chOff x="-615197" y="4295013"/>
              <a:chExt cx="411956" cy="216662"/>
            </a:xfrm>
          </p:grpSpPr>
          <p:cxnSp>
            <p:nvCxnSpPr>
              <p:cNvPr id="43" name="Gerader Verbinder 42">
                <a:extLst>
                  <a:ext uri="{FF2B5EF4-FFF2-40B4-BE49-F238E27FC236}">
                    <a16:creationId xmlns:a16="http://schemas.microsoft.com/office/drawing/2014/main" id="{9E32B5F8-F5CC-E3A2-A853-7452CDC8E5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Textfeld 43">
                <a:extLst>
                  <a:ext uri="{FF2B5EF4-FFF2-40B4-BE49-F238E27FC236}">
                    <a16:creationId xmlns:a16="http://schemas.microsoft.com/office/drawing/2014/main" id="{1A280766-7B81-318E-89A0-2060A64D01CB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00.00</a:t>
                </a:r>
              </a:p>
            </p:txBody>
          </p:sp>
        </p:grpSp>
        <p:grpSp>
          <p:nvGrpSpPr>
            <p:cNvPr id="34" name="Gruppieren 33">
              <a:extLst>
                <a:ext uri="{FF2B5EF4-FFF2-40B4-BE49-F238E27FC236}">
                  <a16:creationId xmlns:a16="http://schemas.microsoft.com/office/drawing/2014/main" id="{7226E1B4-7A19-5D23-0E8B-4C27BBF6736E}"/>
                </a:ext>
              </a:extLst>
            </p:cNvPr>
            <p:cNvGrpSpPr/>
            <p:nvPr/>
          </p:nvGrpSpPr>
          <p:grpSpPr>
            <a:xfrm>
              <a:off x="-502267" y="835851"/>
              <a:ext cx="411956" cy="216662"/>
              <a:chOff x="-615197" y="4295013"/>
              <a:chExt cx="411956" cy="216662"/>
            </a:xfrm>
          </p:grpSpPr>
          <p:cxnSp>
            <p:nvCxnSpPr>
              <p:cNvPr id="41" name="Gerader Verbinder 40">
                <a:extLst>
                  <a:ext uri="{FF2B5EF4-FFF2-40B4-BE49-F238E27FC236}">
                    <a16:creationId xmlns:a16="http://schemas.microsoft.com/office/drawing/2014/main" id="{57B9785D-0278-C237-1A7C-2A0B352F21B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Textfeld 41">
                <a:extLst>
                  <a:ext uri="{FF2B5EF4-FFF2-40B4-BE49-F238E27FC236}">
                    <a16:creationId xmlns:a16="http://schemas.microsoft.com/office/drawing/2014/main" id="{12E0F807-D4C9-1BDB-14F2-CCAC0A074E7E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06.60</a:t>
                </a:r>
              </a:p>
            </p:txBody>
          </p:sp>
        </p:grpSp>
        <p:grpSp>
          <p:nvGrpSpPr>
            <p:cNvPr id="35" name="Gruppieren 34">
              <a:extLst>
                <a:ext uri="{FF2B5EF4-FFF2-40B4-BE49-F238E27FC236}">
                  <a16:creationId xmlns:a16="http://schemas.microsoft.com/office/drawing/2014/main" id="{B806911D-BE10-9E81-BF0D-4EC4ABD10E93}"/>
                </a:ext>
              </a:extLst>
            </p:cNvPr>
            <p:cNvGrpSpPr/>
            <p:nvPr/>
          </p:nvGrpSpPr>
          <p:grpSpPr>
            <a:xfrm>
              <a:off x="-502267" y="1412113"/>
              <a:ext cx="411956" cy="216662"/>
              <a:chOff x="-615197" y="4295013"/>
              <a:chExt cx="411956" cy="216662"/>
            </a:xfrm>
          </p:grpSpPr>
          <p:cxnSp>
            <p:nvCxnSpPr>
              <p:cNvPr id="39" name="Gerader Verbinder 38">
                <a:extLst>
                  <a:ext uri="{FF2B5EF4-FFF2-40B4-BE49-F238E27FC236}">
                    <a16:creationId xmlns:a16="http://schemas.microsoft.com/office/drawing/2014/main" id="{3B0C890D-400A-5E44-7F2E-E9A14FE9E9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672371B2-A5B0-8F93-9071-658CDCC2D6DE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05.00</a:t>
                </a:r>
              </a:p>
            </p:txBody>
          </p:sp>
        </p:grpSp>
        <p:grpSp>
          <p:nvGrpSpPr>
            <p:cNvPr id="36" name="Gruppieren 35">
              <a:extLst>
                <a:ext uri="{FF2B5EF4-FFF2-40B4-BE49-F238E27FC236}">
                  <a16:creationId xmlns:a16="http://schemas.microsoft.com/office/drawing/2014/main" id="{7F15D621-0150-C465-8151-0B637857C7D5}"/>
                </a:ext>
              </a:extLst>
            </p:cNvPr>
            <p:cNvGrpSpPr/>
            <p:nvPr/>
          </p:nvGrpSpPr>
          <p:grpSpPr>
            <a:xfrm>
              <a:off x="-502267" y="80201"/>
              <a:ext cx="411956" cy="216662"/>
              <a:chOff x="-615197" y="4258501"/>
              <a:chExt cx="411956" cy="216662"/>
            </a:xfrm>
          </p:grpSpPr>
          <p:cxnSp>
            <p:nvCxnSpPr>
              <p:cNvPr id="37" name="Gerader Verbinder 36">
                <a:extLst>
                  <a:ext uri="{FF2B5EF4-FFF2-40B4-BE49-F238E27FC236}">
                    <a16:creationId xmlns:a16="http://schemas.microsoft.com/office/drawing/2014/main" id="{88FC96CE-D5C1-5760-D16B-9E2D1D79AE3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475163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Textfeld 37">
                <a:extLst>
                  <a:ext uri="{FF2B5EF4-FFF2-40B4-BE49-F238E27FC236}">
                    <a16:creationId xmlns:a16="http://schemas.microsoft.com/office/drawing/2014/main" id="{A1923DBE-A9CE-07BE-2DAA-209D4E9FC42C}"/>
                  </a:ext>
                </a:extLst>
              </p:cNvPr>
              <p:cNvSpPr txBox="1"/>
              <p:nvPr/>
            </p:nvSpPr>
            <p:spPr>
              <a:xfrm>
                <a:off x="-615197" y="425850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08.70</a:t>
                </a:r>
              </a:p>
            </p:txBody>
          </p:sp>
        </p:grpSp>
      </p:grpSp>
      <p:cxnSp>
        <p:nvCxnSpPr>
          <p:cNvPr id="50" name="Gerade Verbindung 71">
            <a:extLst>
              <a:ext uri="{FF2B5EF4-FFF2-40B4-BE49-F238E27FC236}">
                <a16:creationId xmlns:a16="http://schemas.microsoft.com/office/drawing/2014/main" id="{5E9CBB73-B952-D727-25D1-FB83D6C8F831}"/>
              </a:ext>
            </a:extLst>
          </p:cNvPr>
          <p:cNvCxnSpPr>
            <a:cxnSpLocks/>
          </p:cNvCxnSpPr>
          <p:nvPr userDrawn="1"/>
        </p:nvCxnSpPr>
        <p:spPr>
          <a:xfrm>
            <a:off x="0" y="1052906"/>
            <a:ext cx="12192000" cy="0"/>
          </a:xfrm>
          <a:prstGeom prst="line">
            <a:avLst/>
          </a:prstGeom>
          <a:ln w="6350">
            <a:solidFill>
              <a:srgbClr val="DCE3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Gruppieren 50">
            <a:extLst>
              <a:ext uri="{FF2B5EF4-FFF2-40B4-BE49-F238E27FC236}">
                <a16:creationId xmlns:a16="http://schemas.microsoft.com/office/drawing/2014/main" id="{72C6DBBA-DB91-3437-D7BD-C0B257EF84F3}"/>
              </a:ext>
            </a:extLst>
          </p:cNvPr>
          <p:cNvGrpSpPr/>
          <p:nvPr userDrawn="1"/>
        </p:nvGrpSpPr>
        <p:grpSpPr>
          <a:xfrm>
            <a:off x="11170442" y="299244"/>
            <a:ext cx="505400" cy="505400"/>
            <a:chOff x="5423248" y="2756248"/>
            <a:chExt cx="1349978" cy="1349978"/>
          </a:xfrm>
        </p:grpSpPr>
        <p:sp>
          <p:nvSpPr>
            <p:cNvPr id="52" name="Freihandform: Form 51">
              <a:extLst>
                <a:ext uri="{FF2B5EF4-FFF2-40B4-BE49-F238E27FC236}">
                  <a16:creationId xmlns:a16="http://schemas.microsoft.com/office/drawing/2014/main" id="{BF6F82A3-B036-46F4-9D1D-C999C3C2B9BB}"/>
                </a:ext>
              </a:extLst>
            </p:cNvPr>
            <p:cNvSpPr/>
            <p:nvPr/>
          </p:nvSpPr>
          <p:spPr>
            <a:xfrm>
              <a:off x="5423248" y="2756248"/>
              <a:ext cx="1349978" cy="1349978"/>
            </a:xfrm>
            <a:custGeom>
              <a:avLst/>
              <a:gdLst>
                <a:gd name="connsiteX0" fmla="*/ 1349788 w 1349978"/>
                <a:gd name="connsiteY0" fmla="*/ 1349978 h 1349978"/>
                <a:gd name="connsiteX1" fmla="*/ 675037 w 1349978"/>
                <a:gd name="connsiteY1" fmla="*/ 1205389 h 1349978"/>
                <a:gd name="connsiteX2" fmla="*/ 0 w 1349978"/>
                <a:gd name="connsiteY2" fmla="*/ 1349978 h 1349978"/>
                <a:gd name="connsiteX3" fmla="*/ 0 w 1349978"/>
                <a:gd name="connsiteY3" fmla="*/ 0 h 1349978"/>
                <a:gd name="connsiteX4" fmla="*/ 1349978 w 1349978"/>
                <a:gd name="connsiteY4" fmla="*/ 0 h 1349978"/>
                <a:gd name="connsiteX5" fmla="*/ 1349788 w 1349978"/>
                <a:gd name="connsiteY5" fmla="*/ 1349978 h 1349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9978" h="1349978">
                  <a:moveTo>
                    <a:pt x="1349788" y="1349978"/>
                  </a:moveTo>
                  <a:cubicBezTo>
                    <a:pt x="1143953" y="1257110"/>
                    <a:pt x="915543" y="1205389"/>
                    <a:pt x="675037" y="1205389"/>
                  </a:cubicBezTo>
                  <a:cubicBezTo>
                    <a:pt x="434530" y="1205389"/>
                    <a:pt x="205835" y="1257110"/>
                    <a:pt x="0" y="1349978"/>
                  </a:cubicBezTo>
                  <a:lnTo>
                    <a:pt x="0" y="0"/>
                  </a:lnTo>
                  <a:lnTo>
                    <a:pt x="1349978" y="0"/>
                  </a:lnTo>
                  <a:lnTo>
                    <a:pt x="1349788" y="1349978"/>
                  </a:lnTo>
                  <a:close/>
                </a:path>
              </a:pathLst>
            </a:custGeom>
            <a:solidFill>
              <a:srgbClr val="0F2D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grpSp>
          <p:nvGrpSpPr>
            <p:cNvPr id="53" name="Grafik 31">
              <a:extLst>
                <a:ext uri="{FF2B5EF4-FFF2-40B4-BE49-F238E27FC236}">
                  <a16:creationId xmlns:a16="http://schemas.microsoft.com/office/drawing/2014/main" id="{E8BF4C3E-364B-EF78-73A0-BA2CF4854DCD}"/>
                </a:ext>
              </a:extLst>
            </p:cNvPr>
            <p:cNvGrpSpPr/>
            <p:nvPr/>
          </p:nvGrpSpPr>
          <p:grpSpPr>
            <a:xfrm>
              <a:off x="5474985" y="3134295"/>
              <a:ext cx="1244293" cy="294132"/>
              <a:chOff x="5474985" y="3134295"/>
              <a:chExt cx="1244293" cy="294132"/>
            </a:xfrm>
            <a:solidFill>
              <a:srgbClr val="FFFFFF"/>
            </a:solidFill>
          </p:grpSpPr>
          <p:sp>
            <p:nvSpPr>
              <p:cNvPr id="54" name="Freihandform: Form 53">
                <a:extLst>
                  <a:ext uri="{FF2B5EF4-FFF2-40B4-BE49-F238E27FC236}">
                    <a16:creationId xmlns:a16="http://schemas.microsoft.com/office/drawing/2014/main" id="{FDFE2D4D-DB6E-667A-B9C2-295660402A22}"/>
                  </a:ext>
                </a:extLst>
              </p:cNvPr>
              <p:cNvSpPr/>
              <p:nvPr/>
            </p:nvSpPr>
            <p:spPr>
              <a:xfrm>
                <a:off x="5474985" y="3134295"/>
                <a:ext cx="247353" cy="293941"/>
              </a:xfrm>
              <a:custGeom>
                <a:avLst/>
                <a:gdLst>
                  <a:gd name="connsiteX0" fmla="*/ 109998 w 247353"/>
                  <a:gd name="connsiteY0" fmla="*/ 30956 h 293941"/>
                  <a:gd name="connsiteX1" fmla="*/ 41418 w 247353"/>
                  <a:gd name="connsiteY1" fmla="*/ 95250 h 293941"/>
                  <a:gd name="connsiteX2" fmla="*/ 11129 w 247353"/>
                  <a:gd name="connsiteY2" fmla="*/ 95250 h 293941"/>
                  <a:gd name="connsiteX3" fmla="*/ 11129 w 247353"/>
                  <a:gd name="connsiteY3" fmla="*/ 0 h 293941"/>
                  <a:gd name="connsiteX4" fmla="*/ 247349 w 247353"/>
                  <a:gd name="connsiteY4" fmla="*/ 0 h 293941"/>
                  <a:gd name="connsiteX5" fmla="*/ 179340 w 247353"/>
                  <a:gd name="connsiteY5" fmla="*/ 151733 h 293941"/>
                  <a:gd name="connsiteX6" fmla="*/ 111141 w 247353"/>
                  <a:gd name="connsiteY6" fmla="*/ 262795 h 293941"/>
                  <a:gd name="connsiteX7" fmla="*/ 149432 w 247353"/>
                  <a:gd name="connsiteY7" fmla="*/ 262795 h 293941"/>
                  <a:gd name="connsiteX8" fmla="*/ 210011 w 247353"/>
                  <a:gd name="connsiteY8" fmla="*/ 198501 h 293941"/>
                  <a:gd name="connsiteX9" fmla="*/ 241634 w 247353"/>
                  <a:gd name="connsiteY9" fmla="*/ 198501 h 293941"/>
                  <a:gd name="connsiteX10" fmla="*/ 241634 w 247353"/>
                  <a:gd name="connsiteY10" fmla="*/ 293942 h 293941"/>
                  <a:gd name="connsiteX11" fmla="*/ 270 w 247353"/>
                  <a:gd name="connsiteY11" fmla="*/ 293942 h 293941"/>
                  <a:gd name="connsiteX12" fmla="*/ 75137 w 247353"/>
                  <a:gd name="connsiteY12" fmla="*/ 133731 h 293941"/>
                  <a:gd name="connsiteX13" fmla="*/ 138573 w 247353"/>
                  <a:gd name="connsiteY13" fmla="*/ 30671 h 293941"/>
                  <a:gd name="connsiteX14" fmla="*/ 109998 w 247353"/>
                  <a:gd name="connsiteY14" fmla="*/ 30861 h 293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47353" h="293941">
                    <a:moveTo>
                      <a:pt x="109998" y="30956"/>
                    </a:moveTo>
                    <a:cubicBezTo>
                      <a:pt x="46562" y="30956"/>
                      <a:pt x="41418" y="95250"/>
                      <a:pt x="41418" y="95250"/>
                    </a:cubicBezTo>
                    <a:lnTo>
                      <a:pt x="11129" y="95250"/>
                    </a:lnTo>
                    <a:lnTo>
                      <a:pt x="11129" y="0"/>
                    </a:lnTo>
                    <a:lnTo>
                      <a:pt x="247349" y="0"/>
                    </a:lnTo>
                    <a:cubicBezTo>
                      <a:pt x="247349" y="0"/>
                      <a:pt x="249254" y="73628"/>
                      <a:pt x="179340" y="151733"/>
                    </a:cubicBezTo>
                    <a:cubicBezTo>
                      <a:pt x="179340" y="151733"/>
                      <a:pt x="112856" y="228981"/>
                      <a:pt x="111141" y="262795"/>
                    </a:cubicBezTo>
                    <a:lnTo>
                      <a:pt x="149432" y="262795"/>
                    </a:lnTo>
                    <a:cubicBezTo>
                      <a:pt x="204391" y="262795"/>
                      <a:pt x="210011" y="198501"/>
                      <a:pt x="210011" y="198501"/>
                    </a:cubicBezTo>
                    <a:lnTo>
                      <a:pt x="241634" y="198501"/>
                    </a:lnTo>
                    <a:lnTo>
                      <a:pt x="241634" y="293942"/>
                    </a:lnTo>
                    <a:lnTo>
                      <a:pt x="270" y="293942"/>
                    </a:lnTo>
                    <a:cubicBezTo>
                      <a:pt x="270" y="293942"/>
                      <a:pt x="-8588" y="221647"/>
                      <a:pt x="75137" y="133731"/>
                    </a:cubicBezTo>
                    <a:cubicBezTo>
                      <a:pt x="75137" y="133731"/>
                      <a:pt x="126667" y="76200"/>
                      <a:pt x="138573" y="30671"/>
                    </a:cubicBezTo>
                    <a:lnTo>
                      <a:pt x="109998" y="3086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55" name="Freihandform: Form 54">
                <a:extLst>
                  <a:ext uri="{FF2B5EF4-FFF2-40B4-BE49-F238E27FC236}">
                    <a16:creationId xmlns:a16="http://schemas.microsoft.com/office/drawing/2014/main" id="{CEACF7FD-866C-A260-8A8F-C00E45433695}"/>
                  </a:ext>
                </a:extLst>
              </p:cNvPr>
              <p:cNvSpPr/>
              <p:nvPr/>
            </p:nvSpPr>
            <p:spPr>
              <a:xfrm>
                <a:off x="6030181" y="3134295"/>
                <a:ext cx="156495" cy="293750"/>
              </a:xfrm>
              <a:custGeom>
                <a:avLst/>
                <a:gdLst>
                  <a:gd name="connsiteX0" fmla="*/ 156496 w 156495"/>
                  <a:gd name="connsiteY0" fmla="*/ 293751 h 293750"/>
                  <a:gd name="connsiteX1" fmla="*/ 156496 w 156495"/>
                  <a:gd name="connsiteY1" fmla="*/ 262604 h 293750"/>
                  <a:gd name="connsiteX2" fmla="*/ 149352 w 156495"/>
                  <a:gd name="connsiteY2" fmla="*/ 262604 h 293750"/>
                  <a:gd name="connsiteX3" fmla="*/ 125730 w 156495"/>
                  <a:gd name="connsiteY3" fmla="*/ 238982 h 293750"/>
                  <a:gd name="connsiteX4" fmla="*/ 125730 w 156495"/>
                  <a:gd name="connsiteY4" fmla="*/ 54769 h 293750"/>
                  <a:gd name="connsiteX5" fmla="*/ 149352 w 156495"/>
                  <a:gd name="connsiteY5" fmla="*/ 31147 h 293750"/>
                  <a:gd name="connsiteX6" fmla="*/ 156496 w 156495"/>
                  <a:gd name="connsiteY6" fmla="*/ 31147 h 293750"/>
                  <a:gd name="connsiteX7" fmla="*/ 156496 w 156495"/>
                  <a:gd name="connsiteY7" fmla="*/ 0 h 293750"/>
                  <a:gd name="connsiteX8" fmla="*/ 0 w 156495"/>
                  <a:gd name="connsiteY8" fmla="*/ 0 h 293750"/>
                  <a:gd name="connsiteX9" fmla="*/ 0 w 156495"/>
                  <a:gd name="connsiteY9" fmla="*/ 31147 h 293750"/>
                  <a:gd name="connsiteX10" fmla="*/ 7144 w 156495"/>
                  <a:gd name="connsiteY10" fmla="*/ 31147 h 293750"/>
                  <a:gd name="connsiteX11" fmla="*/ 30956 w 156495"/>
                  <a:gd name="connsiteY11" fmla="*/ 54769 h 293750"/>
                  <a:gd name="connsiteX12" fmla="*/ 30956 w 156495"/>
                  <a:gd name="connsiteY12" fmla="*/ 238982 h 293750"/>
                  <a:gd name="connsiteX13" fmla="*/ 7144 w 156495"/>
                  <a:gd name="connsiteY13" fmla="*/ 262604 h 293750"/>
                  <a:gd name="connsiteX14" fmla="*/ 0 w 156495"/>
                  <a:gd name="connsiteY14" fmla="*/ 262604 h 293750"/>
                  <a:gd name="connsiteX15" fmla="*/ 0 w 156495"/>
                  <a:gd name="connsiteY15" fmla="*/ 293751 h 293750"/>
                  <a:gd name="connsiteX16" fmla="*/ 156496 w 156495"/>
                  <a:gd name="connsiteY16" fmla="*/ 293751 h 293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56495" h="293750">
                    <a:moveTo>
                      <a:pt x="156496" y="293751"/>
                    </a:moveTo>
                    <a:lnTo>
                      <a:pt x="156496" y="262604"/>
                    </a:lnTo>
                    <a:lnTo>
                      <a:pt x="149352" y="262604"/>
                    </a:lnTo>
                    <a:cubicBezTo>
                      <a:pt x="136398" y="262604"/>
                      <a:pt x="125730" y="251936"/>
                      <a:pt x="125730" y="238982"/>
                    </a:cubicBezTo>
                    <a:lnTo>
                      <a:pt x="125730" y="54769"/>
                    </a:lnTo>
                    <a:cubicBezTo>
                      <a:pt x="125730" y="41815"/>
                      <a:pt x="136303" y="31147"/>
                      <a:pt x="149352" y="31147"/>
                    </a:cubicBezTo>
                    <a:lnTo>
                      <a:pt x="156496" y="31147"/>
                    </a:lnTo>
                    <a:lnTo>
                      <a:pt x="156496" y="0"/>
                    </a:lnTo>
                    <a:lnTo>
                      <a:pt x="0" y="0"/>
                    </a:lnTo>
                    <a:lnTo>
                      <a:pt x="0" y="31147"/>
                    </a:lnTo>
                    <a:lnTo>
                      <a:pt x="7144" y="31147"/>
                    </a:lnTo>
                    <a:cubicBezTo>
                      <a:pt x="20383" y="31147"/>
                      <a:pt x="30956" y="41720"/>
                      <a:pt x="30956" y="54769"/>
                    </a:cubicBezTo>
                    <a:lnTo>
                      <a:pt x="30956" y="238982"/>
                    </a:lnTo>
                    <a:cubicBezTo>
                      <a:pt x="30956" y="251936"/>
                      <a:pt x="20383" y="262604"/>
                      <a:pt x="7144" y="262604"/>
                    </a:cubicBezTo>
                    <a:lnTo>
                      <a:pt x="0" y="262604"/>
                    </a:lnTo>
                    <a:lnTo>
                      <a:pt x="0" y="293751"/>
                    </a:lnTo>
                    <a:lnTo>
                      <a:pt x="156496" y="29375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56" name="Freihandform: Form 55">
                <a:extLst>
                  <a:ext uri="{FF2B5EF4-FFF2-40B4-BE49-F238E27FC236}">
                    <a16:creationId xmlns:a16="http://schemas.microsoft.com/office/drawing/2014/main" id="{4AB32F85-88BB-CA8A-C421-07151AE20786}"/>
                  </a:ext>
                </a:extLst>
              </p:cNvPr>
              <p:cNvSpPr/>
              <p:nvPr/>
            </p:nvSpPr>
            <p:spPr>
              <a:xfrm>
                <a:off x="5748718" y="3134295"/>
                <a:ext cx="248983" cy="294132"/>
              </a:xfrm>
              <a:custGeom>
                <a:avLst/>
                <a:gdLst>
                  <a:gd name="connsiteX0" fmla="*/ 248983 w 248983"/>
                  <a:gd name="connsiteY0" fmla="*/ 294037 h 294132"/>
                  <a:gd name="connsiteX1" fmla="*/ 248983 w 248983"/>
                  <a:gd name="connsiteY1" fmla="*/ 198596 h 294132"/>
                  <a:gd name="connsiteX2" fmla="*/ 217361 w 248983"/>
                  <a:gd name="connsiteY2" fmla="*/ 198596 h 294132"/>
                  <a:gd name="connsiteX3" fmla="*/ 156496 w 248983"/>
                  <a:gd name="connsiteY3" fmla="*/ 262890 h 294132"/>
                  <a:gd name="connsiteX4" fmla="*/ 124873 w 248983"/>
                  <a:gd name="connsiteY4" fmla="*/ 262890 h 294132"/>
                  <a:gd name="connsiteX5" fmla="*/ 124873 w 248983"/>
                  <a:gd name="connsiteY5" fmla="*/ 162687 h 294132"/>
                  <a:gd name="connsiteX6" fmla="*/ 136112 w 248983"/>
                  <a:gd name="connsiteY6" fmla="*/ 162687 h 294132"/>
                  <a:gd name="connsiteX7" fmla="*/ 159925 w 248983"/>
                  <a:gd name="connsiteY7" fmla="*/ 186500 h 294132"/>
                  <a:gd name="connsiteX8" fmla="*/ 159925 w 248983"/>
                  <a:gd name="connsiteY8" fmla="*/ 198406 h 294132"/>
                  <a:gd name="connsiteX9" fmla="*/ 191071 w 248983"/>
                  <a:gd name="connsiteY9" fmla="*/ 198406 h 294132"/>
                  <a:gd name="connsiteX10" fmla="*/ 191071 w 248983"/>
                  <a:gd name="connsiteY10" fmla="*/ 95631 h 294132"/>
                  <a:gd name="connsiteX11" fmla="*/ 159925 w 248983"/>
                  <a:gd name="connsiteY11" fmla="*/ 95631 h 294132"/>
                  <a:gd name="connsiteX12" fmla="*/ 159925 w 248983"/>
                  <a:gd name="connsiteY12" fmla="*/ 107537 h 294132"/>
                  <a:gd name="connsiteX13" fmla="*/ 136112 w 248983"/>
                  <a:gd name="connsiteY13" fmla="*/ 131350 h 294132"/>
                  <a:gd name="connsiteX14" fmla="*/ 124873 w 248983"/>
                  <a:gd name="connsiteY14" fmla="*/ 131350 h 294132"/>
                  <a:gd name="connsiteX15" fmla="*/ 124873 w 248983"/>
                  <a:gd name="connsiteY15" fmla="*/ 31147 h 294132"/>
                  <a:gd name="connsiteX16" fmla="*/ 156496 w 248983"/>
                  <a:gd name="connsiteY16" fmla="*/ 31147 h 294132"/>
                  <a:gd name="connsiteX17" fmla="*/ 217361 w 248983"/>
                  <a:gd name="connsiteY17" fmla="*/ 95441 h 294132"/>
                  <a:gd name="connsiteX18" fmla="*/ 248983 w 248983"/>
                  <a:gd name="connsiteY18" fmla="*/ 95441 h 294132"/>
                  <a:gd name="connsiteX19" fmla="*/ 248983 w 248983"/>
                  <a:gd name="connsiteY19" fmla="*/ 0 h 294132"/>
                  <a:gd name="connsiteX20" fmla="*/ 0 w 248983"/>
                  <a:gd name="connsiteY20" fmla="*/ 0 h 294132"/>
                  <a:gd name="connsiteX21" fmla="*/ 0 w 248983"/>
                  <a:gd name="connsiteY21" fmla="*/ 31337 h 294132"/>
                  <a:gd name="connsiteX22" fmla="*/ 7144 w 248983"/>
                  <a:gd name="connsiteY22" fmla="*/ 31337 h 294132"/>
                  <a:gd name="connsiteX23" fmla="*/ 30766 w 248983"/>
                  <a:gd name="connsiteY23" fmla="*/ 54959 h 294132"/>
                  <a:gd name="connsiteX24" fmla="*/ 30766 w 248983"/>
                  <a:gd name="connsiteY24" fmla="*/ 239173 h 294132"/>
                  <a:gd name="connsiteX25" fmla="*/ 7144 w 248983"/>
                  <a:gd name="connsiteY25" fmla="*/ 262795 h 294132"/>
                  <a:gd name="connsiteX26" fmla="*/ 0 w 248983"/>
                  <a:gd name="connsiteY26" fmla="*/ 262795 h 294132"/>
                  <a:gd name="connsiteX27" fmla="*/ 0 w 248983"/>
                  <a:gd name="connsiteY27" fmla="*/ 293942 h 294132"/>
                  <a:gd name="connsiteX28" fmla="*/ 248983 w 248983"/>
                  <a:gd name="connsiteY28" fmla="*/ 294132 h 2941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48983" h="294132">
                    <a:moveTo>
                      <a:pt x="248983" y="294037"/>
                    </a:moveTo>
                    <a:lnTo>
                      <a:pt x="248983" y="198596"/>
                    </a:lnTo>
                    <a:lnTo>
                      <a:pt x="217361" y="198596"/>
                    </a:lnTo>
                    <a:cubicBezTo>
                      <a:pt x="217361" y="198596"/>
                      <a:pt x="211550" y="262890"/>
                      <a:pt x="156496" y="262890"/>
                    </a:cubicBezTo>
                    <a:lnTo>
                      <a:pt x="124873" y="262890"/>
                    </a:lnTo>
                    <a:lnTo>
                      <a:pt x="124873" y="162687"/>
                    </a:lnTo>
                    <a:lnTo>
                      <a:pt x="136112" y="162687"/>
                    </a:lnTo>
                    <a:cubicBezTo>
                      <a:pt x="149352" y="162687"/>
                      <a:pt x="159925" y="173355"/>
                      <a:pt x="159925" y="186500"/>
                    </a:cubicBezTo>
                    <a:lnTo>
                      <a:pt x="159925" y="198406"/>
                    </a:lnTo>
                    <a:lnTo>
                      <a:pt x="191071" y="198406"/>
                    </a:lnTo>
                    <a:lnTo>
                      <a:pt x="191071" y="95631"/>
                    </a:lnTo>
                    <a:lnTo>
                      <a:pt x="159925" y="95631"/>
                    </a:lnTo>
                    <a:lnTo>
                      <a:pt x="159925" y="107537"/>
                    </a:lnTo>
                    <a:cubicBezTo>
                      <a:pt x="159925" y="120777"/>
                      <a:pt x="149352" y="131350"/>
                      <a:pt x="136112" y="131350"/>
                    </a:cubicBezTo>
                    <a:lnTo>
                      <a:pt x="124873" y="131350"/>
                    </a:lnTo>
                    <a:lnTo>
                      <a:pt x="124873" y="31147"/>
                    </a:lnTo>
                    <a:lnTo>
                      <a:pt x="156496" y="31147"/>
                    </a:lnTo>
                    <a:cubicBezTo>
                      <a:pt x="211455" y="31147"/>
                      <a:pt x="217361" y="95441"/>
                      <a:pt x="217361" y="95441"/>
                    </a:cubicBezTo>
                    <a:lnTo>
                      <a:pt x="248983" y="95441"/>
                    </a:lnTo>
                    <a:lnTo>
                      <a:pt x="248983" y="0"/>
                    </a:lnTo>
                    <a:lnTo>
                      <a:pt x="0" y="0"/>
                    </a:lnTo>
                    <a:lnTo>
                      <a:pt x="0" y="31337"/>
                    </a:lnTo>
                    <a:lnTo>
                      <a:pt x="7144" y="31337"/>
                    </a:lnTo>
                    <a:cubicBezTo>
                      <a:pt x="20098" y="31337"/>
                      <a:pt x="30766" y="42005"/>
                      <a:pt x="30766" y="54959"/>
                    </a:cubicBezTo>
                    <a:lnTo>
                      <a:pt x="30766" y="239173"/>
                    </a:lnTo>
                    <a:cubicBezTo>
                      <a:pt x="30766" y="252127"/>
                      <a:pt x="20193" y="262795"/>
                      <a:pt x="7144" y="262795"/>
                    </a:cubicBezTo>
                    <a:lnTo>
                      <a:pt x="0" y="262795"/>
                    </a:lnTo>
                    <a:lnTo>
                      <a:pt x="0" y="293942"/>
                    </a:lnTo>
                    <a:lnTo>
                      <a:pt x="248983" y="294132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57" name="Freihandform: Form 56">
                <a:extLst>
                  <a:ext uri="{FF2B5EF4-FFF2-40B4-BE49-F238E27FC236}">
                    <a16:creationId xmlns:a16="http://schemas.microsoft.com/office/drawing/2014/main" id="{96C733EC-B947-7C42-827B-816667C91F39}"/>
                  </a:ext>
                </a:extLst>
              </p:cNvPr>
              <p:cNvSpPr/>
              <p:nvPr/>
            </p:nvSpPr>
            <p:spPr>
              <a:xfrm>
                <a:off x="6217588" y="3134295"/>
                <a:ext cx="237562" cy="293941"/>
              </a:xfrm>
              <a:custGeom>
                <a:avLst/>
                <a:gdLst>
                  <a:gd name="connsiteX0" fmla="*/ 133586 w 237562"/>
                  <a:gd name="connsiteY0" fmla="*/ 30956 h 293941"/>
                  <a:gd name="connsiteX1" fmla="*/ 201976 w 237562"/>
                  <a:gd name="connsiteY1" fmla="*/ 95250 h 293941"/>
                  <a:gd name="connsiteX2" fmla="*/ 232551 w 237562"/>
                  <a:gd name="connsiteY2" fmla="*/ 95250 h 293941"/>
                  <a:gd name="connsiteX3" fmla="*/ 232551 w 237562"/>
                  <a:gd name="connsiteY3" fmla="*/ 0 h 293941"/>
                  <a:gd name="connsiteX4" fmla="*/ 6713 w 237562"/>
                  <a:gd name="connsiteY4" fmla="*/ 0 h 293941"/>
                  <a:gd name="connsiteX5" fmla="*/ 64339 w 237562"/>
                  <a:gd name="connsiteY5" fmla="*/ 151733 h 293941"/>
                  <a:gd name="connsiteX6" fmla="*/ 132348 w 237562"/>
                  <a:gd name="connsiteY6" fmla="*/ 262795 h 293941"/>
                  <a:gd name="connsiteX7" fmla="*/ 94248 w 237562"/>
                  <a:gd name="connsiteY7" fmla="*/ 262795 h 293941"/>
                  <a:gd name="connsiteX8" fmla="*/ 33383 w 237562"/>
                  <a:gd name="connsiteY8" fmla="*/ 198501 h 293941"/>
                  <a:gd name="connsiteX9" fmla="*/ 1760 w 237562"/>
                  <a:gd name="connsiteY9" fmla="*/ 198501 h 293941"/>
                  <a:gd name="connsiteX10" fmla="*/ 1760 w 237562"/>
                  <a:gd name="connsiteY10" fmla="*/ 293942 h 293941"/>
                  <a:gd name="connsiteX11" fmla="*/ 229312 w 237562"/>
                  <a:gd name="connsiteY11" fmla="*/ 293942 h 293941"/>
                  <a:gd name="connsiteX12" fmla="*/ 168257 w 237562"/>
                  <a:gd name="connsiteY12" fmla="*/ 133731 h 293941"/>
                  <a:gd name="connsiteX13" fmla="*/ 104821 w 237562"/>
                  <a:gd name="connsiteY13" fmla="*/ 30671 h 293941"/>
                  <a:gd name="connsiteX14" fmla="*/ 133586 w 237562"/>
                  <a:gd name="connsiteY14" fmla="*/ 30861 h 293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37562" h="293941">
                    <a:moveTo>
                      <a:pt x="133586" y="30956"/>
                    </a:moveTo>
                    <a:cubicBezTo>
                      <a:pt x="197023" y="30956"/>
                      <a:pt x="201976" y="95250"/>
                      <a:pt x="201976" y="95250"/>
                    </a:cubicBezTo>
                    <a:lnTo>
                      <a:pt x="232551" y="95250"/>
                    </a:lnTo>
                    <a:lnTo>
                      <a:pt x="232551" y="0"/>
                    </a:lnTo>
                    <a:lnTo>
                      <a:pt x="6713" y="0"/>
                    </a:lnTo>
                    <a:cubicBezTo>
                      <a:pt x="6713" y="0"/>
                      <a:pt x="-29006" y="46768"/>
                      <a:pt x="64339" y="151733"/>
                    </a:cubicBezTo>
                    <a:cubicBezTo>
                      <a:pt x="64339" y="151733"/>
                      <a:pt x="130538" y="228981"/>
                      <a:pt x="132348" y="262795"/>
                    </a:cubicBezTo>
                    <a:lnTo>
                      <a:pt x="94248" y="262795"/>
                    </a:lnTo>
                    <a:cubicBezTo>
                      <a:pt x="39289" y="262795"/>
                      <a:pt x="33383" y="198501"/>
                      <a:pt x="33383" y="198501"/>
                    </a:cubicBezTo>
                    <a:lnTo>
                      <a:pt x="1760" y="198501"/>
                    </a:lnTo>
                    <a:lnTo>
                      <a:pt x="1760" y="293942"/>
                    </a:lnTo>
                    <a:lnTo>
                      <a:pt x="229312" y="293942"/>
                    </a:lnTo>
                    <a:cubicBezTo>
                      <a:pt x="229312" y="293942"/>
                      <a:pt x="270651" y="249365"/>
                      <a:pt x="168257" y="133731"/>
                    </a:cubicBezTo>
                    <a:cubicBezTo>
                      <a:pt x="168257" y="133731"/>
                      <a:pt x="114536" y="78581"/>
                      <a:pt x="104821" y="30671"/>
                    </a:cubicBezTo>
                    <a:lnTo>
                      <a:pt x="133586" y="3086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58" name="Freihandform: Form 57">
                <a:extLst>
                  <a:ext uri="{FF2B5EF4-FFF2-40B4-BE49-F238E27FC236}">
                    <a16:creationId xmlns:a16="http://schemas.microsoft.com/office/drawing/2014/main" id="{A85654F2-5F55-3B91-4E1F-531E897FE203}"/>
                  </a:ext>
                </a:extLst>
              </p:cNvPr>
              <p:cNvSpPr/>
              <p:nvPr/>
            </p:nvSpPr>
            <p:spPr>
              <a:xfrm>
                <a:off x="6481716" y="3134295"/>
                <a:ext cx="237562" cy="293941"/>
              </a:xfrm>
              <a:custGeom>
                <a:avLst/>
                <a:gdLst>
                  <a:gd name="connsiteX0" fmla="*/ 133586 w 237562"/>
                  <a:gd name="connsiteY0" fmla="*/ 30956 h 293941"/>
                  <a:gd name="connsiteX1" fmla="*/ 201976 w 237562"/>
                  <a:gd name="connsiteY1" fmla="*/ 95250 h 293941"/>
                  <a:gd name="connsiteX2" fmla="*/ 232265 w 237562"/>
                  <a:gd name="connsiteY2" fmla="*/ 95250 h 293941"/>
                  <a:gd name="connsiteX3" fmla="*/ 232265 w 237562"/>
                  <a:gd name="connsiteY3" fmla="*/ 0 h 293941"/>
                  <a:gd name="connsiteX4" fmla="*/ 6713 w 237562"/>
                  <a:gd name="connsiteY4" fmla="*/ 0 h 293941"/>
                  <a:gd name="connsiteX5" fmla="*/ 64339 w 237562"/>
                  <a:gd name="connsiteY5" fmla="*/ 151733 h 293941"/>
                  <a:gd name="connsiteX6" fmla="*/ 132348 w 237562"/>
                  <a:gd name="connsiteY6" fmla="*/ 262795 h 293941"/>
                  <a:gd name="connsiteX7" fmla="*/ 94248 w 237562"/>
                  <a:gd name="connsiteY7" fmla="*/ 262795 h 293941"/>
                  <a:gd name="connsiteX8" fmla="*/ 33383 w 237562"/>
                  <a:gd name="connsiteY8" fmla="*/ 198501 h 293941"/>
                  <a:gd name="connsiteX9" fmla="*/ 1760 w 237562"/>
                  <a:gd name="connsiteY9" fmla="*/ 198501 h 293941"/>
                  <a:gd name="connsiteX10" fmla="*/ 1760 w 237562"/>
                  <a:gd name="connsiteY10" fmla="*/ 293942 h 293941"/>
                  <a:gd name="connsiteX11" fmla="*/ 229313 w 237562"/>
                  <a:gd name="connsiteY11" fmla="*/ 293942 h 293941"/>
                  <a:gd name="connsiteX12" fmla="*/ 168257 w 237562"/>
                  <a:gd name="connsiteY12" fmla="*/ 133731 h 293941"/>
                  <a:gd name="connsiteX13" fmla="*/ 104821 w 237562"/>
                  <a:gd name="connsiteY13" fmla="*/ 30671 h 293941"/>
                  <a:gd name="connsiteX14" fmla="*/ 133586 w 237562"/>
                  <a:gd name="connsiteY14" fmla="*/ 30861 h 293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37562" h="293941">
                    <a:moveTo>
                      <a:pt x="133586" y="30956"/>
                    </a:moveTo>
                    <a:cubicBezTo>
                      <a:pt x="196832" y="30956"/>
                      <a:pt x="201976" y="95250"/>
                      <a:pt x="201976" y="95250"/>
                    </a:cubicBezTo>
                    <a:lnTo>
                      <a:pt x="232265" y="95250"/>
                    </a:lnTo>
                    <a:lnTo>
                      <a:pt x="232265" y="0"/>
                    </a:lnTo>
                    <a:lnTo>
                      <a:pt x="6713" y="0"/>
                    </a:lnTo>
                    <a:cubicBezTo>
                      <a:pt x="6713" y="0"/>
                      <a:pt x="-29006" y="46768"/>
                      <a:pt x="64339" y="151733"/>
                    </a:cubicBezTo>
                    <a:cubicBezTo>
                      <a:pt x="64339" y="151733"/>
                      <a:pt x="130538" y="228981"/>
                      <a:pt x="132348" y="262795"/>
                    </a:cubicBezTo>
                    <a:lnTo>
                      <a:pt x="94248" y="262795"/>
                    </a:lnTo>
                    <a:cubicBezTo>
                      <a:pt x="39289" y="262795"/>
                      <a:pt x="33383" y="198501"/>
                      <a:pt x="33383" y="198501"/>
                    </a:cubicBezTo>
                    <a:lnTo>
                      <a:pt x="1760" y="198501"/>
                    </a:lnTo>
                    <a:lnTo>
                      <a:pt x="1760" y="293942"/>
                    </a:lnTo>
                    <a:lnTo>
                      <a:pt x="229313" y="293942"/>
                    </a:lnTo>
                    <a:cubicBezTo>
                      <a:pt x="229313" y="293942"/>
                      <a:pt x="270651" y="249365"/>
                      <a:pt x="168257" y="133731"/>
                    </a:cubicBezTo>
                    <a:cubicBezTo>
                      <a:pt x="168257" y="133731"/>
                      <a:pt x="114536" y="78581"/>
                      <a:pt x="104821" y="30671"/>
                    </a:cubicBezTo>
                    <a:lnTo>
                      <a:pt x="133586" y="3086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73110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54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54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54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54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5" orient="horz" pos="2160">
          <p15:clr>
            <a:srgbClr val="A4A3A4"/>
          </p15:clr>
        </p15:guide>
        <p15:guide id="26" pos="3840">
          <p15:clr>
            <a:srgbClr val="A4A3A4"/>
          </p15:clr>
        </p15:guide>
        <p15:guide id="27" pos="325">
          <p15:clr>
            <a:srgbClr val="A4A3A4"/>
          </p15:clr>
        </p15:guide>
        <p15:guide id="28" pos="7355">
          <p15:clr>
            <a:srgbClr val="A4A3A4"/>
          </p15:clr>
        </p15:guide>
        <p15:guide id="29" pos="3931">
          <p15:clr>
            <a:srgbClr val="A4A3A4"/>
          </p15:clr>
        </p15:guide>
        <p15:guide id="30" pos="3749">
          <p15:clr>
            <a:srgbClr val="A4A3A4"/>
          </p15:clr>
        </p15:guide>
        <p15:guide id="31" orient="horz" pos="187">
          <p15:clr>
            <a:srgbClr val="A4A3A4"/>
          </p15:clr>
        </p15:guide>
        <p15:guide id="32" orient="horz" pos="663">
          <p15:clr>
            <a:srgbClr val="A4A3A4"/>
          </p15:clr>
        </p15:guide>
        <p15:guide id="33" orient="horz" pos="1026">
          <p15:clr>
            <a:srgbClr val="A4A3A4"/>
          </p15:clr>
        </p15:guide>
        <p15:guide id="34" orient="horz" pos="4184">
          <p15:clr>
            <a:srgbClr val="A4A3A4"/>
          </p15:clr>
        </p15:guide>
        <p15:guide id="35" orient="horz" pos="3838">
          <p15:clr>
            <a:srgbClr val="A4A3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5DF379B-2F7B-4B88-BC16-FA39CEB2C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9" y="299633"/>
            <a:ext cx="9740106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zh-CN" altLang="en-US" dirty="0"/>
              <a:t>编辑主封面格式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BFF28EB-5BBB-48FC-BE84-2AF18E9A25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319" y="1631155"/>
            <a:ext cx="11160000" cy="4464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zh-CN" altLang="en-US" dirty="0"/>
              <a:t>编辑主文本格式</a:t>
            </a:r>
          </a:p>
          <a:p>
            <a:pPr lvl="1"/>
            <a:r>
              <a:rPr lang="ja-JP" altLang="en-US" dirty="0"/>
              <a:t>第二级</a:t>
            </a:r>
          </a:p>
          <a:p>
            <a:pPr lvl="2"/>
            <a:r>
              <a:rPr lang="ja-JP" altLang="en-US" dirty="0"/>
              <a:t>第三级 </a:t>
            </a:r>
          </a:p>
          <a:p>
            <a:pPr lvl="3"/>
            <a:r>
              <a:rPr lang="ja-JP" altLang="en-US" dirty="0"/>
              <a:t>第四级</a:t>
            </a:r>
          </a:p>
          <a:p>
            <a:pPr lvl="4"/>
            <a:r>
              <a:rPr lang="ja-JP" altLang="en-US" dirty="0"/>
              <a:t>第五级</a:t>
            </a:r>
          </a:p>
          <a:p>
            <a:pPr lvl="5"/>
            <a:r>
              <a:rPr lang="ja-JP" altLang="en-US" dirty="0"/>
              <a:t>第六级</a:t>
            </a:r>
          </a:p>
          <a:p>
            <a:pPr lvl="6"/>
            <a:r>
              <a:rPr lang="ja-JP" altLang="en-US" dirty="0"/>
              <a:t>第七级</a:t>
            </a:r>
          </a:p>
          <a:p>
            <a:pPr lvl="7"/>
            <a:r>
              <a:rPr lang="ja-JP" altLang="en-US" dirty="0"/>
              <a:t>第八级</a:t>
            </a:r>
          </a:p>
          <a:p>
            <a:pPr lvl="8"/>
            <a:r>
              <a:rPr lang="ja-JP" altLang="en-US" dirty="0"/>
              <a:t>第九级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62C304D-CE9F-43FC-BAA7-AE9B393990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8318" y="6687622"/>
            <a:ext cx="5433219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800" b="0">
                <a:solidFill>
                  <a:schemeClr val="tx1"/>
                </a:solidFill>
                <a:latin typeface="Microsoft YaHei" panose="020B0503020204020204" pitchFamily="34" charset="-122"/>
                <a:cs typeface="ZEISS Frutiger Next W1G Medium"/>
              </a:defRPr>
            </a:lvl1pPr>
          </a:lstStyle>
          <a:p>
            <a:r>
              <a:rPr lang="de-DE" altLang="zh-TW"/>
              <a:t>ZEISS</a:t>
            </a:r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B2475B2-8926-4797-977A-DAFF5A6E3C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9658" y="6687622"/>
            <a:ext cx="216405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ZEISS Frutiger Next W1G"/>
                <a:cs typeface="ZEISS Frutiger Next W1G Lt"/>
              </a:defRPr>
            </a:lvl1pPr>
          </a:lstStyle>
          <a:p>
            <a:fld id="{C6A4AD45-2621-4550-9DC5-4911F1B5FA4D}" type="slidenum">
              <a:rPr lang="de-DE" smtClean="0">
                <a:latin typeface="Microsoft YaHei" panose="020B0503020204020204" pitchFamily="34" charset="-122"/>
              </a:rPr>
              <a:pPr/>
              <a:t>‹#›</a:t>
            </a:fld>
            <a:endParaRPr lang="de-DE" dirty="0">
              <a:latin typeface="Microsoft YaHei" panose="020B0503020204020204" pitchFamily="34" charset="-122"/>
            </a:endParaRPr>
          </a:p>
        </p:txBody>
      </p:sp>
      <p:cxnSp>
        <p:nvCxnSpPr>
          <p:cNvPr id="47" name="Gerade Verbindung 68">
            <a:extLst>
              <a:ext uri="{FF2B5EF4-FFF2-40B4-BE49-F238E27FC236}">
                <a16:creationId xmlns:a16="http://schemas.microsoft.com/office/drawing/2014/main" id="{03618DF1-8BE9-4106-8D3B-2513062DF9C4}"/>
              </a:ext>
            </a:extLst>
          </p:cNvPr>
          <p:cNvCxnSpPr>
            <a:cxnSpLocks/>
          </p:cNvCxnSpPr>
          <p:nvPr/>
        </p:nvCxnSpPr>
        <p:spPr>
          <a:xfrm>
            <a:off x="0" y="6641854"/>
            <a:ext cx="12192000" cy="0"/>
          </a:xfrm>
          <a:prstGeom prst="line">
            <a:avLst/>
          </a:prstGeom>
          <a:ln w="6350">
            <a:solidFill>
              <a:srgbClr val="DCE3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0" name="Gruppieren 109">
            <a:extLst>
              <a:ext uri="{FF2B5EF4-FFF2-40B4-BE49-F238E27FC236}">
                <a16:creationId xmlns:a16="http://schemas.microsoft.com/office/drawing/2014/main" id="{C143B9AD-6EBA-4895-849B-0BC80CF0E742}"/>
              </a:ext>
            </a:extLst>
          </p:cNvPr>
          <p:cNvGrpSpPr/>
          <p:nvPr/>
        </p:nvGrpSpPr>
        <p:grpSpPr>
          <a:xfrm>
            <a:off x="307324" y="-697715"/>
            <a:ext cx="11367557" cy="411958"/>
            <a:chOff x="307324" y="6944501"/>
            <a:chExt cx="11367557" cy="411958"/>
          </a:xfrm>
        </p:grpSpPr>
        <p:grpSp>
          <p:nvGrpSpPr>
            <p:cNvPr id="111" name="Gruppieren 110">
              <a:extLst>
                <a:ext uri="{FF2B5EF4-FFF2-40B4-BE49-F238E27FC236}">
                  <a16:creationId xmlns:a16="http://schemas.microsoft.com/office/drawing/2014/main" id="{C2906655-7987-4668-ACC1-26A44C7B15D9}"/>
                </a:ext>
              </a:extLst>
            </p:cNvPr>
            <p:cNvGrpSpPr/>
            <p:nvPr/>
          </p:nvGrpSpPr>
          <p:grpSpPr>
            <a:xfrm rot="16200000">
              <a:off x="205653" y="7046174"/>
              <a:ext cx="411956" cy="208614"/>
              <a:chOff x="-615197" y="4303061"/>
              <a:chExt cx="411956" cy="208614"/>
            </a:xfrm>
          </p:grpSpPr>
          <p:cxnSp>
            <p:nvCxnSpPr>
              <p:cNvPr id="122" name="Gerader Verbinder 121">
                <a:extLst>
                  <a:ext uri="{FF2B5EF4-FFF2-40B4-BE49-F238E27FC236}">
                    <a16:creationId xmlns:a16="http://schemas.microsoft.com/office/drawing/2014/main" id="{8718017E-4559-4F87-A485-EA08FC550D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3" name="Textfeld 122">
                <a:extLst>
                  <a:ext uri="{FF2B5EF4-FFF2-40B4-BE49-F238E27FC236}">
                    <a16:creationId xmlns:a16="http://schemas.microsoft.com/office/drawing/2014/main" id="{B78B68D2-C03F-4BEF-B65C-1698F90B1503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15.50</a:t>
                </a:r>
              </a:p>
            </p:txBody>
          </p:sp>
        </p:grpSp>
        <p:grpSp>
          <p:nvGrpSpPr>
            <p:cNvPr id="112" name="Gruppieren 111">
              <a:extLst>
                <a:ext uri="{FF2B5EF4-FFF2-40B4-BE49-F238E27FC236}">
                  <a16:creationId xmlns:a16="http://schemas.microsoft.com/office/drawing/2014/main" id="{DE6A9283-81C3-435D-8464-5F73CFBBF240}"/>
                </a:ext>
              </a:extLst>
            </p:cNvPr>
            <p:cNvGrpSpPr/>
            <p:nvPr/>
          </p:nvGrpSpPr>
          <p:grpSpPr>
            <a:xfrm rot="16200000">
              <a:off x="5641253" y="7046174"/>
              <a:ext cx="411956" cy="208614"/>
              <a:chOff x="-615197" y="4303061"/>
              <a:chExt cx="411956" cy="208614"/>
            </a:xfrm>
          </p:grpSpPr>
          <p:cxnSp>
            <p:nvCxnSpPr>
              <p:cNvPr id="120" name="Gerader Verbinder 119">
                <a:extLst>
                  <a:ext uri="{FF2B5EF4-FFF2-40B4-BE49-F238E27FC236}">
                    <a16:creationId xmlns:a16="http://schemas.microsoft.com/office/drawing/2014/main" id="{8BBA712F-3E8B-4C9D-8AE6-80F95B7798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1" name="Textfeld 120">
                <a:extLst>
                  <a:ext uri="{FF2B5EF4-FFF2-40B4-BE49-F238E27FC236}">
                    <a16:creationId xmlns:a16="http://schemas.microsoft.com/office/drawing/2014/main" id="{7A0FF303-3F42-4C21-BA72-ED740BE77311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00.40</a:t>
                </a:r>
              </a:p>
            </p:txBody>
          </p:sp>
        </p:grpSp>
        <p:grpSp>
          <p:nvGrpSpPr>
            <p:cNvPr id="113" name="Gruppieren 112">
              <a:extLst>
                <a:ext uri="{FF2B5EF4-FFF2-40B4-BE49-F238E27FC236}">
                  <a16:creationId xmlns:a16="http://schemas.microsoft.com/office/drawing/2014/main" id="{8A4941BA-0CFA-430D-A5D7-39298B5563F8}"/>
                </a:ext>
              </a:extLst>
            </p:cNvPr>
            <p:cNvGrpSpPr/>
            <p:nvPr/>
          </p:nvGrpSpPr>
          <p:grpSpPr>
            <a:xfrm rot="5400000">
              <a:off x="6093326" y="7050196"/>
              <a:ext cx="411957" cy="200568"/>
              <a:chOff x="-615198" y="4354167"/>
              <a:chExt cx="411957" cy="200568"/>
            </a:xfrm>
          </p:grpSpPr>
          <p:cxnSp>
            <p:nvCxnSpPr>
              <p:cNvPr id="118" name="Gerader Verbinder 117">
                <a:extLst>
                  <a:ext uri="{FF2B5EF4-FFF2-40B4-BE49-F238E27FC236}">
                    <a16:creationId xmlns:a16="http://schemas.microsoft.com/office/drawing/2014/main" id="{90AAE6AE-F551-4BFA-9796-10403D9B7C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9" name="Textfeld 118">
                <a:extLst>
                  <a:ext uri="{FF2B5EF4-FFF2-40B4-BE49-F238E27FC236}">
                    <a16:creationId xmlns:a16="http://schemas.microsoft.com/office/drawing/2014/main" id="{B2486164-9430-4635-A368-5D4ECE0B4D85}"/>
                  </a:ext>
                </a:extLst>
              </p:cNvPr>
              <p:cNvSpPr txBox="1"/>
              <p:nvPr/>
            </p:nvSpPr>
            <p:spPr>
              <a:xfrm rot="10800000">
                <a:off x="-615198" y="4354167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00.40</a:t>
                </a:r>
              </a:p>
            </p:txBody>
          </p:sp>
        </p:grpSp>
        <p:cxnSp>
          <p:nvCxnSpPr>
            <p:cNvPr id="114" name="Gerader Verbinder 113">
              <a:extLst>
                <a:ext uri="{FF2B5EF4-FFF2-40B4-BE49-F238E27FC236}">
                  <a16:creationId xmlns:a16="http://schemas.microsoft.com/office/drawing/2014/main" id="{6F1511B1-882E-47AD-BA14-2C1D3F602C5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890022" y="7150480"/>
              <a:ext cx="411956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5" name="Gruppieren 114">
              <a:extLst>
                <a:ext uri="{FF2B5EF4-FFF2-40B4-BE49-F238E27FC236}">
                  <a16:creationId xmlns:a16="http://schemas.microsoft.com/office/drawing/2014/main" id="{45ECE737-DA80-470C-B11D-0C59F5EBF475}"/>
                </a:ext>
              </a:extLst>
            </p:cNvPr>
            <p:cNvGrpSpPr/>
            <p:nvPr/>
          </p:nvGrpSpPr>
          <p:grpSpPr>
            <a:xfrm rot="16200000">
              <a:off x="11364596" y="7046174"/>
              <a:ext cx="411956" cy="208614"/>
              <a:chOff x="-615197" y="4303061"/>
              <a:chExt cx="411956" cy="208614"/>
            </a:xfrm>
          </p:grpSpPr>
          <p:cxnSp>
            <p:nvCxnSpPr>
              <p:cNvPr id="116" name="Gerader Verbinder 115">
                <a:extLst>
                  <a:ext uri="{FF2B5EF4-FFF2-40B4-BE49-F238E27FC236}">
                    <a16:creationId xmlns:a16="http://schemas.microsoft.com/office/drawing/2014/main" id="{959D3B82-D531-4945-AB80-A7D3D53015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7" name="Textfeld 116">
                <a:extLst>
                  <a:ext uri="{FF2B5EF4-FFF2-40B4-BE49-F238E27FC236}">
                    <a16:creationId xmlns:a16="http://schemas.microsoft.com/office/drawing/2014/main" id="{4E17E80F-7E0F-4B11-AB57-AFD5C3F42792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15.50</a:t>
                </a:r>
              </a:p>
            </p:txBody>
          </p:sp>
        </p:grpSp>
      </p:grpSp>
      <p:grpSp>
        <p:nvGrpSpPr>
          <p:cNvPr id="124" name="Gruppieren 123">
            <a:extLst>
              <a:ext uri="{FF2B5EF4-FFF2-40B4-BE49-F238E27FC236}">
                <a16:creationId xmlns:a16="http://schemas.microsoft.com/office/drawing/2014/main" id="{9FA60B4C-D934-40DB-959A-2A06177BB845}"/>
              </a:ext>
            </a:extLst>
          </p:cNvPr>
          <p:cNvGrpSpPr/>
          <p:nvPr/>
        </p:nvGrpSpPr>
        <p:grpSpPr>
          <a:xfrm>
            <a:off x="-697714" y="80201"/>
            <a:ext cx="411956" cy="6713707"/>
            <a:chOff x="-502267" y="80201"/>
            <a:chExt cx="411956" cy="6713707"/>
          </a:xfrm>
        </p:grpSpPr>
        <p:grpSp>
          <p:nvGrpSpPr>
            <p:cNvPr id="125" name="Gruppieren 124">
              <a:extLst>
                <a:ext uri="{FF2B5EF4-FFF2-40B4-BE49-F238E27FC236}">
                  <a16:creationId xmlns:a16="http://schemas.microsoft.com/office/drawing/2014/main" id="{4D68A72E-462C-4EE8-BF5E-463A2491B2A0}"/>
                </a:ext>
              </a:extLst>
            </p:cNvPr>
            <p:cNvGrpSpPr/>
            <p:nvPr/>
          </p:nvGrpSpPr>
          <p:grpSpPr>
            <a:xfrm>
              <a:off x="-502267" y="6593340"/>
              <a:ext cx="411956" cy="200568"/>
              <a:chOff x="-615197" y="4452994"/>
              <a:chExt cx="411956" cy="200568"/>
            </a:xfrm>
          </p:grpSpPr>
          <p:sp>
            <p:nvSpPr>
              <p:cNvPr id="141" name="Textfeld 140">
                <a:extLst>
                  <a:ext uri="{FF2B5EF4-FFF2-40B4-BE49-F238E27FC236}">
                    <a16:creationId xmlns:a16="http://schemas.microsoft.com/office/drawing/2014/main" id="{90A86EE5-BD53-4D75-9533-01061F0B2A55}"/>
                  </a:ext>
                </a:extLst>
              </p:cNvPr>
              <p:cNvSpPr txBox="1"/>
              <p:nvPr/>
            </p:nvSpPr>
            <p:spPr>
              <a:xfrm>
                <a:off x="-615197" y="4452994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08.92</a:t>
                </a:r>
              </a:p>
            </p:txBody>
          </p:sp>
          <p:cxnSp>
            <p:nvCxnSpPr>
              <p:cNvPr id="142" name="Gerader Verbinder 141">
                <a:extLst>
                  <a:ext uri="{FF2B5EF4-FFF2-40B4-BE49-F238E27FC236}">
                    <a16:creationId xmlns:a16="http://schemas.microsoft.com/office/drawing/2014/main" id="{C4DA6E19-897C-47D8-8FD2-FF3C505B74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497389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6" name="Gruppieren 125">
              <a:extLst>
                <a:ext uri="{FF2B5EF4-FFF2-40B4-BE49-F238E27FC236}">
                  <a16:creationId xmlns:a16="http://schemas.microsoft.com/office/drawing/2014/main" id="{821655FC-2FD4-4199-88C5-365344C80905}"/>
                </a:ext>
              </a:extLst>
            </p:cNvPr>
            <p:cNvGrpSpPr/>
            <p:nvPr/>
          </p:nvGrpSpPr>
          <p:grpSpPr>
            <a:xfrm>
              <a:off x="-502267" y="5876163"/>
              <a:ext cx="411956" cy="216662"/>
              <a:chOff x="-615197" y="4295013"/>
              <a:chExt cx="411956" cy="216662"/>
            </a:xfrm>
          </p:grpSpPr>
          <p:cxnSp>
            <p:nvCxnSpPr>
              <p:cNvPr id="139" name="Gerader Verbinder 138">
                <a:extLst>
                  <a:ext uri="{FF2B5EF4-FFF2-40B4-BE49-F238E27FC236}">
                    <a16:creationId xmlns:a16="http://schemas.microsoft.com/office/drawing/2014/main" id="{B12C2CA5-1BE4-466F-B365-C32313E6C4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0" name="Textfeld 139">
                <a:extLst>
                  <a:ext uri="{FF2B5EF4-FFF2-40B4-BE49-F238E27FC236}">
                    <a16:creationId xmlns:a16="http://schemas.microsoft.com/office/drawing/2014/main" id="{DD0E517F-5845-4E9E-825C-982F56393E4A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07.40</a:t>
                </a:r>
              </a:p>
            </p:txBody>
          </p:sp>
        </p:grpSp>
        <p:grpSp>
          <p:nvGrpSpPr>
            <p:cNvPr id="127" name="Gruppieren 126">
              <a:extLst>
                <a:ext uri="{FF2B5EF4-FFF2-40B4-BE49-F238E27FC236}">
                  <a16:creationId xmlns:a16="http://schemas.microsoft.com/office/drawing/2014/main" id="{8183FB06-971C-4EF0-B60D-9D31390A87FE}"/>
                </a:ext>
              </a:extLst>
            </p:cNvPr>
            <p:cNvGrpSpPr/>
            <p:nvPr/>
          </p:nvGrpSpPr>
          <p:grpSpPr>
            <a:xfrm>
              <a:off x="-502267" y="3212338"/>
              <a:ext cx="411956" cy="216662"/>
              <a:chOff x="-615197" y="4295013"/>
              <a:chExt cx="411956" cy="216662"/>
            </a:xfrm>
          </p:grpSpPr>
          <p:cxnSp>
            <p:nvCxnSpPr>
              <p:cNvPr id="137" name="Gerader Verbinder 136">
                <a:extLst>
                  <a:ext uri="{FF2B5EF4-FFF2-40B4-BE49-F238E27FC236}">
                    <a16:creationId xmlns:a16="http://schemas.microsoft.com/office/drawing/2014/main" id="{F974AB64-BD3D-408B-8560-09EFA53874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8" name="Textfeld 137">
                <a:extLst>
                  <a:ext uri="{FF2B5EF4-FFF2-40B4-BE49-F238E27FC236}">
                    <a16:creationId xmlns:a16="http://schemas.microsoft.com/office/drawing/2014/main" id="{71B46A92-23E3-4314-88DB-D8DF38A633F2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00.00</a:t>
                </a:r>
              </a:p>
            </p:txBody>
          </p:sp>
        </p:grpSp>
        <p:grpSp>
          <p:nvGrpSpPr>
            <p:cNvPr id="128" name="Gruppieren 127">
              <a:extLst>
                <a:ext uri="{FF2B5EF4-FFF2-40B4-BE49-F238E27FC236}">
                  <a16:creationId xmlns:a16="http://schemas.microsoft.com/office/drawing/2014/main" id="{6EDBD902-7C37-49E9-85AC-EA9A999BCC19}"/>
                </a:ext>
              </a:extLst>
            </p:cNvPr>
            <p:cNvGrpSpPr/>
            <p:nvPr/>
          </p:nvGrpSpPr>
          <p:grpSpPr>
            <a:xfrm>
              <a:off x="-502267" y="835851"/>
              <a:ext cx="411956" cy="216662"/>
              <a:chOff x="-615197" y="4295013"/>
              <a:chExt cx="411956" cy="216662"/>
            </a:xfrm>
          </p:grpSpPr>
          <p:cxnSp>
            <p:nvCxnSpPr>
              <p:cNvPr id="135" name="Gerader Verbinder 134">
                <a:extLst>
                  <a:ext uri="{FF2B5EF4-FFF2-40B4-BE49-F238E27FC236}">
                    <a16:creationId xmlns:a16="http://schemas.microsoft.com/office/drawing/2014/main" id="{16160750-55EC-43A2-9615-6C96E9D715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" name="Textfeld 135">
                <a:extLst>
                  <a:ext uri="{FF2B5EF4-FFF2-40B4-BE49-F238E27FC236}">
                    <a16:creationId xmlns:a16="http://schemas.microsoft.com/office/drawing/2014/main" id="{6D60559D-88E0-4839-B09C-100EEAE61E19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06.60</a:t>
                </a:r>
              </a:p>
            </p:txBody>
          </p:sp>
        </p:grpSp>
        <p:grpSp>
          <p:nvGrpSpPr>
            <p:cNvPr id="129" name="Gruppieren 128">
              <a:extLst>
                <a:ext uri="{FF2B5EF4-FFF2-40B4-BE49-F238E27FC236}">
                  <a16:creationId xmlns:a16="http://schemas.microsoft.com/office/drawing/2014/main" id="{469ED37F-0DF5-4C75-B37B-A46EEF71F193}"/>
                </a:ext>
              </a:extLst>
            </p:cNvPr>
            <p:cNvGrpSpPr/>
            <p:nvPr/>
          </p:nvGrpSpPr>
          <p:grpSpPr>
            <a:xfrm>
              <a:off x="-502267" y="1412113"/>
              <a:ext cx="411956" cy="216662"/>
              <a:chOff x="-615197" y="4295013"/>
              <a:chExt cx="411956" cy="216662"/>
            </a:xfrm>
          </p:grpSpPr>
          <p:cxnSp>
            <p:nvCxnSpPr>
              <p:cNvPr id="133" name="Gerader Verbinder 132">
                <a:extLst>
                  <a:ext uri="{FF2B5EF4-FFF2-40B4-BE49-F238E27FC236}">
                    <a16:creationId xmlns:a16="http://schemas.microsoft.com/office/drawing/2014/main" id="{C4ED5A2C-845A-4863-BDD6-AB7433DD39F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4" name="Textfeld 133">
                <a:extLst>
                  <a:ext uri="{FF2B5EF4-FFF2-40B4-BE49-F238E27FC236}">
                    <a16:creationId xmlns:a16="http://schemas.microsoft.com/office/drawing/2014/main" id="{4E72ED2D-2639-47EE-9028-9F6792ADA394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05.00</a:t>
                </a:r>
              </a:p>
            </p:txBody>
          </p:sp>
        </p:grpSp>
        <p:grpSp>
          <p:nvGrpSpPr>
            <p:cNvPr id="130" name="Gruppieren 129">
              <a:extLst>
                <a:ext uri="{FF2B5EF4-FFF2-40B4-BE49-F238E27FC236}">
                  <a16:creationId xmlns:a16="http://schemas.microsoft.com/office/drawing/2014/main" id="{A0A9884D-0434-479D-BF7B-67CD59434558}"/>
                </a:ext>
              </a:extLst>
            </p:cNvPr>
            <p:cNvGrpSpPr/>
            <p:nvPr/>
          </p:nvGrpSpPr>
          <p:grpSpPr>
            <a:xfrm>
              <a:off x="-502267" y="80201"/>
              <a:ext cx="411956" cy="216662"/>
              <a:chOff x="-615197" y="4258501"/>
              <a:chExt cx="411956" cy="216662"/>
            </a:xfrm>
          </p:grpSpPr>
          <p:cxnSp>
            <p:nvCxnSpPr>
              <p:cNvPr id="131" name="Gerader Verbinder 130">
                <a:extLst>
                  <a:ext uri="{FF2B5EF4-FFF2-40B4-BE49-F238E27FC236}">
                    <a16:creationId xmlns:a16="http://schemas.microsoft.com/office/drawing/2014/main" id="{33FC3A7A-8520-49F6-AB4D-602661AEA7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475163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2" name="Textfeld 131">
                <a:extLst>
                  <a:ext uri="{FF2B5EF4-FFF2-40B4-BE49-F238E27FC236}">
                    <a16:creationId xmlns:a16="http://schemas.microsoft.com/office/drawing/2014/main" id="{B7DBACAA-D840-4905-8BA3-417CEBA7217E}"/>
                  </a:ext>
                </a:extLst>
              </p:cNvPr>
              <p:cNvSpPr txBox="1"/>
              <p:nvPr/>
            </p:nvSpPr>
            <p:spPr>
              <a:xfrm>
                <a:off x="-615197" y="425850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08.70</a:t>
                </a:r>
              </a:p>
            </p:txBody>
          </p:sp>
        </p:grpSp>
      </p:grpSp>
      <p:cxnSp>
        <p:nvCxnSpPr>
          <p:cNvPr id="7" name="Gerade Verbindung 71">
            <a:extLst>
              <a:ext uri="{FF2B5EF4-FFF2-40B4-BE49-F238E27FC236}">
                <a16:creationId xmlns:a16="http://schemas.microsoft.com/office/drawing/2014/main" id="{AAB79FE1-E401-538A-2D0D-EBE072FD9DF5}"/>
              </a:ext>
            </a:extLst>
          </p:cNvPr>
          <p:cNvCxnSpPr>
            <a:cxnSpLocks/>
          </p:cNvCxnSpPr>
          <p:nvPr/>
        </p:nvCxnSpPr>
        <p:spPr>
          <a:xfrm>
            <a:off x="0" y="1052906"/>
            <a:ext cx="12192000" cy="0"/>
          </a:xfrm>
          <a:prstGeom prst="line">
            <a:avLst/>
          </a:prstGeom>
          <a:ln w="6350">
            <a:solidFill>
              <a:srgbClr val="DCE3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3175146F-8930-BB12-D3F3-6796DB11A2F1}"/>
              </a:ext>
            </a:extLst>
          </p:cNvPr>
          <p:cNvGrpSpPr/>
          <p:nvPr/>
        </p:nvGrpSpPr>
        <p:grpSpPr>
          <a:xfrm>
            <a:off x="11170442" y="299244"/>
            <a:ext cx="505400" cy="505400"/>
            <a:chOff x="5423248" y="2756248"/>
            <a:chExt cx="1349978" cy="1349978"/>
          </a:xfrm>
        </p:grpSpPr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E5BED44B-C114-C33B-33A1-D0EB0A66F101}"/>
                </a:ext>
              </a:extLst>
            </p:cNvPr>
            <p:cNvSpPr/>
            <p:nvPr/>
          </p:nvSpPr>
          <p:spPr>
            <a:xfrm>
              <a:off x="5423248" y="2756248"/>
              <a:ext cx="1349978" cy="1349978"/>
            </a:xfrm>
            <a:custGeom>
              <a:avLst/>
              <a:gdLst>
                <a:gd name="connsiteX0" fmla="*/ 1349788 w 1349978"/>
                <a:gd name="connsiteY0" fmla="*/ 1349978 h 1349978"/>
                <a:gd name="connsiteX1" fmla="*/ 675037 w 1349978"/>
                <a:gd name="connsiteY1" fmla="*/ 1205389 h 1349978"/>
                <a:gd name="connsiteX2" fmla="*/ 0 w 1349978"/>
                <a:gd name="connsiteY2" fmla="*/ 1349978 h 1349978"/>
                <a:gd name="connsiteX3" fmla="*/ 0 w 1349978"/>
                <a:gd name="connsiteY3" fmla="*/ 0 h 1349978"/>
                <a:gd name="connsiteX4" fmla="*/ 1349978 w 1349978"/>
                <a:gd name="connsiteY4" fmla="*/ 0 h 1349978"/>
                <a:gd name="connsiteX5" fmla="*/ 1349788 w 1349978"/>
                <a:gd name="connsiteY5" fmla="*/ 1349978 h 1349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9978" h="1349978">
                  <a:moveTo>
                    <a:pt x="1349788" y="1349978"/>
                  </a:moveTo>
                  <a:cubicBezTo>
                    <a:pt x="1143953" y="1257110"/>
                    <a:pt x="915543" y="1205389"/>
                    <a:pt x="675037" y="1205389"/>
                  </a:cubicBezTo>
                  <a:cubicBezTo>
                    <a:pt x="434530" y="1205389"/>
                    <a:pt x="205835" y="1257110"/>
                    <a:pt x="0" y="1349978"/>
                  </a:cubicBezTo>
                  <a:lnTo>
                    <a:pt x="0" y="0"/>
                  </a:lnTo>
                  <a:lnTo>
                    <a:pt x="1349978" y="0"/>
                  </a:lnTo>
                  <a:lnTo>
                    <a:pt x="1349788" y="1349978"/>
                  </a:lnTo>
                  <a:close/>
                </a:path>
              </a:pathLst>
            </a:custGeom>
            <a:solidFill>
              <a:srgbClr val="0F2D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grpSp>
          <p:nvGrpSpPr>
            <p:cNvPr id="10" name="Grafik 31">
              <a:extLst>
                <a:ext uri="{FF2B5EF4-FFF2-40B4-BE49-F238E27FC236}">
                  <a16:creationId xmlns:a16="http://schemas.microsoft.com/office/drawing/2014/main" id="{F2826138-925F-84C0-D6FC-A4E41E04DE7B}"/>
                </a:ext>
              </a:extLst>
            </p:cNvPr>
            <p:cNvGrpSpPr/>
            <p:nvPr/>
          </p:nvGrpSpPr>
          <p:grpSpPr>
            <a:xfrm>
              <a:off x="5474985" y="3134295"/>
              <a:ext cx="1244293" cy="294132"/>
              <a:chOff x="5474985" y="3134295"/>
              <a:chExt cx="1244293" cy="294132"/>
            </a:xfrm>
            <a:solidFill>
              <a:srgbClr val="FFFFFF"/>
            </a:solidFill>
          </p:grpSpPr>
          <p:sp>
            <p:nvSpPr>
              <p:cNvPr id="11" name="Freihandform: Form 10">
                <a:extLst>
                  <a:ext uri="{FF2B5EF4-FFF2-40B4-BE49-F238E27FC236}">
                    <a16:creationId xmlns:a16="http://schemas.microsoft.com/office/drawing/2014/main" id="{0C692CBA-2D5F-5E57-1C67-8C2CA1569B6A}"/>
                  </a:ext>
                </a:extLst>
              </p:cNvPr>
              <p:cNvSpPr/>
              <p:nvPr/>
            </p:nvSpPr>
            <p:spPr>
              <a:xfrm>
                <a:off x="5474985" y="3134295"/>
                <a:ext cx="247353" cy="293941"/>
              </a:xfrm>
              <a:custGeom>
                <a:avLst/>
                <a:gdLst>
                  <a:gd name="connsiteX0" fmla="*/ 109998 w 247353"/>
                  <a:gd name="connsiteY0" fmla="*/ 30956 h 293941"/>
                  <a:gd name="connsiteX1" fmla="*/ 41418 w 247353"/>
                  <a:gd name="connsiteY1" fmla="*/ 95250 h 293941"/>
                  <a:gd name="connsiteX2" fmla="*/ 11129 w 247353"/>
                  <a:gd name="connsiteY2" fmla="*/ 95250 h 293941"/>
                  <a:gd name="connsiteX3" fmla="*/ 11129 w 247353"/>
                  <a:gd name="connsiteY3" fmla="*/ 0 h 293941"/>
                  <a:gd name="connsiteX4" fmla="*/ 247349 w 247353"/>
                  <a:gd name="connsiteY4" fmla="*/ 0 h 293941"/>
                  <a:gd name="connsiteX5" fmla="*/ 179340 w 247353"/>
                  <a:gd name="connsiteY5" fmla="*/ 151733 h 293941"/>
                  <a:gd name="connsiteX6" fmla="*/ 111141 w 247353"/>
                  <a:gd name="connsiteY6" fmla="*/ 262795 h 293941"/>
                  <a:gd name="connsiteX7" fmla="*/ 149432 w 247353"/>
                  <a:gd name="connsiteY7" fmla="*/ 262795 h 293941"/>
                  <a:gd name="connsiteX8" fmla="*/ 210011 w 247353"/>
                  <a:gd name="connsiteY8" fmla="*/ 198501 h 293941"/>
                  <a:gd name="connsiteX9" fmla="*/ 241634 w 247353"/>
                  <a:gd name="connsiteY9" fmla="*/ 198501 h 293941"/>
                  <a:gd name="connsiteX10" fmla="*/ 241634 w 247353"/>
                  <a:gd name="connsiteY10" fmla="*/ 293942 h 293941"/>
                  <a:gd name="connsiteX11" fmla="*/ 270 w 247353"/>
                  <a:gd name="connsiteY11" fmla="*/ 293942 h 293941"/>
                  <a:gd name="connsiteX12" fmla="*/ 75137 w 247353"/>
                  <a:gd name="connsiteY12" fmla="*/ 133731 h 293941"/>
                  <a:gd name="connsiteX13" fmla="*/ 138573 w 247353"/>
                  <a:gd name="connsiteY13" fmla="*/ 30671 h 293941"/>
                  <a:gd name="connsiteX14" fmla="*/ 109998 w 247353"/>
                  <a:gd name="connsiteY14" fmla="*/ 30861 h 293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47353" h="293941">
                    <a:moveTo>
                      <a:pt x="109998" y="30956"/>
                    </a:moveTo>
                    <a:cubicBezTo>
                      <a:pt x="46562" y="30956"/>
                      <a:pt x="41418" y="95250"/>
                      <a:pt x="41418" y="95250"/>
                    </a:cubicBezTo>
                    <a:lnTo>
                      <a:pt x="11129" y="95250"/>
                    </a:lnTo>
                    <a:lnTo>
                      <a:pt x="11129" y="0"/>
                    </a:lnTo>
                    <a:lnTo>
                      <a:pt x="247349" y="0"/>
                    </a:lnTo>
                    <a:cubicBezTo>
                      <a:pt x="247349" y="0"/>
                      <a:pt x="249254" y="73628"/>
                      <a:pt x="179340" y="151733"/>
                    </a:cubicBezTo>
                    <a:cubicBezTo>
                      <a:pt x="179340" y="151733"/>
                      <a:pt x="112856" y="228981"/>
                      <a:pt x="111141" y="262795"/>
                    </a:cubicBezTo>
                    <a:lnTo>
                      <a:pt x="149432" y="262795"/>
                    </a:lnTo>
                    <a:cubicBezTo>
                      <a:pt x="204391" y="262795"/>
                      <a:pt x="210011" y="198501"/>
                      <a:pt x="210011" y="198501"/>
                    </a:cubicBezTo>
                    <a:lnTo>
                      <a:pt x="241634" y="198501"/>
                    </a:lnTo>
                    <a:lnTo>
                      <a:pt x="241634" y="293942"/>
                    </a:lnTo>
                    <a:lnTo>
                      <a:pt x="270" y="293942"/>
                    </a:lnTo>
                    <a:cubicBezTo>
                      <a:pt x="270" y="293942"/>
                      <a:pt x="-8588" y="221647"/>
                      <a:pt x="75137" y="133731"/>
                    </a:cubicBezTo>
                    <a:cubicBezTo>
                      <a:pt x="75137" y="133731"/>
                      <a:pt x="126667" y="76200"/>
                      <a:pt x="138573" y="30671"/>
                    </a:cubicBezTo>
                    <a:lnTo>
                      <a:pt x="109998" y="3086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12" name="Freihandform: Form 11">
                <a:extLst>
                  <a:ext uri="{FF2B5EF4-FFF2-40B4-BE49-F238E27FC236}">
                    <a16:creationId xmlns:a16="http://schemas.microsoft.com/office/drawing/2014/main" id="{3B432F51-E3DD-B580-51BE-50AB9D8EF2C4}"/>
                  </a:ext>
                </a:extLst>
              </p:cNvPr>
              <p:cNvSpPr/>
              <p:nvPr/>
            </p:nvSpPr>
            <p:spPr>
              <a:xfrm>
                <a:off x="6030181" y="3134295"/>
                <a:ext cx="156495" cy="293750"/>
              </a:xfrm>
              <a:custGeom>
                <a:avLst/>
                <a:gdLst>
                  <a:gd name="connsiteX0" fmla="*/ 156496 w 156495"/>
                  <a:gd name="connsiteY0" fmla="*/ 293751 h 293750"/>
                  <a:gd name="connsiteX1" fmla="*/ 156496 w 156495"/>
                  <a:gd name="connsiteY1" fmla="*/ 262604 h 293750"/>
                  <a:gd name="connsiteX2" fmla="*/ 149352 w 156495"/>
                  <a:gd name="connsiteY2" fmla="*/ 262604 h 293750"/>
                  <a:gd name="connsiteX3" fmla="*/ 125730 w 156495"/>
                  <a:gd name="connsiteY3" fmla="*/ 238982 h 293750"/>
                  <a:gd name="connsiteX4" fmla="*/ 125730 w 156495"/>
                  <a:gd name="connsiteY4" fmla="*/ 54769 h 293750"/>
                  <a:gd name="connsiteX5" fmla="*/ 149352 w 156495"/>
                  <a:gd name="connsiteY5" fmla="*/ 31147 h 293750"/>
                  <a:gd name="connsiteX6" fmla="*/ 156496 w 156495"/>
                  <a:gd name="connsiteY6" fmla="*/ 31147 h 293750"/>
                  <a:gd name="connsiteX7" fmla="*/ 156496 w 156495"/>
                  <a:gd name="connsiteY7" fmla="*/ 0 h 293750"/>
                  <a:gd name="connsiteX8" fmla="*/ 0 w 156495"/>
                  <a:gd name="connsiteY8" fmla="*/ 0 h 293750"/>
                  <a:gd name="connsiteX9" fmla="*/ 0 w 156495"/>
                  <a:gd name="connsiteY9" fmla="*/ 31147 h 293750"/>
                  <a:gd name="connsiteX10" fmla="*/ 7144 w 156495"/>
                  <a:gd name="connsiteY10" fmla="*/ 31147 h 293750"/>
                  <a:gd name="connsiteX11" fmla="*/ 30956 w 156495"/>
                  <a:gd name="connsiteY11" fmla="*/ 54769 h 293750"/>
                  <a:gd name="connsiteX12" fmla="*/ 30956 w 156495"/>
                  <a:gd name="connsiteY12" fmla="*/ 238982 h 293750"/>
                  <a:gd name="connsiteX13" fmla="*/ 7144 w 156495"/>
                  <a:gd name="connsiteY13" fmla="*/ 262604 h 293750"/>
                  <a:gd name="connsiteX14" fmla="*/ 0 w 156495"/>
                  <a:gd name="connsiteY14" fmla="*/ 262604 h 293750"/>
                  <a:gd name="connsiteX15" fmla="*/ 0 w 156495"/>
                  <a:gd name="connsiteY15" fmla="*/ 293751 h 293750"/>
                  <a:gd name="connsiteX16" fmla="*/ 156496 w 156495"/>
                  <a:gd name="connsiteY16" fmla="*/ 293751 h 293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56495" h="293750">
                    <a:moveTo>
                      <a:pt x="156496" y="293751"/>
                    </a:moveTo>
                    <a:lnTo>
                      <a:pt x="156496" y="262604"/>
                    </a:lnTo>
                    <a:lnTo>
                      <a:pt x="149352" y="262604"/>
                    </a:lnTo>
                    <a:cubicBezTo>
                      <a:pt x="136398" y="262604"/>
                      <a:pt x="125730" y="251936"/>
                      <a:pt x="125730" y="238982"/>
                    </a:cubicBezTo>
                    <a:lnTo>
                      <a:pt x="125730" y="54769"/>
                    </a:lnTo>
                    <a:cubicBezTo>
                      <a:pt x="125730" y="41815"/>
                      <a:pt x="136303" y="31147"/>
                      <a:pt x="149352" y="31147"/>
                    </a:cubicBezTo>
                    <a:lnTo>
                      <a:pt x="156496" y="31147"/>
                    </a:lnTo>
                    <a:lnTo>
                      <a:pt x="156496" y="0"/>
                    </a:lnTo>
                    <a:lnTo>
                      <a:pt x="0" y="0"/>
                    </a:lnTo>
                    <a:lnTo>
                      <a:pt x="0" y="31147"/>
                    </a:lnTo>
                    <a:lnTo>
                      <a:pt x="7144" y="31147"/>
                    </a:lnTo>
                    <a:cubicBezTo>
                      <a:pt x="20383" y="31147"/>
                      <a:pt x="30956" y="41720"/>
                      <a:pt x="30956" y="54769"/>
                    </a:cubicBezTo>
                    <a:lnTo>
                      <a:pt x="30956" y="238982"/>
                    </a:lnTo>
                    <a:cubicBezTo>
                      <a:pt x="30956" y="251936"/>
                      <a:pt x="20383" y="262604"/>
                      <a:pt x="7144" y="262604"/>
                    </a:cubicBezTo>
                    <a:lnTo>
                      <a:pt x="0" y="262604"/>
                    </a:lnTo>
                    <a:lnTo>
                      <a:pt x="0" y="293751"/>
                    </a:lnTo>
                    <a:lnTo>
                      <a:pt x="156496" y="29375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13" name="Freihandform: Form 12">
                <a:extLst>
                  <a:ext uri="{FF2B5EF4-FFF2-40B4-BE49-F238E27FC236}">
                    <a16:creationId xmlns:a16="http://schemas.microsoft.com/office/drawing/2014/main" id="{5DDF0915-2168-665A-9C7B-A8F842A26FE4}"/>
                  </a:ext>
                </a:extLst>
              </p:cNvPr>
              <p:cNvSpPr/>
              <p:nvPr/>
            </p:nvSpPr>
            <p:spPr>
              <a:xfrm>
                <a:off x="5748718" y="3134295"/>
                <a:ext cx="248983" cy="294132"/>
              </a:xfrm>
              <a:custGeom>
                <a:avLst/>
                <a:gdLst>
                  <a:gd name="connsiteX0" fmla="*/ 248983 w 248983"/>
                  <a:gd name="connsiteY0" fmla="*/ 294037 h 294132"/>
                  <a:gd name="connsiteX1" fmla="*/ 248983 w 248983"/>
                  <a:gd name="connsiteY1" fmla="*/ 198596 h 294132"/>
                  <a:gd name="connsiteX2" fmla="*/ 217361 w 248983"/>
                  <a:gd name="connsiteY2" fmla="*/ 198596 h 294132"/>
                  <a:gd name="connsiteX3" fmla="*/ 156496 w 248983"/>
                  <a:gd name="connsiteY3" fmla="*/ 262890 h 294132"/>
                  <a:gd name="connsiteX4" fmla="*/ 124873 w 248983"/>
                  <a:gd name="connsiteY4" fmla="*/ 262890 h 294132"/>
                  <a:gd name="connsiteX5" fmla="*/ 124873 w 248983"/>
                  <a:gd name="connsiteY5" fmla="*/ 162687 h 294132"/>
                  <a:gd name="connsiteX6" fmla="*/ 136112 w 248983"/>
                  <a:gd name="connsiteY6" fmla="*/ 162687 h 294132"/>
                  <a:gd name="connsiteX7" fmla="*/ 159925 w 248983"/>
                  <a:gd name="connsiteY7" fmla="*/ 186500 h 294132"/>
                  <a:gd name="connsiteX8" fmla="*/ 159925 w 248983"/>
                  <a:gd name="connsiteY8" fmla="*/ 198406 h 294132"/>
                  <a:gd name="connsiteX9" fmla="*/ 191071 w 248983"/>
                  <a:gd name="connsiteY9" fmla="*/ 198406 h 294132"/>
                  <a:gd name="connsiteX10" fmla="*/ 191071 w 248983"/>
                  <a:gd name="connsiteY10" fmla="*/ 95631 h 294132"/>
                  <a:gd name="connsiteX11" fmla="*/ 159925 w 248983"/>
                  <a:gd name="connsiteY11" fmla="*/ 95631 h 294132"/>
                  <a:gd name="connsiteX12" fmla="*/ 159925 w 248983"/>
                  <a:gd name="connsiteY12" fmla="*/ 107537 h 294132"/>
                  <a:gd name="connsiteX13" fmla="*/ 136112 w 248983"/>
                  <a:gd name="connsiteY13" fmla="*/ 131350 h 294132"/>
                  <a:gd name="connsiteX14" fmla="*/ 124873 w 248983"/>
                  <a:gd name="connsiteY14" fmla="*/ 131350 h 294132"/>
                  <a:gd name="connsiteX15" fmla="*/ 124873 w 248983"/>
                  <a:gd name="connsiteY15" fmla="*/ 31147 h 294132"/>
                  <a:gd name="connsiteX16" fmla="*/ 156496 w 248983"/>
                  <a:gd name="connsiteY16" fmla="*/ 31147 h 294132"/>
                  <a:gd name="connsiteX17" fmla="*/ 217361 w 248983"/>
                  <a:gd name="connsiteY17" fmla="*/ 95441 h 294132"/>
                  <a:gd name="connsiteX18" fmla="*/ 248983 w 248983"/>
                  <a:gd name="connsiteY18" fmla="*/ 95441 h 294132"/>
                  <a:gd name="connsiteX19" fmla="*/ 248983 w 248983"/>
                  <a:gd name="connsiteY19" fmla="*/ 0 h 294132"/>
                  <a:gd name="connsiteX20" fmla="*/ 0 w 248983"/>
                  <a:gd name="connsiteY20" fmla="*/ 0 h 294132"/>
                  <a:gd name="connsiteX21" fmla="*/ 0 w 248983"/>
                  <a:gd name="connsiteY21" fmla="*/ 31337 h 294132"/>
                  <a:gd name="connsiteX22" fmla="*/ 7144 w 248983"/>
                  <a:gd name="connsiteY22" fmla="*/ 31337 h 294132"/>
                  <a:gd name="connsiteX23" fmla="*/ 30766 w 248983"/>
                  <a:gd name="connsiteY23" fmla="*/ 54959 h 294132"/>
                  <a:gd name="connsiteX24" fmla="*/ 30766 w 248983"/>
                  <a:gd name="connsiteY24" fmla="*/ 239173 h 294132"/>
                  <a:gd name="connsiteX25" fmla="*/ 7144 w 248983"/>
                  <a:gd name="connsiteY25" fmla="*/ 262795 h 294132"/>
                  <a:gd name="connsiteX26" fmla="*/ 0 w 248983"/>
                  <a:gd name="connsiteY26" fmla="*/ 262795 h 294132"/>
                  <a:gd name="connsiteX27" fmla="*/ 0 w 248983"/>
                  <a:gd name="connsiteY27" fmla="*/ 293942 h 294132"/>
                  <a:gd name="connsiteX28" fmla="*/ 248983 w 248983"/>
                  <a:gd name="connsiteY28" fmla="*/ 294132 h 2941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48983" h="294132">
                    <a:moveTo>
                      <a:pt x="248983" y="294037"/>
                    </a:moveTo>
                    <a:lnTo>
                      <a:pt x="248983" y="198596"/>
                    </a:lnTo>
                    <a:lnTo>
                      <a:pt x="217361" y="198596"/>
                    </a:lnTo>
                    <a:cubicBezTo>
                      <a:pt x="217361" y="198596"/>
                      <a:pt x="211550" y="262890"/>
                      <a:pt x="156496" y="262890"/>
                    </a:cubicBezTo>
                    <a:lnTo>
                      <a:pt x="124873" y="262890"/>
                    </a:lnTo>
                    <a:lnTo>
                      <a:pt x="124873" y="162687"/>
                    </a:lnTo>
                    <a:lnTo>
                      <a:pt x="136112" y="162687"/>
                    </a:lnTo>
                    <a:cubicBezTo>
                      <a:pt x="149352" y="162687"/>
                      <a:pt x="159925" y="173355"/>
                      <a:pt x="159925" y="186500"/>
                    </a:cubicBezTo>
                    <a:lnTo>
                      <a:pt x="159925" y="198406"/>
                    </a:lnTo>
                    <a:lnTo>
                      <a:pt x="191071" y="198406"/>
                    </a:lnTo>
                    <a:lnTo>
                      <a:pt x="191071" y="95631"/>
                    </a:lnTo>
                    <a:lnTo>
                      <a:pt x="159925" y="95631"/>
                    </a:lnTo>
                    <a:lnTo>
                      <a:pt x="159925" y="107537"/>
                    </a:lnTo>
                    <a:cubicBezTo>
                      <a:pt x="159925" y="120777"/>
                      <a:pt x="149352" y="131350"/>
                      <a:pt x="136112" y="131350"/>
                    </a:cubicBezTo>
                    <a:lnTo>
                      <a:pt x="124873" y="131350"/>
                    </a:lnTo>
                    <a:lnTo>
                      <a:pt x="124873" y="31147"/>
                    </a:lnTo>
                    <a:lnTo>
                      <a:pt x="156496" y="31147"/>
                    </a:lnTo>
                    <a:cubicBezTo>
                      <a:pt x="211455" y="31147"/>
                      <a:pt x="217361" y="95441"/>
                      <a:pt x="217361" y="95441"/>
                    </a:cubicBezTo>
                    <a:lnTo>
                      <a:pt x="248983" y="95441"/>
                    </a:lnTo>
                    <a:lnTo>
                      <a:pt x="248983" y="0"/>
                    </a:lnTo>
                    <a:lnTo>
                      <a:pt x="0" y="0"/>
                    </a:lnTo>
                    <a:lnTo>
                      <a:pt x="0" y="31337"/>
                    </a:lnTo>
                    <a:lnTo>
                      <a:pt x="7144" y="31337"/>
                    </a:lnTo>
                    <a:cubicBezTo>
                      <a:pt x="20098" y="31337"/>
                      <a:pt x="30766" y="42005"/>
                      <a:pt x="30766" y="54959"/>
                    </a:cubicBezTo>
                    <a:lnTo>
                      <a:pt x="30766" y="239173"/>
                    </a:lnTo>
                    <a:cubicBezTo>
                      <a:pt x="30766" y="252127"/>
                      <a:pt x="20193" y="262795"/>
                      <a:pt x="7144" y="262795"/>
                    </a:cubicBezTo>
                    <a:lnTo>
                      <a:pt x="0" y="262795"/>
                    </a:lnTo>
                    <a:lnTo>
                      <a:pt x="0" y="293942"/>
                    </a:lnTo>
                    <a:lnTo>
                      <a:pt x="248983" y="294132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14" name="Freihandform: Form 13">
                <a:extLst>
                  <a:ext uri="{FF2B5EF4-FFF2-40B4-BE49-F238E27FC236}">
                    <a16:creationId xmlns:a16="http://schemas.microsoft.com/office/drawing/2014/main" id="{80167DE2-CC46-7136-19FE-47601C66E67D}"/>
                  </a:ext>
                </a:extLst>
              </p:cNvPr>
              <p:cNvSpPr/>
              <p:nvPr/>
            </p:nvSpPr>
            <p:spPr>
              <a:xfrm>
                <a:off x="6217588" y="3134295"/>
                <a:ext cx="237562" cy="293941"/>
              </a:xfrm>
              <a:custGeom>
                <a:avLst/>
                <a:gdLst>
                  <a:gd name="connsiteX0" fmla="*/ 133586 w 237562"/>
                  <a:gd name="connsiteY0" fmla="*/ 30956 h 293941"/>
                  <a:gd name="connsiteX1" fmla="*/ 201976 w 237562"/>
                  <a:gd name="connsiteY1" fmla="*/ 95250 h 293941"/>
                  <a:gd name="connsiteX2" fmla="*/ 232551 w 237562"/>
                  <a:gd name="connsiteY2" fmla="*/ 95250 h 293941"/>
                  <a:gd name="connsiteX3" fmla="*/ 232551 w 237562"/>
                  <a:gd name="connsiteY3" fmla="*/ 0 h 293941"/>
                  <a:gd name="connsiteX4" fmla="*/ 6713 w 237562"/>
                  <a:gd name="connsiteY4" fmla="*/ 0 h 293941"/>
                  <a:gd name="connsiteX5" fmla="*/ 64339 w 237562"/>
                  <a:gd name="connsiteY5" fmla="*/ 151733 h 293941"/>
                  <a:gd name="connsiteX6" fmla="*/ 132348 w 237562"/>
                  <a:gd name="connsiteY6" fmla="*/ 262795 h 293941"/>
                  <a:gd name="connsiteX7" fmla="*/ 94248 w 237562"/>
                  <a:gd name="connsiteY7" fmla="*/ 262795 h 293941"/>
                  <a:gd name="connsiteX8" fmla="*/ 33383 w 237562"/>
                  <a:gd name="connsiteY8" fmla="*/ 198501 h 293941"/>
                  <a:gd name="connsiteX9" fmla="*/ 1760 w 237562"/>
                  <a:gd name="connsiteY9" fmla="*/ 198501 h 293941"/>
                  <a:gd name="connsiteX10" fmla="*/ 1760 w 237562"/>
                  <a:gd name="connsiteY10" fmla="*/ 293942 h 293941"/>
                  <a:gd name="connsiteX11" fmla="*/ 229312 w 237562"/>
                  <a:gd name="connsiteY11" fmla="*/ 293942 h 293941"/>
                  <a:gd name="connsiteX12" fmla="*/ 168257 w 237562"/>
                  <a:gd name="connsiteY12" fmla="*/ 133731 h 293941"/>
                  <a:gd name="connsiteX13" fmla="*/ 104821 w 237562"/>
                  <a:gd name="connsiteY13" fmla="*/ 30671 h 293941"/>
                  <a:gd name="connsiteX14" fmla="*/ 133586 w 237562"/>
                  <a:gd name="connsiteY14" fmla="*/ 30861 h 293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37562" h="293941">
                    <a:moveTo>
                      <a:pt x="133586" y="30956"/>
                    </a:moveTo>
                    <a:cubicBezTo>
                      <a:pt x="197023" y="30956"/>
                      <a:pt x="201976" y="95250"/>
                      <a:pt x="201976" y="95250"/>
                    </a:cubicBezTo>
                    <a:lnTo>
                      <a:pt x="232551" y="95250"/>
                    </a:lnTo>
                    <a:lnTo>
                      <a:pt x="232551" y="0"/>
                    </a:lnTo>
                    <a:lnTo>
                      <a:pt x="6713" y="0"/>
                    </a:lnTo>
                    <a:cubicBezTo>
                      <a:pt x="6713" y="0"/>
                      <a:pt x="-29006" y="46768"/>
                      <a:pt x="64339" y="151733"/>
                    </a:cubicBezTo>
                    <a:cubicBezTo>
                      <a:pt x="64339" y="151733"/>
                      <a:pt x="130538" y="228981"/>
                      <a:pt x="132348" y="262795"/>
                    </a:cubicBezTo>
                    <a:lnTo>
                      <a:pt x="94248" y="262795"/>
                    </a:lnTo>
                    <a:cubicBezTo>
                      <a:pt x="39289" y="262795"/>
                      <a:pt x="33383" y="198501"/>
                      <a:pt x="33383" y="198501"/>
                    </a:cubicBezTo>
                    <a:lnTo>
                      <a:pt x="1760" y="198501"/>
                    </a:lnTo>
                    <a:lnTo>
                      <a:pt x="1760" y="293942"/>
                    </a:lnTo>
                    <a:lnTo>
                      <a:pt x="229312" y="293942"/>
                    </a:lnTo>
                    <a:cubicBezTo>
                      <a:pt x="229312" y="293942"/>
                      <a:pt x="270651" y="249365"/>
                      <a:pt x="168257" y="133731"/>
                    </a:cubicBezTo>
                    <a:cubicBezTo>
                      <a:pt x="168257" y="133731"/>
                      <a:pt x="114536" y="78581"/>
                      <a:pt x="104821" y="30671"/>
                    </a:cubicBezTo>
                    <a:lnTo>
                      <a:pt x="133586" y="3086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15" name="Freihandform: Form 14">
                <a:extLst>
                  <a:ext uri="{FF2B5EF4-FFF2-40B4-BE49-F238E27FC236}">
                    <a16:creationId xmlns:a16="http://schemas.microsoft.com/office/drawing/2014/main" id="{6B20F3E8-90EB-0DA7-35C4-82ECF89E6910}"/>
                  </a:ext>
                </a:extLst>
              </p:cNvPr>
              <p:cNvSpPr/>
              <p:nvPr/>
            </p:nvSpPr>
            <p:spPr>
              <a:xfrm>
                <a:off x="6481716" y="3134295"/>
                <a:ext cx="237562" cy="293941"/>
              </a:xfrm>
              <a:custGeom>
                <a:avLst/>
                <a:gdLst>
                  <a:gd name="connsiteX0" fmla="*/ 133586 w 237562"/>
                  <a:gd name="connsiteY0" fmla="*/ 30956 h 293941"/>
                  <a:gd name="connsiteX1" fmla="*/ 201976 w 237562"/>
                  <a:gd name="connsiteY1" fmla="*/ 95250 h 293941"/>
                  <a:gd name="connsiteX2" fmla="*/ 232265 w 237562"/>
                  <a:gd name="connsiteY2" fmla="*/ 95250 h 293941"/>
                  <a:gd name="connsiteX3" fmla="*/ 232265 w 237562"/>
                  <a:gd name="connsiteY3" fmla="*/ 0 h 293941"/>
                  <a:gd name="connsiteX4" fmla="*/ 6713 w 237562"/>
                  <a:gd name="connsiteY4" fmla="*/ 0 h 293941"/>
                  <a:gd name="connsiteX5" fmla="*/ 64339 w 237562"/>
                  <a:gd name="connsiteY5" fmla="*/ 151733 h 293941"/>
                  <a:gd name="connsiteX6" fmla="*/ 132348 w 237562"/>
                  <a:gd name="connsiteY6" fmla="*/ 262795 h 293941"/>
                  <a:gd name="connsiteX7" fmla="*/ 94248 w 237562"/>
                  <a:gd name="connsiteY7" fmla="*/ 262795 h 293941"/>
                  <a:gd name="connsiteX8" fmla="*/ 33383 w 237562"/>
                  <a:gd name="connsiteY8" fmla="*/ 198501 h 293941"/>
                  <a:gd name="connsiteX9" fmla="*/ 1760 w 237562"/>
                  <a:gd name="connsiteY9" fmla="*/ 198501 h 293941"/>
                  <a:gd name="connsiteX10" fmla="*/ 1760 w 237562"/>
                  <a:gd name="connsiteY10" fmla="*/ 293942 h 293941"/>
                  <a:gd name="connsiteX11" fmla="*/ 229313 w 237562"/>
                  <a:gd name="connsiteY11" fmla="*/ 293942 h 293941"/>
                  <a:gd name="connsiteX12" fmla="*/ 168257 w 237562"/>
                  <a:gd name="connsiteY12" fmla="*/ 133731 h 293941"/>
                  <a:gd name="connsiteX13" fmla="*/ 104821 w 237562"/>
                  <a:gd name="connsiteY13" fmla="*/ 30671 h 293941"/>
                  <a:gd name="connsiteX14" fmla="*/ 133586 w 237562"/>
                  <a:gd name="connsiteY14" fmla="*/ 30861 h 293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37562" h="293941">
                    <a:moveTo>
                      <a:pt x="133586" y="30956"/>
                    </a:moveTo>
                    <a:cubicBezTo>
                      <a:pt x="196832" y="30956"/>
                      <a:pt x="201976" y="95250"/>
                      <a:pt x="201976" y="95250"/>
                    </a:cubicBezTo>
                    <a:lnTo>
                      <a:pt x="232265" y="95250"/>
                    </a:lnTo>
                    <a:lnTo>
                      <a:pt x="232265" y="0"/>
                    </a:lnTo>
                    <a:lnTo>
                      <a:pt x="6713" y="0"/>
                    </a:lnTo>
                    <a:cubicBezTo>
                      <a:pt x="6713" y="0"/>
                      <a:pt x="-29006" y="46768"/>
                      <a:pt x="64339" y="151733"/>
                    </a:cubicBezTo>
                    <a:cubicBezTo>
                      <a:pt x="64339" y="151733"/>
                      <a:pt x="130538" y="228981"/>
                      <a:pt x="132348" y="262795"/>
                    </a:cubicBezTo>
                    <a:lnTo>
                      <a:pt x="94248" y="262795"/>
                    </a:lnTo>
                    <a:cubicBezTo>
                      <a:pt x="39289" y="262795"/>
                      <a:pt x="33383" y="198501"/>
                      <a:pt x="33383" y="198501"/>
                    </a:cubicBezTo>
                    <a:lnTo>
                      <a:pt x="1760" y="198501"/>
                    </a:lnTo>
                    <a:lnTo>
                      <a:pt x="1760" y="293942"/>
                    </a:lnTo>
                    <a:lnTo>
                      <a:pt x="229313" y="293942"/>
                    </a:lnTo>
                    <a:cubicBezTo>
                      <a:pt x="229313" y="293942"/>
                      <a:pt x="270651" y="249365"/>
                      <a:pt x="168257" y="133731"/>
                    </a:cubicBezTo>
                    <a:cubicBezTo>
                      <a:pt x="168257" y="133731"/>
                      <a:pt x="114536" y="78581"/>
                      <a:pt x="104821" y="30671"/>
                    </a:cubicBezTo>
                    <a:lnTo>
                      <a:pt x="133586" y="3086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</p:grpSp>
      </p:grpSp>
      <p:cxnSp>
        <p:nvCxnSpPr>
          <p:cNvPr id="4" name="Gerade Verbindung 68">
            <a:extLst>
              <a:ext uri="{FF2B5EF4-FFF2-40B4-BE49-F238E27FC236}">
                <a16:creationId xmlns:a16="http://schemas.microsoft.com/office/drawing/2014/main" id="{244CEED3-56EA-6010-7149-C0B1686F5F60}"/>
              </a:ext>
            </a:extLst>
          </p:cNvPr>
          <p:cNvCxnSpPr>
            <a:cxnSpLocks/>
          </p:cNvCxnSpPr>
          <p:nvPr userDrawn="1"/>
        </p:nvCxnSpPr>
        <p:spPr>
          <a:xfrm>
            <a:off x="0" y="6639473"/>
            <a:ext cx="12192000" cy="0"/>
          </a:xfrm>
          <a:prstGeom prst="line">
            <a:avLst/>
          </a:prstGeom>
          <a:ln w="6350">
            <a:solidFill>
              <a:srgbClr val="D6D6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91EFB51C-2158-F31A-E474-32FECEEF67E9}"/>
              </a:ext>
            </a:extLst>
          </p:cNvPr>
          <p:cNvGrpSpPr/>
          <p:nvPr userDrawn="1"/>
        </p:nvGrpSpPr>
        <p:grpSpPr>
          <a:xfrm>
            <a:off x="307324" y="-697715"/>
            <a:ext cx="11367557" cy="411958"/>
            <a:chOff x="307324" y="6944501"/>
            <a:chExt cx="11367557" cy="411958"/>
          </a:xfrm>
        </p:grpSpPr>
        <p:grpSp>
          <p:nvGrpSpPr>
            <p:cNvPr id="17" name="Gruppieren 16">
              <a:extLst>
                <a:ext uri="{FF2B5EF4-FFF2-40B4-BE49-F238E27FC236}">
                  <a16:creationId xmlns:a16="http://schemas.microsoft.com/office/drawing/2014/main" id="{E34312AF-A6B8-9FA9-8095-BC8F1115CE1D}"/>
                </a:ext>
              </a:extLst>
            </p:cNvPr>
            <p:cNvGrpSpPr/>
            <p:nvPr/>
          </p:nvGrpSpPr>
          <p:grpSpPr>
            <a:xfrm rot="16200000">
              <a:off x="205653" y="7046174"/>
              <a:ext cx="411956" cy="208614"/>
              <a:chOff x="-615197" y="4303061"/>
              <a:chExt cx="411956" cy="208614"/>
            </a:xfrm>
          </p:grpSpPr>
          <p:cxnSp>
            <p:nvCxnSpPr>
              <p:cNvPr id="28" name="Gerader Verbinder 27">
                <a:extLst>
                  <a:ext uri="{FF2B5EF4-FFF2-40B4-BE49-F238E27FC236}">
                    <a16:creationId xmlns:a16="http://schemas.microsoft.com/office/drawing/2014/main" id="{B4C74153-30C6-CB82-A5A0-ADB767B584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6093B2F9-39D7-004A-3192-C4FCF2B6B8EB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15.50</a:t>
                </a:r>
              </a:p>
            </p:txBody>
          </p:sp>
        </p:grpSp>
        <p:grpSp>
          <p:nvGrpSpPr>
            <p:cNvPr id="18" name="Gruppieren 17">
              <a:extLst>
                <a:ext uri="{FF2B5EF4-FFF2-40B4-BE49-F238E27FC236}">
                  <a16:creationId xmlns:a16="http://schemas.microsoft.com/office/drawing/2014/main" id="{FCC0700F-4897-72D0-C968-9B99CD210356}"/>
                </a:ext>
              </a:extLst>
            </p:cNvPr>
            <p:cNvGrpSpPr/>
            <p:nvPr/>
          </p:nvGrpSpPr>
          <p:grpSpPr>
            <a:xfrm rot="16200000">
              <a:off x="5641253" y="7046174"/>
              <a:ext cx="411956" cy="208614"/>
              <a:chOff x="-615197" y="4303061"/>
              <a:chExt cx="411956" cy="208614"/>
            </a:xfrm>
          </p:grpSpPr>
          <p:cxnSp>
            <p:nvCxnSpPr>
              <p:cNvPr id="26" name="Gerader Verbinder 25">
                <a:extLst>
                  <a:ext uri="{FF2B5EF4-FFF2-40B4-BE49-F238E27FC236}">
                    <a16:creationId xmlns:a16="http://schemas.microsoft.com/office/drawing/2014/main" id="{E3F3361F-867E-5369-DA31-A145AA87AD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Textfeld 26">
                <a:extLst>
                  <a:ext uri="{FF2B5EF4-FFF2-40B4-BE49-F238E27FC236}">
                    <a16:creationId xmlns:a16="http://schemas.microsoft.com/office/drawing/2014/main" id="{5D22B3BE-524A-11D1-6472-9D36448ED4E5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00.40</a:t>
                </a:r>
              </a:p>
            </p:txBody>
          </p:sp>
        </p:grpSp>
        <p:grpSp>
          <p:nvGrpSpPr>
            <p:cNvPr id="19" name="Gruppieren 18">
              <a:extLst>
                <a:ext uri="{FF2B5EF4-FFF2-40B4-BE49-F238E27FC236}">
                  <a16:creationId xmlns:a16="http://schemas.microsoft.com/office/drawing/2014/main" id="{16CE8D92-3895-A5C3-4849-40C9F3C5D9E9}"/>
                </a:ext>
              </a:extLst>
            </p:cNvPr>
            <p:cNvGrpSpPr/>
            <p:nvPr/>
          </p:nvGrpSpPr>
          <p:grpSpPr>
            <a:xfrm rot="5400000">
              <a:off x="6093326" y="7050196"/>
              <a:ext cx="411957" cy="200568"/>
              <a:chOff x="-615198" y="4354167"/>
              <a:chExt cx="411957" cy="200568"/>
            </a:xfrm>
          </p:grpSpPr>
          <p:cxnSp>
            <p:nvCxnSpPr>
              <p:cNvPr id="24" name="Gerader Verbinder 23">
                <a:extLst>
                  <a:ext uri="{FF2B5EF4-FFF2-40B4-BE49-F238E27FC236}">
                    <a16:creationId xmlns:a16="http://schemas.microsoft.com/office/drawing/2014/main" id="{8EACB518-721C-6628-322B-C7E4A8A81A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23AE4D01-D6D4-77FE-4BF8-C3EDC77521FF}"/>
                  </a:ext>
                </a:extLst>
              </p:cNvPr>
              <p:cNvSpPr txBox="1"/>
              <p:nvPr/>
            </p:nvSpPr>
            <p:spPr>
              <a:xfrm rot="10800000">
                <a:off x="-615198" y="4354167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00.40</a:t>
                </a:r>
              </a:p>
            </p:txBody>
          </p:sp>
        </p:grpSp>
        <p:cxnSp>
          <p:nvCxnSpPr>
            <p:cNvPr id="20" name="Gerader Verbinder 19">
              <a:extLst>
                <a:ext uri="{FF2B5EF4-FFF2-40B4-BE49-F238E27FC236}">
                  <a16:creationId xmlns:a16="http://schemas.microsoft.com/office/drawing/2014/main" id="{B1A4F669-A901-F8D4-7A52-AF44E9D8A25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890022" y="7150480"/>
              <a:ext cx="411956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" name="Gruppieren 20">
              <a:extLst>
                <a:ext uri="{FF2B5EF4-FFF2-40B4-BE49-F238E27FC236}">
                  <a16:creationId xmlns:a16="http://schemas.microsoft.com/office/drawing/2014/main" id="{29CEFC60-3069-A24A-C8C9-5FDCBCD8B94B}"/>
                </a:ext>
              </a:extLst>
            </p:cNvPr>
            <p:cNvGrpSpPr/>
            <p:nvPr/>
          </p:nvGrpSpPr>
          <p:grpSpPr>
            <a:xfrm rot="16200000">
              <a:off x="11364596" y="7046174"/>
              <a:ext cx="411956" cy="208614"/>
              <a:chOff x="-615197" y="4303061"/>
              <a:chExt cx="411956" cy="208614"/>
            </a:xfrm>
          </p:grpSpPr>
          <p:cxnSp>
            <p:nvCxnSpPr>
              <p:cNvPr id="22" name="Gerader Verbinder 21">
                <a:extLst>
                  <a:ext uri="{FF2B5EF4-FFF2-40B4-BE49-F238E27FC236}">
                    <a16:creationId xmlns:a16="http://schemas.microsoft.com/office/drawing/2014/main" id="{07A1B13E-41F2-9127-D9C8-84079742D3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12DBEF37-B684-5C3D-A89D-1B2045284AC9}"/>
                  </a:ext>
                </a:extLst>
              </p:cNvPr>
              <p:cNvSpPr txBox="1"/>
              <p:nvPr/>
            </p:nvSpPr>
            <p:spPr>
              <a:xfrm>
                <a:off x="-615197" y="430306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15.50</a:t>
                </a:r>
              </a:p>
            </p:txBody>
          </p:sp>
        </p:grp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B8E6FB4F-B15D-2CD6-CABB-06A07A8F4B19}"/>
              </a:ext>
            </a:extLst>
          </p:cNvPr>
          <p:cNvGrpSpPr/>
          <p:nvPr userDrawn="1"/>
        </p:nvGrpSpPr>
        <p:grpSpPr>
          <a:xfrm>
            <a:off x="-697714" y="80201"/>
            <a:ext cx="411956" cy="6713707"/>
            <a:chOff x="-502267" y="80201"/>
            <a:chExt cx="411956" cy="6713707"/>
          </a:xfrm>
        </p:grpSpPr>
        <p:grpSp>
          <p:nvGrpSpPr>
            <p:cNvPr id="31" name="Gruppieren 30">
              <a:extLst>
                <a:ext uri="{FF2B5EF4-FFF2-40B4-BE49-F238E27FC236}">
                  <a16:creationId xmlns:a16="http://schemas.microsoft.com/office/drawing/2014/main" id="{B5AE864E-BFB1-189B-6714-C1C802D045C5}"/>
                </a:ext>
              </a:extLst>
            </p:cNvPr>
            <p:cNvGrpSpPr/>
            <p:nvPr/>
          </p:nvGrpSpPr>
          <p:grpSpPr>
            <a:xfrm>
              <a:off x="-502267" y="6593340"/>
              <a:ext cx="411956" cy="200568"/>
              <a:chOff x="-615197" y="4452994"/>
              <a:chExt cx="411956" cy="200568"/>
            </a:xfrm>
          </p:grpSpPr>
          <p:sp>
            <p:nvSpPr>
              <p:cNvPr id="48" name="Textfeld 47">
                <a:extLst>
                  <a:ext uri="{FF2B5EF4-FFF2-40B4-BE49-F238E27FC236}">
                    <a16:creationId xmlns:a16="http://schemas.microsoft.com/office/drawing/2014/main" id="{2E9A0003-834E-8D5D-DB57-A324D9663E68}"/>
                  </a:ext>
                </a:extLst>
              </p:cNvPr>
              <p:cNvSpPr txBox="1"/>
              <p:nvPr/>
            </p:nvSpPr>
            <p:spPr>
              <a:xfrm>
                <a:off x="-615197" y="4452994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08.92</a:t>
                </a:r>
              </a:p>
            </p:txBody>
          </p:sp>
          <p:cxnSp>
            <p:nvCxnSpPr>
              <p:cNvPr id="49" name="Gerader Verbinder 48">
                <a:extLst>
                  <a:ext uri="{FF2B5EF4-FFF2-40B4-BE49-F238E27FC236}">
                    <a16:creationId xmlns:a16="http://schemas.microsoft.com/office/drawing/2014/main" id="{043CECFB-2ED6-88AB-F3C3-351D60E653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497389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Gruppieren 31">
              <a:extLst>
                <a:ext uri="{FF2B5EF4-FFF2-40B4-BE49-F238E27FC236}">
                  <a16:creationId xmlns:a16="http://schemas.microsoft.com/office/drawing/2014/main" id="{156D3791-94C5-84B5-A258-78FD7C6D5E59}"/>
                </a:ext>
              </a:extLst>
            </p:cNvPr>
            <p:cNvGrpSpPr/>
            <p:nvPr/>
          </p:nvGrpSpPr>
          <p:grpSpPr>
            <a:xfrm>
              <a:off x="-502267" y="5876163"/>
              <a:ext cx="411956" cy="216662"/>
              <a:chOff x="-615197" y="4295013"/>
              <a:chExt cx="411956" cy="216662"/>
            </a:xfrm>
          </p:grpSpPr>
          <p:cxnSp>
            <p:nvCxnSpPr>
              <p:cNvPr id="45" name="Gerader Verbinder 44">
                <a:extLst>
                  <a:ext uri="{FF2B5EF4-FFF2-40B4-BE49-F238E27FC236}">
                    <a16:creationId xmlns:a16="http://schemas.microsoft.com/office/drawing/2014/main" id="{70E0CC5B-DBF0-C112-5259-57EC9BD342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Textfeld 45">
                <a:extLst>
                  <a:ext uri="{FF2B5EF4-FFF2-40B4-BE49-F238E27FC236}">
                    <a16:creationId xmlns:a16="http://schemas.microsoft.com/office/drawing/2014/main" id="{98CF746C-9D35-12BE-1182-70C916C78546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07.40</a:t>
                </a:r>
              </a:p>
            </p:txBody>
          </p:sp>
        </p:grpSp>
        <p:grpSp>
          <p:nvGrpSpPr>
            <p:cNvPr id="33" name="Gruppieren 32">
              <a:extLst>
                <a:ext uri="{FF2B5EF4-FFF2-40B4-BE49-F238E27FC236}">
                  <a16:creationId xmlns:a16="http://schemas.microsoft.com/office/drawing/2014/main" id="{6A22AFA8-9E21-6488-05E2-151CE33CCBD4}"/>
                </a:ext>
              </a:extLst>
            </p:cNvPr>
            <p:cNvGrpSpPr/>
            <p:nvPr/>
          </p:nvGrpSpPr>
          <p:grpSpPr>
            <a:xfrm>
              <a:off x="-502267" y="3212338"/>
              <a:ext cx="411956" cy="216662"/>
              <a:chOff x="-615197" y="4295013"/>
              <a:chExt cx="411956" cy="216662"/>
            </a:xfrm>
          </p:grpSpPr>
          <p:cxnSp>
            <p:nvCxnSpPr>
              <p:cNvPr id="43" name="Gerader Verbinder 42">
                <a:extLst>
                  <a:ext uri="{FF2B5EF4-FFF2-40B4-BE49-F238E27FC236}">
                    <a16:creationId xmlns:a16="http://schemas.microsoft.com/office/drawing/2014/main" id="{D21B2EA0-9AF6-98B2-63AF-271C54C907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Textfeld 43">
                <a:extLst>
                  <a:ext uri="{FF2B5EF4-FFF2-40B4-BE49-F238E27FC236}">
                    <a16:creationId xmlns:a16="http://schemas.microsoft.com/office/drawing/2014/main" id="{3BFA9D28-D5AC-8153-6250-0D3FAE82B975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00.00</a:t>
                </a:r>
              </a:p>
            </p:txBody>
          </p:sp>
        </p:grpSp>
        <p:grpSp>
          <p:nvGrpSpPr>
            <p:cNvPr id="34" name="Gruppieren 33">
              <a:extLst>
                <a:ext uri="{FF2B5EF4-FFF2-40B4-BE49-F238E27FC236}">
                  <a16:creationId xmlns:a16="http://schemas.microsoft.com/office/drawing/2014/main" id="{2910E848-853C-0133-01A7-8954C03203B8}"/>
                </a:ext>
              </a:extLst>
            </p:cNvPr>
            <p:cNvGrpSpPr/>
            <p:nvPr/>
          </p:nvGrpSpPr>
          <p:grpSpPr>
            <a:xfrm>
              <a:off x="-502267" y="835851"/>
              <a:ext cx="411956" cy="216662"/>
              <a:chOff x="-615197" y="4295013"/>
              <a:chExt cx="411956" cy="216662"/>
            </a:xfrm>
          </p:grpSpPr>
          <p:cxnSp>
            <p:nvCxnSpPr>
              <p:cNvPr id="41" name="Gerader Verbinder 40">
                <a:extLst>
                  <a:ext uri="{FF2B5EF4-FFF2-40B4-BE49-F238E27FC236}">
                    <a16:creationId xmlns:a16="http://schemas.microsoft.com/office/drawing/2014/main" id="{D8FA5BF4-AFAF-CEB8-CA97-B9E0C71367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Textfeld 41">
                <a:extLst>
                  <a:ext uri="{FF2B5EF4-FFF2-40B4-BE49-F238E27FC236}">
                    <a16:creationId xmlns:a16="http://schemas.microsoft.com/office/drawing/2014/main" id="{4933A7BF-E049-846C-2585-839E73B4ACBB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06.60</a:t>
                </a:r>
              </a:p>
            </p:txBody>
          </p:sp>
        </p:grpSp>
        <p:grpSp>
          <p:nvGrpSpPr>
            <p:cNvPr id="35" name="Gruppieren 34">
              <a:extLst>
                <a:ext uri="{FF2B5EF4-FFF2-40B4-BE49-F238E27FC236}">
                  <a16:creationId xmlns:a16="http://schemas.microsoft.com/office/drawing/2014/main" id="{5ABBAA11-151E-E841-43A6-5A059D90465A}"/>
                </a:ext>
              </a:extLst>
            </p:cNvPr>
            <p:cNvGrpSpPr/>
            <p:nvPr/>
          </p:nvGrpSpPr>
          <p:grpSpPr>
            <a:xfrm>
              <a:off x="-502267" y="1412113"/>
              <a:ext cx="411956" cy="216662"/>
              <a:chOff x="-615197" y="4295013"/>
              <a:chExt cx="411956" cy="216662"/>
            </a:xfrm>
          </p:grpSpPr>
          <p:cxnSp>
            <p:nvCxnSpPr>
              <p:cNvPr id="39" name="Gerader Verbinder 38">
                <a:extLst>
                  <a:ext uri="{FF2B5EF4-FFF2-40B4-BE49-F238E27FC236}">
                    <a16:creationId xmlns:a16="http://schemas.microsoft.com/office/drawing/2014/main" id="{A4754560-11F1-1BB6-E9A7-9406401588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511675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2E4F8B59-B072-0A35-642C-5F018614A2ED}"/>
                  </a:ext>
                </a:extLst>
              </p:cNvPr>
              <p:cNvSpPr txBox="1"/>
              <p:nvPr/>
            </p:nvSpPr>
            <p:spPr>
              <a:xfrm>
                <a:off x="-615197" y="4295013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05.00</a:t>
                </a:r>
              </a:p>
            </p:txBody>
          </p:sp>
        </p:grpSp>
        <p:grpSp>
          <p:nvGrpSpPr>
            <p:cNvPr id="36" name="Gruppieren 35">
              <a:extLst>
                <a:ext uri="{FF2B5EF4-FFF2-40B4-BE49-F238E27FC236}">
                  <a16:creationId xmlns:a16="http://schemas.microsoft.com/office/drawing/2014/main" id="{ECCBB6A4-8EDB-DDED-D229-A231B43BF8B2}"/>
                </a:ext>
              </a:extLst>
            </p:cNvPr>
            <p:cNvGrpSpPr/>
            <p:nvPr/>
          </p:nvGrpSpPr>
          <p:grpSpPr>
            <a:xfrm>
              <a:off x="-502267" y="80201"/>
              <a:ext cx="411956" cy="216662"/>
              <a:chOff x="-615197" y="4258501"/>
              <a:chExt cx="411956" cy="216662"/>
            </a:xfrm>
          </p:grpSpPr>
          <p:cxnSp>
            <p:nvCxnSpPr>
              <p:cNvPr id="37" name="Gerader Verbinder 36">
                <a:extLst>
                  <a:ext uri="{FF2B5EF4-FFF2-40B4-BE49-F238E27FC236}">
                    <a16:creationId xmlns:a16="http://schemas.microsoft.com/office/drawing/2014/main" id="{0BDB8175-3CE3-2D15-E111-9641B27769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15197" y="4475163"/>
                <a:ext cx="411956" cy="0"/>
              </a:xfrm>
              <a:prstGeom prst="line">
                <a:avLst/>
              </a:prstGeom>
              <a:ln w="31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Textfeld 37">
                <a:extLst>
                  <a:ext uri="{FF2B5EF4-FFF2-40B4-BE49-F238E27FC236}">
                    <a16:creationId xmlns:a16="http://schemas.microsoft.com/office/drawing/2014/main" id="{D5824E38-D35A-0CFD-9EEF-7D5ACF33C75D}"/>
                  </a:ext>
                </a:extLst>
              </p:cNvPr>
              <p:cNvSpPr txBox="1"/>
              <p:nvPr/>
            </p:nvSpPr>
            <p:spPr>
              <a:xfrm>
                <a:off x="-615197" y="4258501"/>
                <a:ext cx="411956" cy="200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+mn-ea"/>
                    <a:cs typeface="ZEISS Frutiger Next W1G Lt" panose="020B0302030202020203" pitchFamily="34" charset="0"/>
                  </a:rPr>
                  <a:t>08.70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26918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6" r:id="rId13"/>
    <p:sldLayoutId id="2147483697" r:id="rId14"/>
    <p:sldLayoutId id="2147483698" r:id="rId15"/>
    <p:sldLayoutId id="2147483699" r:id="rId16"/>
    <p:sldLayoutId id="2147483700" r:id="rId17"/>
    <p:sldLayoutId id="2147483701" r:id="rId18"/>
    <p:sldLayoutId id="2147483702" r:id="rId19"/>
    <p:sldLayoutId id="2147483703" r:id="rId20"/>
    <p:sldLayoutId id="2147483704" r:id="rId21"/>
    <p:sldLayoutId id="2147483705" r:id="rId22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54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54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54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54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3" orient="horz" pos="4184">
          <p15:clr>
            <a:srgbClr val="A4A3A4"/>
          </p15:clr>
        </p15:guide>
        <p15:guide id="25" orient="horz" pos="2160">
          <p15:clr>
            <a:srgbClr val="A4A3A4"/>
          </p15:clr>
        </p15:guide>
        <p15:guide id="26" pos="3840">
          <p15:clr>
            <a:srgbClr val="A4A3A4"/>
          </p15:clr>
        </p15:guide>
        <p15:guide id="27" pos="325">
          <p15:clr>
            <a:srgbClr val="A4A3A4"/>
          </p15:clr>
        </p15:guide>
        <p15:guide id="28" pos="7355">
          <p15:clr>
            <a:srgbClr val="A4A3A4"/>
          </p15:clr>
        </p15:guide>
        <p15:guide id="29" pos="3931">
          <p15:clr>
            <a:srgbClr val="A4A3A4"/>
          </p15:clr>
        </p15:guide>
        <p15:guide id="30" pos="3749">
          <p15:clr>
            <a:srgbClr val="A4A3A4"/>
          </p15:clr>
        </p15:guide>
        <p15:guide id="31" orient="horz" pos="187">
          <p15:clr>
            <a:srgbClr val="A4A3A4"/>
          </p15:clr>
        </p15:guide>
        <p15:guide id="32" orient="horz" pos="663">
          <p15:clr>
            <a:srgbClr val="A4A3A4"/>
          </p15:clr>
        </p15:guide>
        <p15:guide id="33" orient="horz" pos="1026">
          <p15:clr>
            <a:srgbClr val="A4A3A4"/>
          </p15:clr>
        </p15:guide>
        <p15:guide id="34" orient="horz" pos="4182">
          <p15:clr>
            <a:srgbClr val="A4A3A4"/>
          </p15:clr>
        </p15:guide>
        <p15:guide id="35" orient="horz" pos="3838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49.xml"/><Relationship Id="rId1" Type="http://schemas.openxmlformats.org/officeDocument/2006/relationships/themeOverride" Target="../theme/themeOverride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C2757586-F489-4318-A42A-714F58193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Automation Tool</a:t>
            </a:r>
            <a:endParaRPr lang="en-US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CA030C20-3356-4C58-A94D-8DEAAD40A80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zh-CN" altLang="en-US" dirty="0"/>
              <a:t>使用说明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4E01B25-F77F-4A79-9EEE-83E6E4F3ED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于航</a:t>
            </a:r>
            <a:endParaRPr lang="ja-JP" altLang="en-US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FEA034E-EC7D-4A99-A499-F0E66B3EA2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ja-JP" dirty="0"/>
              <a:t>T</a:t>
            </a:r>
            <a:r>
              <a:rPr lang="en-US" altLang="zh-CN" dirty="0"/>
              <a:t>echnical Service Jiangsu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77927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0FBA9692-50CB-4F96-9406-7E62E9F60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158" y="584769"/>
            <a:ext cx="9740106" cy="369332"/>
          </a:xfrm>
        </p:spPr>
        <p:txBody>
          <a:bodyPr/>
          <a:lstStyle/>
          <a:p>
            <a:r>
              <a:rPr lang="zh-CN" altLang="en-US" dirty="0"/>
              <a:t>目的</a:t>
            </a:r>
            <a:r>
              <a:rPr lang="en-US" altLang="zh-CN" dirty="0"/>
              <a:t>Purpose</a:t>
            </a:r>
            <a:endParaRPr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CD297967-47BB-4841-8EFA-6167C63DD636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>
          <a:xfrm>
            <a:off x="518319" y="1631837"/>
            <a:ext cx="11160000" cy="4464000"/>
          </a:xfrm>
        </p:spPr>
        <p:txBody>
          <a:bodyPr/>
          <a:lstStyle/>
          <a:p>
            <a:r>
              <a:rPr lang="zh-CN" altLang="en-US" dirty="0"/>
              <a:t>我们平时工作流程中存在很多重复操作的动作，其中包含大量的查找，复制，粘贴，有些是固定模板，有些是重复引用，这些不仅会增加工作时间，还会使人烦倦。</a:t>
            </a:r>
            <a:endParaRPr lang="en-US" altLang="zh-CN" dirty="0"/>
          </a:p>
          <a:p>
            <a:r>
              <a:rPr lang="zh-CN" altLang="en-US" dirty="0"/>
              <a:t>所以，这个小工具可以一定程度上减少我们的手工操作，通过程序可以更快，更准确的完成工作。</a:t>
            </a:r>
            <a:endParaRPr lang="en-US" altLang="zh-CN" dirty="0"/>
          </a:p>
          <a:p>
            <a:r>
              <a:rPr lang="zh-CN" altLang="en-US" dirty="0"/>
              <a:t>工具的目的是减少重复工作，让工作效率化。</a:t>
            </a:r>
            <a:endParaRPr lang="en-US" altLang="zh-CN" dirty="0"/>
          </a:p>
          <a:p>
            <a:endParaRPr lang="en-US" dirty="0"/>
          </a:p>
          <a:p>
            <a:endParaRPr lang="en-US" dirty="0"/>
          </a:p>
          <a:p>
            <a:br>
              <a:rPr lang="de-DE" dirty="0"/>
            </a:br>
            <a:endParaRPr lang="de-DE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38D2B4C2-377E-4E77-B804-1081E5133B20}"/>
              </a:ext>
            </a:extLst>
          </p:cNvPr>
          <p:cNvSpPr>
            <a:spLocks noGrp="1"/>
          </p:cNvSpPr>
          <p:nvPr>
            <p:ph type="ftr" sz="quarter" idx="6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de-DE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+mn-ea"/>
                <a:cs typeface="ZEISS Frutiger Next W1G Medium"/>
              </a:rPr>
              <a:t>蔡司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+mn-ea"/>
              <a:cs typeface="ZEISS Frutiger Next W1G Medium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87E6CA1-2B84-4B80-8932-463017B032E9}"/>
              </a:ext>
            </a:extLst>
          </p:cNvPr>
          <p:cNvSpPr>
            <a:spLocks noGrp="1"/>
          </p:cNvSpPr>
          <p:nvPr>
            <p:ph type="sldNum" sz="quarter" idx="6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A4AD45-2621-4550-9DC5-4911F1B5FA4D}" type="slidenum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de-DE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57367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FBDC69E6-01FC-482C-A8C7-1BD0883B3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500" y="584768"/>
            <a:ext cx="9740106" cy="369332"/>
          </a:xfrm>
        </p:spPr>
        <p:txBody>
          <a:bodyPr/>
          <a:lstStyle/>
          <a:p>
            <a:r>
              <a:rPr lang="zh-CN" altLang="en-US" dirty="0"/>
              <a:t>目录</a:t>
            </a:r>
            <a:r>
              <a:rPr lang="en-US" altLang="zh-CN" dirty="0"/>
              <a:t>Catalog</a:t>
            </a:r>
            <a:endParaRPr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FC952056-55F0-44A4-9A19-0398ED64C2CB}"/>
              </a:ext>
            </a:extLst>
          </p:cNvPr>
          <p:cNvSpPr>
            <a:spLocks noGrp="1"/>
          </p:cNvSpPr>
          <p:nvPr>
            <p:ph type="ftr" sz="quarter" idx="6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zh-TW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+mn-ea"/>
                <a:cs typeface="ZEISS Frutiger Next W1G Medium"/>
              </a:rPr>
              <a:t>ZEISS</a:t>
            </a: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+mn-ea"/>
              <a:cs typeface="ZEISS Frutiger Next W1G Medium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E0F3C0A-445B-4B64-AC44-50BA657C7964}"/>
              </a:ext>
            </a:extLst>
          </p:cNvPr>
          <p:cNvSpPr>
            <a:spLocks noGrp="1"/>
          </p:cNvSpPr>
          <p:nvPr>
            <p:ph type="sldNum" sz="quarter" idx="6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A4AD45-2621-4550-9DC5-4911F1B5FA4D}" type="slidenum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de-DE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+mn-ea"/>
            </a:endParaRPr>
          </a:p>
        </p:txBody>
      </p:sp>
      <p:sp>
        <p:nvSpPr>
          <p:cNvPr id="7" name="Oval 21">
            <a:extLst>
              <a:ext uri="{FF2B5EF4-FFF2-40B4-BE49-F238E27FC236}">
                <a16:creationId xmlns:a16="http://schemas.microsoft.com/office/drawing/2014/main" id="{D07C0138-088F-069D-34B4-9E59EF4FB817}"/>
              </a:ext>
            </a:extLst>
          </p:cNvPr>
          <p:cNvSpPr/>
          <p:nvPr/>
        </p:nvSpPr>
        <p:spPr>
          <a:xfrm>
            <a:off x="518319" y="1916781"/>
            <a:ext cx="540000" cy="540000"/>
          </a:xfrm>
          <a:prstGeom prst="ellipse">
            <a:avLst/>
          </a:prstGeom>
          <a:noFill/>
          <a:ln w="31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srgbClr val="0F2DB3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01</a:t>
            </a:r>
          </a:p>
        </p:txBody>
      </p:sp>
      <p:sp>
        <p:nvSpPr>
          <p:cNvPr id="8" name="Oval 21">
            <a:extLst>
              <a:ext uri="{FF2B5EF4-FFF2-40B4-BE49-F238E27FC236}">
                <a16:creationId xmlns:a16="http://schemas.microsoft.com/office/drawing/2014/main" id="{0452BE28-64E2-6BE1-DD32-CDEDED092674}"/>
              </a:ext>
            </a:extLst>
          </p:cNvPr>
          <p:cNvSpPr/>
          <p:nvPr/>
        </p:nvSpPr>
        <p:spPr>
          <a:xfrm>
            <a:off x="518319" y="3032794"/>
            <a:ext cx="540000" cy="540000"/>
          </a:xfrm>
          <a:prstGeom prst="ellipse">
            <a:avLst/>
          </a:prstGeom>
          <a:noFill/>
          <a:ln w="31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0F2DB3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02</a:t>
            </a:r>
          </a:p>
        </p:txBody>
      </p:sp>
      <p:sp>
        <p:nvSpPr>
          <p:cNvPr id="11" name="Oval 21">
            <a:extLst>
              <a:ext uri="{FF2B5EF4-FFF2-40B4-BE49-F238E27FC236}">
                <a16:creationId xmlns:a16="http://schemas.microsoft.com/office/drawing/2014/main" id="{6F704135-4832-BF44-E797-DE35ECD3D5DD}"/>
              </a:ext>
            </a:extLst>
          </p:cNvPr>
          <p:cNvSpPr/>
          <p:nvPr/>
        </p:nvSpPr>
        <p:spPr>
          <a:xfrm>
            <a:off x="518319" y="4148807"/>
            <a:ext cx="540000" cy="540000"/>
          </a:xfrm>
          <a:prstGeom prst="ellipse">
            <a:avLst/>
          </a:prstGeom>
          <a:noFill/>
          <a:ln w="31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2000" dirty="0">
                <a:solidFill>
                  <a:srgbClr val="0F2DB3"/>
                </a:solidFill>
                <a:latin typeface="Microsoft YaHei"/>
              </a:rPr>
              <a:t>03</a:t>
            </a:r>
          </a:p>
        </p:txBody>
      </p:sp>
      <p:cxnSp>
        <p:nvCxnSpPr>
          <p:cNvPr id="12" name="Gerade Verbindung 109">
            <a:extLst>
              <a:ext uri="{FF2B5EF4-FFF2-40B4-BE49-F238E27FC236}">
                <a16:creationId xmlns:a16="http://schemas.microsoft.com/office/drawing/2014/main" id="{C997D359-C1EE-0926-6D15-054012F00802}"/>
              </a:ext>
            </a:extLst>
          </p:cNvPr>
          <p:cNvCxnSpPr>
            <a:cxnSpLocks/>
          </p:cNvCxnSpPr>
          <p:nvPr/>
        </p:nvCxnSpPr>
        <p:spPr>
          <a:xfrm flipH="1">
            <a:off x="518319" y="1628775"/>
            <a:ext cx="11157744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109">
            <a:extLst>
              <a:ext uri="{FF2B5EF4-FFF2-40B4-BE49-F238E27FC236}">
                <a16:creationId xmlns:a16="http://schemas.microsoft.com/office/drawing/2014/main" id="{EABB89E9-2600-65A4-7743-44E904129F31}"/>
              </a:ext>
            </a:extLst>
          </p:cNvPr>
          <p:cNvCxnSpPr>
            <a:cxnSpLocks/>
          </p:cNvCxnSpPr>
          <p:nvPr/>
        </p:nvCxnSpPr>
        <p:spPr>
          <a:xfrm flipH="1">
            <a:off x="518319" y="4976812"/>
            <a:ext cx="11157744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109">
            <a:extLst>
              <a:ext uri="{FF2B5EF4-FFF2-40B4-BE49-F238E27FC236}">
                <a16:creationId xmlns:a16="http://schemas.microsoft.com/office/drawing/2014/main" id="{0FE82631-CFA7-D9E7-3716-6696ED8D7DA8}"/>
              </a:ext>
            </a:extLst>
          </p:cNvPr>
          <p:cNvCxnSpPr>
            <a:cxnSpLocks/>
          </p:cNvCxnSpPr>
          <p:nvPr/>
        </p:nvCxnSpPr>
        <p:spPr>
          <a:xfrm flipH="1">
            <a:off x="518319" y="3860799"/>
            <a:ext cx="11157744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109">
            <a:extLst>
              <a:ext uri="{FF2B5EF4-FFF2-40B4-BE49-F238E27FC236}">
                <a16:creationId xmlns:a16="http://schemas.microsoft.com/office/drawing/2014/main" id="{0F2C2964-1B0B-0608-5D12-19249BB2D4F8}"/>
              </a:ext>
            </a:extLst>
          </p:cNvPr>
          <p:cNvCxnSpPr>
            <a:cxnSpLocks/>
          </p:cNvCxnSpPr>
          <p:nvPr/>
        </p:nvCxnSpPr>
        <p:spPr>
          <a:xfrm flipH="1">
            <a:off x="518319" y="2744787"/>
            <a:ext cx="11157744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feld 15">
            <a:extLst>
              <a:ext uri="{FF2B5EF4-FFF2-40B4-BE49-F238E27FC236}">
                <a16:creationId xmlns:a16="http://schemas.microsoft.com/office/drawing/2014/main" id="{55402F92-AA88-AB65-5E33-F0521DA1C6C4}"/>
              </a:ext>
            </a:extLst>
          </p:cNvPr>
          <p:cNvSpPr txBox="1"/>
          <p:nvPr/>
        </p:nvSpPr>
        <p:spPr>
          <a:xfrm>
            <a:off x="1431544" y="2032892"/>
            <a:ext cx="1795363" cy="3077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dirty="0">
                <a:solidFill>
                  <a:srgbClr val="0F2DB3"/>
                </a:solidFill>
                <a:latin typeface="Microsoft YaHei"/>
              </a:rPr>
              <a:t>程序打开和使用</a:t>
            </a:r>
            <a:endParaRPr kumimoji="0" lang="it-IT" sz="2000" b="0" i="0" u="none" strike="noStrike" kern="1200" cap="none" spc="0" normalizeH="0" baseline="0" noProof="0" dirty="0">
              <a:ln>
                <a:noFill/>
              </a:ln>
              <a:solidFill>
                <a:srgbClr val="0F2DB3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2BF06A07-7490-64D7-77A3-024836BDC89E}"/>
              </a:ext>
            </a:extLst>
          </p:cNvPr>
          <p:cNvSpPr txBox="1"/>
          <p:nvPr/>
        </p:nvSpPr>
        <p:spPr>
          <a:xfrm>
            <a:off x="1431544" y="3148905"/>
            <a:ext cx="1282402" cy="3077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F2DB3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主页面介绍</a:t>
            </a:r>
            <a:endParaRPr kumimoji="0" lang="it-IT" sz="2000" b="0" i="0" u="none" strike="noStrike" kern="1200" cap="none" spc="0" normalizeH="0" baseline="0" noProof="0" dirty="0">
              <a:ln>
                <a:noFill/>
              </a:ln>
              <a:solidFill>
                <a:srgbClr val="0F2DB3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55A5819F-82FC-1CE0-421C-E110B1FD2FB8}"/>
              </a:ext>
            </a:extLst>
          </p:cNvPr>
          <p:cNvSpPr txBox="1"/>
          <p:nvPr/>
        </p:nvSpPr>
        <p:spPr>
          <a:xfrm>
            <a:off x="1431544" y="4264917"/>
            <a:ext cx="1795363" cy="3077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dirty="0">
                <a:solidFill>
                  <a:srgbClr val="0F2DB3"/>
                </a:solidFill>
                <a:latin typeface="Microsoft YaHei"/>
              </a:rPr>
              <a:t>模块介绍和使用</a:t>
            </a:r>
            <a:endParaRPr kumimoji="0" lang="it-IT" sz="2000" b="0" i="0" u="none" strike="noStrike" kern="1200" cap="none" spc="0" normalizeH="0" baseline="0" noProof="0" dirty="0">
              <a:ln>
                <a:noFill/>
              </a:ln>
              <a:solidFill>
                <a:srgbClr val="0F2DB3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cxnSp>
        <p:nvCxnSpPr>
          <p:cNvPr id="3" name="Gerade Verbindung 109">
            <a:extLst>
              <a:ext uri="{FF2B5EF4-FFF2-40B4-BE49-F238E27FC236}">
                <a16:creationId xmlns:a16="http://schemas.microsoft.com/office/drawing/2014/main" id="{4C2A1DC5-DDA4-0A7F-A773-66932EB8DE0A}"/>
              </a:ext>
            </a:extLst>
          </p:cNvPr>
          <p:cNvCxnSpPr>
            <a:cxnSpLocks/>
          </p:cNvCxnSpPr>
          <p:nvPr/>
        </p:nvCxnSpPr>
        <p:spPr>
          <a:xfrm flipH="1">
            <a:off x="518319" y="6092825"/>
            <a:ext cx="11157744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feld 14">
            <a:extLst>
              <a:ext uri="{FF2B5EF4-FFF2-40B4-BE49-F238E27FC236}">
                <a16:creationId xmlns:a16="http://schemas.microsoft.com/office/drawing/2014/main" id="{EF444D14-8031-78F8-D5D0-A19D7E333257}"/>
              </a:ext>
            </a:extLst>
          </p:cNvPr>
          <p:cNvSpPr txBox="1"/>
          <p:nvPr/>
        </p:nvSpPr>
        <p:spPr>
          <a:xfrm>
            <a:off x="1431544" y="5380930"/>
            <a:ext cx="1025922" cy="3077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marR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tabLst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F2DB3"/>
                </a:solidFill>
                <a:effectLst/>
                <a:uLnTx/>
                <a:uFillTx/>
                <a:ea typeface="+mn-ea"/>
                <a:cs typeface="+mn-cs"/>
              </a:rPr>
              <a:t>注意事项</a:t>
            </a:r>
            <a:endParaRPr kumimoji="0" lang="it-IT" sz="2000" i="0" u="none" strike="noStrike" kern="1200" cap="none" spc="0" normalizeH="0" baseline="0" noProof="0" dirty="0">
              <a:ln>
                <a:noFill/>
              </a:ln>
              <a:solidFill>
                <a:srgbClr val="0F2DB3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" name="Oval 21">
            <a:extLst>
              <a:ext uri="{FF2B5EF4-FFF2-40B4-BE49-F238E27FC236}">
                <a16:creationId xmlns:a16="http://schemas.microsoft.com/office/drawing/2014/main" id="{9308FB64-604E-3898-FB07-3E129AA32A8F}"/>
              </a:ext>
            </a:extLst>
          </p:cNvPr>
          <p:cNvSpPr/>
          <p:nvPr/>
        </p:nvSpPr>
        <p:spPr>
          <a:xfrm>
            <a:off x="518319" y="5264819"/>
            <a:ext cx="540000" cy="540000"/>
          </a:xfrm>
          <a:prstGeom prst="ellipse">
            <a:avLst/>
          </a:prstGeom>
          <a:solidFill>
            <a:srgbClr val="0F2DB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2000">
                <a:solidFill>
                  <a:schemeClr val="bg1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605385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0">
            <a:extLst>
              <a:ext uri="{FF2B5EF4-FFF2-40B4-BE49-F238E27FC236}">
                <a16:creationId xmlns:a16="http://schemas.microsoft.com/office/drawing/2014/main" id="{2C09C770-E1CF-4A11-9E64-9DA0B41C6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661" y="614265"/>
            <a:ext cx="9740106" cy="369332"/>
          </a:xfrm>
        </p:spPr>
        <p:txBody>
          <a:bodyPr/>
          <a:lstStyle/>
          <a:p>
            <a:r>
              <a:rPr lang="zh-CN" altLang="en-US" dirty="0"/>
              <a:t>程序打开和使用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AF7871DF-1201-4D5D-B278-469E051CCC41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518319" y="1631837"/>
            <a:ext cx="5433219" cy="4110202"/>
          </a:xfrm>
        </p:spPr>
        <p:txBody>
          <a:bodyPr/>
          <a:lstStyle/>
          <a:p>
            <a:r>
              <a:rPr lang="zh-CN" altLang="en-US" b="1" dirty="0"/>
              <a:t>压缩包里为</a:t>
            </a:r>
            <a:r>
              <a:rPr lang="en-US" altLang="zh-CN" b="1" dirty="0"/>
              <a:t>1</a:t>
            </a:r>
            <a:r>
              <a:rPr lang="zh-CN" altLang="en-US" b="1" dirty="0"/>
              <a:t>个</a:t>
            </a:r>
            <a:r>
              <a:rPr lang="en-US" altLang="zh-CN" b="1" dirty="0"/>
              <a:t>exe</a:t>
            </a:r>
            <a:r>
              <a:rPr lang="zh-CN" altLang="en-US" b="1" dirty="0"/>
              <a:t>文件和</a:t>
            </a:r>
            <a:r>
              <a:rPr lang="en-US" altLang="zh-CN" b="1" dirty="0"/>
              <a:t>1</a:t>
            </a:r>
            <a:r>
              <a:rPr lang="zh-CN" altLang="en-US" b="1" dirty="0"/>
              <a:t>个文件夹，核心文件如右图</a:t>
            </a:r>
            <a:endParaRPr lang="de-DE" b="1" dirty="0"/>
          </a:p>
          <a:p>
            <a:pPr lvl="1"/>
            <a:r>
              <a:rPr lang="en-US" altLang="zh-CN" dirty="0"/>
              <a:t>Automation too.exe</a:t>
            </a:r>
            <a:r>
              <a:rPr lang="zh-CN" altLang="en-US" dirty="0"/>
              <a:t>可以放于任意文件夹下，双击打开，会出现小程序主页面，</a:t>
            </a:r>
            <a:r>
              <a:rPr lang="zh-CN" altLang="en-US" b="1" dirty="0"/>
              <a:t>打开需要等待一段时间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en-US" altLang="zh-CN" dirty="0"/>
              <a:t>tool</a:t>
            </a:r>
            <a:r>
              <a:rPr lang="zh-CN" altLang="en-US" dirty="0"/>
              <a:t>文件夹需要</a:t>
            </a:r>
            <a:r>
              <a:rPr lang="zh-CN" altLang="en-US" b="1" dirty="0"/>
              <a:t>放在桌面位置</a:t>
            </a:r>
            <a:r>
              <a:rPr lang="zh-CN" altLang="en-US" dirty="0"/>
              <a:t>，否则无法识别到里边</a:t>
            </a:r>
            <a:r>
              <a:rPr lang="en-US" altLang="zh-CN" dirty="0"/>
              <a:t>excel</a:t>
            </a:r>
            <a:r>
              <a:rPr lang="zh-CN" altLang="en-US" dirty="0"/>
              <a:t>文件。</a:t>
            </a:r>
            <a:endParaRPr lang="en-US" altLang="zh-CN" dirty="0"/>
          </a:p>
          <a:p>
            <a:pPr lvl="1"/>
            <a:r>
              <a:rPr lang="en-US" dirty="0"/>
              <a:t>datasource.</a:t>
            </a:r>
            <a:r>
              <a:rPr lang="en-US" altLang="zh-CN" dirty="0"/>
              <a:t>xlsx</a:t>
            </a:r>
            <a:r>
              <a:rPr lang="zh-CN" altLang="en-US" dirty="0"/>
              <a:t>第一行内容用于给模块提供数据的，如果有新的数据直接</a:t>
            </a:r>
            <a:r>
              <a:rPr lang="zh-CN" altLang="en-US" b="1" dirty="0"/>
              <a:t>覆盖</a:t>
            </a:r>
            <a:r>
              <a:rPr lang="zh-CN" altLang="en-US" dirty="0"/>
              <a:t>第一行，一般可以复制装机资料邮件里提供的数据，复制粘贴并保存即可识别。</a:t>
            </a:r>
            <a:endParaRPr lang="en-US" altLang="zh-CN" dirty="0"/>
          </a:p>
          <a:p>
            <a:pPr lvl="1"/>
            <a:r>
              <a:rPr lang="en-US" altLang="zh-CN" dirty="0"/>
              <a:t>MemoTemplate.docx</a:t>
            </a:r>
            <a:r>
              <a:rPr lang="zh-CN" altLang="en-US" dirty="0"/>
              <a:t>里</a:t>
            </a:r>
            <a:r>
              <a:rPr lang="zh-CN" altLang="en-US" b="1" dirty="0"/>
              <a:t>工程师姓名与原因</a:t>
            </a:r>
            <a:r>
              <a:rPr lang="zh-CN" altLang="en-US" dirty="0"/>
              <a:t>需自行填写。</a:t>
            </a:r>
            <a:endParaRPr lang="en-US" altLang="zh-CN" dirty="0"/>
          </a:p>
          <a:p>
            <a:pPr lvl="1"/>
            <a:r>
              <a:rPr lang="zh-CN" altLang="en-US" dirty="0"/>
              <a:t>以上配置完就可以立刻使用。</a:t>
            </a:r>
            <a:endParaRPr lang="en-US" altLang="zh-CN" dirty="0"/>
          </a:p>
          <a:p>
            <a:pPr lvl="1"/>
            <a:endParaRPr lang="de-DE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68DA34C1-9CDB-46E6-8D44-543C23A16845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E3B38B4C-6553-485F-AE7B-260D41F49942}"/>
              </a:ext>
            </a:extLst>
          </p:cNvPr>
          <p:cNvSpPr>
            <a:spLocks noGrp="1"/>
          </p:cNvSpPr>
          <p:nvPr>
            <p:ph type="ftr" sz="quarter" idx="7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zh-TW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+mn-ea"/>
                <a:cs typeface="ZEISS Frutiger Next W1G Medium"/>
              </a:rPr>
              <a:t>ZEISS</a:t>
            </a: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+mn-ea"/>
              <a:cs typeface="ZEISS Frutiger Next W1G Medium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C2297C8-7469-43DB-B2AC-284EDDF2D8E1}"/>
              </a:ext>
            </a:extLst>
          </p:cNvPr>
          <p:cNvSpPr>
            <a:spLocks noGrp="1"/>
          </p:cNvSpPr>
          <p:nvPr>
            <p:ph type="sldNum" sz="quarter" idx="7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A4AD45-2621-4550-9DC5-4911F1B5FA4D}" type="slidenum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de-DE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+mn-ea"/>
            </a:endParaRP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D901616B-3222-795D-6283-348A291A65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8989" y="2289900"/>
            <a:ext cx="3751292" cy="2321427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7BA2A38E-D110-C690-BDDE-9A5FB5A869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1380" y="2640193"/>
            <a:ext cx="2953162" cy="108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821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0">
            <a:extLst>
              <a:ext uri="{FF2B5EF4-FFF2-40B4-BE49-F238E27FC236}">
                <a16:creationId xmlns:a16="http://schemas.microsoft.com/office/drawing/2014/main" id="{2C09C770-E1CF-4A11-9E64-9DA0B41C6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654" y="633930"/>
            <a:ext cx="9740106" cy="369332"/>
          </a:xfrm>
        </p:spPr>
        <p:txBody>
          <a:bodyPr/>
          <a:lstStyle/>
          <a:p>
            <a:r>
              <a:rPr lang="zh-CN" altLang="en-US" dirty="0"/>
              <a:t>主页面介绍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AF7871DF-1201-4D5D-B278-469E051CCC41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8073754" y="1141525"/>
            <a:ext cx="4437139" cy="4886470"/>
          </a:xfrm>
        </p:spPr>
        <p:txBody>
          <a:bodyPr/>
          <a:lstStyle/>
          <a:p>
            <a:r>
              <a:rPr lang="zh-CN" altLang="en-US" b="1" dirty="0"/>
              <a:t>打开后页面如左图所示：</a:t>
            </a:r>
            <a:endParaRPr lang="en-US" altLang="zh-CN" b="1" dirty="0"/>
          </a:p>
          <a:p>
            <a:endParaRPr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？下拉有</a:t>
            </a:r>
            <a:r>
              <a:rPr lang="en-US" altLang="zh-CN" dirty="0"/>
              <a:t>version</a:t>
            </a:r>
            <a:r>
              <a:rPr lang="zh-CN" altLang="en-US" dirty="0"/>
              <a:t>和使用说明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显示当前桌面</a:t>
            </a:r>
            <a:r>
              <a:rPr lang="en-US" altLang="zh-CN" dirty="0"/>
              <a:t>\tool</a:t>
            </a:r>
            <a:r>
              <a:rPr lang="zh-CN" altLang="en-US" dirty="0"/>
              <a:t>下的</a:t>
            </a:r>
            <a:r>
              <a:rPr lang="en-US" altLang="zh-CN" dirty="0"/>
              <a:t>excel</a:t>
            </a:r>
            <a:r>
              <a:rPr lang="zh-CN" altLang="en-US" dirty="0"/>
              <a:t>表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PDF</a:t>
            </a:r>
            <a:r>
              <a:rPr lang="zh-CN" altLang="en-US" dirty="0"/>
              <a:t>提取路径即共享盘步距规证书文件夹，不可修改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转换</a:t>
            </a:r>
            <a:r>
              <a:rPr lang="en-US" altLang="zh-CN" dirty="0"/>
              <a:t>pdf</a:t>
            </a:r>
            <a:r>
              <a:rPr lang="zh-CN" altLang="en-US" dirty="0"/>
              <a:t>的</a:t>
            </a:r>
            <a:r>
              <a:rPr lang="en-US" altLang="zh-CN" dirty="0"/>
              <a:t>txt</a:t>
            </a:r>
            <a:r>
              <a:rPr lang="zh-CN" altLang="en-US" dirty="0"/>
              <a:t>文件输出文件夹可通过按钮自行选择</a:t>
            </a:r>
            <a:endParaRPr lang="en-US" altLang="zh-CN" dirty="0"/>
          </a:p>
          <a:p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目前已有的功能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操作日志和进度条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endParaRPr lang="en-US" b="1" dirty="0"/>
          </a:p>
          <a:p>
            <a:endParaRPr lang="de-DE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ABE076F9-DEC4-4864-A8C1-366E1D4286F0}"/>
              </a:ext>
            </a:extLst>
          </p:cNvPr>
          <p:cNvSpPr>
            <a:spLocks noGrp="1"/>
          </p:cNvSpPr>
          <p:nvPr>
            <p:ph type="ftr" sz="quarter" idx="6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zh-TW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+mn-ea"/>
                <a:cs typeface="ZEISS Frutiger Next W1G Medium"/>
              </a:rPr>
              <a:t>ZEISS</a:t>
            </a: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+mn-ea"/>
              <a:cs typeface="ZEISS Frutiger Next W1G Medium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597D42E-6114-49CD-AEC6-58A30FDE4D4E}"/>
              </a:ext>
            </a:extLst>
          </p:cNvPr>
          <p:cNvSpPr>
            <a:spLocks noGrp="1"/>
          </p:cNvSpPr>
          <p:nvPr>
            <p:ph type="sldNum" sz="quarter" idx="66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A4AD45-2621-4550-9DC5-4911F1B5FA4D}" type="slidenum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de-DE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+mn-ea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3A72820-9DC4-E7FC-4FA4-5F710B8736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60" y="1066540"/>
            <a:ext cx="7338874" cy="5413246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A6077EE3-5D7A-AC7D-A586-4DA8EB9C2FBE}"/>
              </a:ext>
            </a:extLst>
          </p:cNvPr>
          <p:cNvSpPr/>
          <p:nvPr/>
        </p:nvSpPr>
        <p:spPr>
          <a:xfrm>
            <a:off x="7029736" y="1454847"/>
            <a:ext cx="619433" cy="452284"/>
          </a:xfrm>
          <a:prstGeom prst="rect">
            <a:avLst/>
          </a:prstGeom>
          <a:noFill/>
          <a:ln w="28575">
            <a:solidFill>
              <a:srgbClr val="E71E1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0" tIns="180000" rIns="180000" bIns="180000" rtlCol="0" anchor="t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ZEISS Frutiger Next W1G"/>
              <a:ea typeface="+mn-ea"/>
              <a:cs typeface="+mn-cs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7C4BA6F-1908-6756-06BF-FDA6E59F9827}"/>
              </a:ext>
            </a:extLst>
          </p:cNvPr>
          <p:cNvSpPr/>
          <p:nvPr/>
        </p:nvSpPr>
        <p:spPr>
          <a:xfrm>
            <a:off x="325120" y="1966779"/>
            <a:ext cx="7325032" cy="688258"/>
          </a:xfrm>
          <a:prstGeom prst="rect">
            <a:avLst/>
          </a:prstGeom>
          <a:noFill/>
          <a:ln w="28575">
            <a:solidFill>
              <a:srgbClr val="E71E1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0" tIns="180000" rIns="180000" bIns="180000" rtlCol="0" anchor="t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ZEISS Frutiger Next W1G"/>
              <a:ea typeface="+mn-ea"/>
              <a:cs typeface="+mn-cs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81B932D-34D1-B78A-7147-68E1C8D1259E}"/>
              </a:ext>
            </a:extLst>
          </p:cNvPr>
          <p:cNvSpPr/>
          <p:nvPr/>
        </p:nvSpPr>
        <p:spPr>
          <a:xfrm>
            <a:off x="325120" y="3067992"/>
            <a:ext cx="3608439" cy="688258"/>
          </a:xfrm>
          <a:prstGeom prst="rect">
            <a:avLst/>
          </a:prstGeom>
          <a:noFill/>
          <a:ln w="28575">
            <a:solidFill>
              <a:srgbClr val="E71E1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0" tIns="180000" rIns="180000" bIns="180000" rtlCol="0" anchor="t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ZEISS Frutiger Next W1G"/>
              <a:ea typeface="+mn-ea"/>
              <a:cs typeface="+mn-cs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9363875-CA2C-3AAD-959D-7ABD31029D82}"/>
              </a:ext>
            </a:extLst>
          </p:cNvPr>
          <p:cNvSpPr/>
          <p:nvPr/>
        </p:nvSpPr>
        <p:spPr>
          <a:xfrm>
            <a:off x="3971906" y="3048328"/>
            <a:ext cx="3628102" cy="727587"/>
          </a:xfrm>
          <a:prstGeom prst="rect">
            <a:avLst/>
          </a:prstGeom>
          <a:noFill/>
          <a:ln w="28575">
            <a:solidFill>
              <a:srgbClr val="E71E1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0" tIns="180000" rIns="180000" bIns="180000" rtlCol="0" anchor="t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ZEISS Frutiger Next W1G"/>
              <a:ea typeface="+mn-ea"/>
              <a:cs typeface="+mn-cs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25A6E4A-C370-2833-D5EA-3680850CB21D}"/>
              </a:ext>
            </a:extLst>
          </p:cNvPr>
          <p:cNvSpPr/>
          <p:nvPr/>
        </p:nvSpPr>
        <p:spPr>
          <a:xfrm>
            <a:off x="325120" y="4046303"/>
            <a:ext cx="7295535" cy="948812"/>
          </a:xfrm>
          <a:prstGeom prst="rect">
            <a:avLst/>
          </a:prstGeom>
          <a:noFill/>
          <a:ln w="28575">
            <a:solidFill>
              <a:srgbClr val="E71E1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0" tIns="180000" rIns="180000" bIns="180000" rtlCol="0" anchor="t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ZEISS Frutiger Next W1G"/>
              <a:ea typeface="+mn-ea"/>
              <a:cs typeface="+mn-cs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35DC7C7-EE95-6EB2-8004-85C06927FA72}"/>
              </a:ext>
            </a:extLst>
          </p:cNvPr>
          <p:cNvSpPr/>
          <p:nvPr/>
        </p:nvSpPr>
        <p:spPr>
          <a:xfrm>
            <a:off x="325120" y="5280251"/>
            <a:ext cx="7295535" cy="948812"/>
          </a:xfrm>
          <a:prstGeom prst="rect">
            <a:avLst/>
          </a:prstGeom>
          <a:noFill/>
          <a:ln w="28575">
            <a:solidFill>
              <a:srgbClr val="E71E1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0" tIns="180000" rIns="180000" bIns="180000" rtlCol="0" anchor="t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ZEISS Frutiger Next W1G"/>
              <a:ea typeface="+mn-ea"/>
              <a:cs typeface="+mn-cs"/>
            </a:endParaRPr>
          </a:p>
        </p:txBody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FB67F646-C99F-DAC4-7A16-36A1B8CDD37C}"/>
              </a:ext>
            </a:extLst>
          </p:cNvPr>
          <p:cNvSpPr/>
          <p:nvPr/>
        </p:nvSpPr>
        <p:spPr>
          <a:xfrm>
            <a:off x="3619974" y="3927084"/>
            <a:ext cx="1893824" cy="1468120"/>
          </a:xfrm>
          <a:custGeom>
            <a:avLst/>
            <a:gdLst>
              <a:gd name="connsiteX0" fmla="*/ 0 w 1893824"/>
              <a:gd name="connsiteY0" fmla="*/ 0 h 1468120"/>
              <a:gd name="connsiteX1" fmla="*/ 1893824 w 1893824"/>
              <a:gd name="connsiteY1" fmla="*/ 0 h 1468120"/>
              <a:gd name="connsiteX2" fmla="*/ 1893824 w 1893824"/>
              <a:gd name="connsiteY2" fmla="*/ 1468120 h 1468120"/>
              <a:gd name="connsiteX3" fmla="*/ 0 w 1893824"/>
              <a:gd name="connsiteY3" fmla="*/ 1468120 h 1468120"/>
              <a:gd name="connsiteX4" fmla="*/ 0 w 1893824"/>
              <a:gd name="connsiteY4" fmla="*/ 0 h 1468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93824" h="1468120">
                <a:moveTo>
                  <a:pt x="0" y="0"/>
                </a:moveTo>
                <a:lnTo>
                  <a:pt x="1893824" y="0"/>
                </a:lnTo>
                <a:lnTo>
                  <a:pt x="1893824" y="1468120"/>
                </a:lnTo>
                <a:lnTo>
                  <a:pt x="0" y="146812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1978" tIns="0" rIns="0" bIns="0" numCol="1" spcCol="1270" anchor="t" anchorCtr="0">
            <a:noAutofit/>
          </a:bodyPr>
          <a:lstStyle/>
          <a:p>
            <a:pPr marL="0" lvl="0" indent="0" algn="l" defTabSz="2667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6000" kern="1200"/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4E1690CF-6202-F7F9-F263-1E907EE64F42}"/>
              </a:ext>
            </a:extLst>
          </p:cNvPr>
          <p:cNvSpPr/>
          <p:nvPr/>
        </p:nvSpPr>
        <p:spPr>
          <a:xfrm>
            <a:off x="5570695" y="2631684"/>
            <a:ext cx="1950720" cy="2763519"/>
          </a:xfrm>
          <a:custGeom>
            <a:avLst/>
            <a:gdLst>
              <a:gd name="connsiteX0" fmla="*/ 0 w 1950720"/>
              <a:gd name="connsiteY0" fmla="*/ 0 h 2763519"/>
              <a:gd name="connsiteX1" fmla="*/ 1950720 w 1950720"/>
              <a:gd name="connsiteY1" fmla="*/ 0 h 2763519"/>
              <a:gd name="connsiteX2" fmla="*/ 1950720 w 1950720"/>
              <a:gd name="connsiteY2" fmla="*/ 2763519 h 2763519"/>
              <a:gd name="connsiteX3" fmla="*/ 0 w 1950720"/>
              <a:gd name="connsiteY3" fmla="*/ 2763519 h 2763519"/>
              <a:gd name="connsiteX4" fmla="*/ 0 w 1950720"/>
              <a:gd name="connsiteY4" fmla="*/ 0 h 2763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0720" h="2763519">
                <a:moveTo>
                  <a:pt x="0" y="0"/>
                </a:moveTo>
                <a:lnTo>
                  <a:pt x="1950720" y="0"/>
                </a:lnTo>
                <a:lnTo>
                  <a:pt x="1950720" y="2763519"/>
                </a:lnTo>
                <a:lnTo>
                  <a:pt x="0" y="276351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02422" tIns="0" rIns="0" bIns="0" numCol="1" spcCol="1270" anchor="t" anchorCtr="0">
            <a:noAutofit/>
          </a:bodyPr>
          <a:lstStyle/>
          <a:p>
            <a:pPr marL="0" lvl="0" indent="0" algn="l" defTabSz="2578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5800" kern="1200"/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FE856A6B-6DA2-98A8-E0FC-975598F40B19}"/>
              </a:ext>
            </a:extLst>
          </p:cNvPr>
          <p:cNvSpPr/>
          <p:nvPr/>
        </p:nvSpPr>
        <p:spPr>
          <a:xfrm>
            <a:off x="7887175" y="1864604"/>
            <a:ext cx="1950720" cy="3530600"/>
          </a:xfrm>
          <a:custGeom>
            <a:avLst/>
            <a:gdLst>
              <a:gd name="connsiteX0" fmla="*/ 0 w 1950720"/>
              <a:gd name="connsiteY0" fmla="*/ 0 h 3530600"/>
              <a:gd name="connsiteX1" fmla="*/ 1950720 w 1950720"/>
              <a:gd name="connsiteY1" fmla="*/ 0 h 3530600"/>
              <a:gd name="connsiteX2" fmla="*/ 1950720 w 1950720"/>
              <a:gd name="connsiteY2" fmla="*/ 3530600 h 3530600"/>
              <a:gd name="connsiteX3" fmla="*/ 0 w 1950720"/>
              <a:gd name="connsiteY3" fmla="*/ 3530600 h 3530600"/>
              <a:gd name="connsiteX4" fmla="*/ 0 w 1950720"/>
              <a:gd name="connsiteY4" fmla="*/ 0 h 3530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0720" h="3530600">
                <a:moveTo>
                  <a:pt x="0" y="0"/>
                </a:moveTo>
                <a:lnTo>
                  <a:pt x="1950720" y="0"/>
                </a:lnTo>
                <a:lnTo>
                  <a:pt x="1950720" y="3530600"/>
                </a:lnTo>
                <a:lnTo>
                  <a:pt x="0" y="35306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79946" tIns="0" rIns="0" bIns="0" numCol="1" spcCol="1270" anchor="t" anchorCtr="0">
            <a:noAutofit/>
          </a:bodyPr>
          <a:lstStyle/>
          <a:p>
            <a:pPr marL="0" lvl="0" indent="0" algn="l" defTabSz="2489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5600" kern="1200"/>
          </a:p>
        </p:txBody>
      </p:sp>
    </p:spTree>
    <p:extLst>
      <p:ext uri="{BB962C8B-B14F-4D97-AF65-F5344CB8AC3E}">
        <p14:creationId xmlns:p14="http://schemas.microsoft.com/office/powerpoint/2010/main" val="6424403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0012787E-1BE9-F705-649B-464206CDED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22" r="19817"/>
          <a:stretch>
            <a:fillRect/>
          </a:stretch>
        </p:blipFill>
        <p:spPr>
          <a:xfrm>
            <a:off x="518319" y="1631837"/>
            <a:ext cx="5433216" cy="4464000"/>
          </a:xfrm>
          <a:prstGeom prst="rect">
            <a:avLst/>
          </a:prstGeom>
          <a:noFill/>
        </p:spPr>
      </p:pic>
      <p:sp>
        <p:nvSpPr>
          <p:cNvPr id="11" name="Titel 10">
            <a:extLst>
              <a:ext uri="{FF2B5EF4-FFF2-40B4-BE49-F238E27FC236}">
                <a16:creationId xmlns:a16="http://schemas.microsoft.com/office/drawing/2014/main" id="{2C09C770-E1CF-4A11-9E64-9DA0B41C6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9" y="299633"/>
            <a:ext cx="9740106" cy="369332"/>
          </a:xfrm>
        </p:spPr>
        <p:txBody>
          <a:bodyPr wrap="square" anchor="t">
            <a:normAutofit/>
          </a:bodyPr>
          <a:lstStyle/>
          <a:p>
            <a:r>
              <a:rPr lang="zh-CN" altLang="en-US" dirty="0"/>
              <a:t>模块介绍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3F1BF20F-BEA4-4115-85B5-41281730BC26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18319" y="642855"/>
            <a:ext cx="9740106" cy="369332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r>
              <a:rPr lang="zh-CN" altLang="en-US"/>
              <a:t>生成</a:t>
            </a:r>
            <a:r>
              <a:rPr lang="en-US" altLang="zh-CN"/>
              <a:t>outlook</a:t>
            </a:r>
            <a:r>
              <a:rPr lang="zh-CN" altLang="en-US"/>
              <a:t>邮件</a:t>
            </a:r>
            <a:endParaRPr lang="ja-JP" altLang="en-US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AF7871DF-1201-4D5D-B278-469E051CCC41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6242844" y="1631837"/>
            <a:ext cx="5433219" cy="4464000"/>
          </a:xfrm>
        </p:spPr>
        <p:txBody>
          <a:bodyPr anchor="t">
            <a:normAutofit/>
          </a:bodyPr>
          <a:lstStyle/>
          <a:p>
            <a:r>
              <a:rPr lang="zh-CN" altLang="en-US" b="1" dirty="0">
                <a:solidFill>
                  <a:srgbClr val="000000"/>
                </a:solidFill>
              </a:rPr>
              <a:t>用于</a:t>
            </a:r>
            <a:r>
              <a:rPr lang="en-US" altLang="zh-CN" b="1" dirty="0">
                <a:solidFill>
                  <a:srgbClr val="000000"/>
                </a:solidFill>
              </a:rPr>
              <a:t>SPECTRUM 6206</a:t>
            </a:r>
            <a:r>
              <a:rPr lang="zh-CN" altLang="en-US" b="1" dirty="0">
                <a:solidFill>
                  <a:srgbClr val="000000"/>
                </a:solidFill>
              </a:rPr>
              <a:t>等返回包装箱，生成返箱邮件</a:t>
            </a:r>
            <a:endParaRPr lang="en-US" altLang="zh-CN" b="1" dirty="0">
              <a:solidFill>
                <a:srgbClr val="000000"/>
              </a:solidFill>
            </a:endParaRPr>
          </a:p>
          <a:p>
            <a:r>
              <a:rPr lang="zh-CN" altLang="en-US" dirty="0">
                <a:solidFill>
                  <a:srgbClr val="000000"/>
                </a:solidFill>
              </a:rPr>
              <a:t>从</a:t>
            </a:r>
            <a:r>
              <a:rPr lang="en-US" altLang="zh-CN" dirty="0">
                <a:solidFill>
                  <a:srgbClr val="000000"/>
                </a:solidFill>
              </a:rPr>
              <a:t>datasource.xlsx</a:t>
            </a:r>
            <a:r>
              <a:rPr lang="zh-CN" altLang="en-US" dirty="0">
                <a:solidFill>
                  <a:srgbClr val="000000"/>
                </a:solidFill>
              </a:rPr>
              <a:t>里读取公司名称，序列号，设备名称，联系人及其联系方式，自动打开</a:t>
            </a:r>
            <a:r>
              <a:rPr lang="en-US" altLang="zh-CN" dirty="0">
                <a:solidFill>
                  <a:srgbClr val="000000"/>
                </a:solidFill>
              </a:rPr>
              <a:t>outlook</a:t>
            </a:r>
            <a:r>
              <a:rPr lang="zh-CN" altLang="en-US" dirty="0">
                <a:solidFill>
                  <a:srgbClr val="000000"/>
                </a:solidFill>
              </a:rPr>
              <a:t>生成邮件，主题与正文按规定格式模板生成</a:t>
            </a:r>
            <a:endParaRPr lang="en-US" altLang="zh-CN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省去人工复制粘贴 </a:t>
            </a:r>
            <a:r>
              <a:rPr lang="en-US" altLang="zh-CN" dirty="0"/>
              <a:t>Excel </a:t>
            </a:r>
            <a:r>
              <a:rPr lang="zh-CN" altLang="en-US" dirty="0"/>
              <a:t>数据、手动编辑邮件的步骤，大幅缩短返箱邮件编辑时间。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数据直接从 </a:t>
            </a:r>
            <a:r>
              <a:rPr lang="en-US" altLang="zh-CN" dirty="0"/>
              <a:t>Excel </a:t>
            </a:r>
            <a:r>
              <a:rPr lang="zh-CN" altLang="en-US" dirty="0"/>
              <a:t>读取，确保邮件中公司信息、设备序列号等关键内容的准确性，避免人工编辑导致的信息错误，遗漏。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自动调用 </a:t>
            </a:r>
            <a:r>
              <a:rPr lang="en-US" altLang="zh-CN" dirty="0"/>
              <a:t>Outlook </a:t>
            </a:r>
            <a:r>
              <a:rPr lang="zh-CN" altLang="en-US" dirty="0"/>
              <a:t>生成邮件无需手动切换软件、设置格式，自动获取用户签名。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000000"/>
              </a:solidFill>
            </a:endParaRP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ABE076F9-DEC4-4864-A8C1-366E1D4286F0}"/>
              </a:ext>
            </a:extLst>
          </p:cNvPr>
          <p:cNvSpPr>
            <a:spLocks noGrp="1"/>
          </p:cNvSpPr>
          <p:nvPr>
            <p:ph type="ftr" sz="quarter" idx="66"/>
          </p:nvPr>
        </p:nvSpPr>
        <p:spPr>
          <a:xfrm>
            <a:off x="518318" y="6687622"/>
            <a:ext cx="5433219" cy="123111"/>
          </a:xfrm>
        </p:spPr>
        <p:txBody>
          <a:bodyPr wrap="square" anchor="t">
            <a:norm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zh-TW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</a:rPr>
              <a:t>ZEISS</a:t>
            </a:r>
            <a:endParaRPr kumimoji="0" lang="en-US" altLang="zh-CN" b="0" i="0" u="none" strike="noStrike" kern="1200" cap="none" spc="0" normalizeH="0" baseline="0" noProof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597D42E-6114-49CD-AEC6-58A30FDE4D4E}"/>
              </a:ext>
            </a:extLst>
          </p:cNvPr>
          <p:cNvSpPr>
            <a:spLocks noGrp="1"/>
          </p:cNvSpPr>
          <p:nvPr>
            <p:ph type="sldNum" sz="quarter" idx="67"/>
          </p:nvPr>
        </p:nvSpPr>
        <p:spPr>
          <a:xfrm>
            <a:off x="11459658" y="6687622"/>
            <a:ext cx="216405" cy="123111"/>
          </a:xfrm>
        </p:spPr>
        <p:txBody>
          <a:bodyPr wrap="none" anchor="t">
            <a:norm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C6A4AD45-2621-4550-9DC5-4911F1B5FA4D}" type="slidenum">
              <a:rPr kumimoji="0" lang="de-DE" b="0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</a:rPr>
              <a:pPr marL="0" marR="0" lvl="0" indent="0" defTabSz="914400" rtl="0" eaLnBrk="1" fontAlgn="auto" latinLnBrk="0" hangingPunct="1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de-DE" b="0" i="0" u="none" strike="noStrike" kern="1200" cap="none" spc="0" normalizeH="0" baseline="0" noProof="0">
              <a:ln>
                <a:noFill/>
              </a:ln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72129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246FD-1BBF-9E9F-1003-58B66F153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C603CDE-42F4-686E-FB8F-51636C1FFB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319" y="1806006"/>
            <a:ext cx="5433216" cy="4115661"/>
          </a:xfrm>
          <a:prstGeom prst="rect">
            <a:avLst/>
          </a:prstGeom>
          <a:noFill/>
        </p:spPr>
      </p:pic>
      <p:sp>
        <p:nvSpPr>
          <p:cNvPr id="11" name="Titel 10">
            <a:extLst>
              <a:ext uri="{FF2B5EF4-FFF2-40B4-BE49-F238E27FC236}">
                <a16:creationId xmlns:a16="http://schemas.microsoft.com/office/drawing/2014/main" id="{9A620B06-0A18-742C-F009-E5380C49D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9" y="299633"/>
            <a:ext cx="9740106" cy="369332"/>
          </a:xfrm>
        </p:spPr>
        <p:txBody>
          <a:bodyPr wrap="square" anchor="t">
            <a:normAutofit/>
          </a:bodyPr>
          <a:lstStyle/>
          <a:p>
            <a:r>
              <a:rPr lang="zh-CN" altLang="en-US" dirty="0"/>
              <a:t>模块介绍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15EDB693-B6B3-F373-C1C8-8E3B243DA15F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18319" y="642855"/>
            <a:ext cx="9740106" cy="369332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r>
              <a:rPr lang="zh-CN" altLang="en-US" dirty="0"/>
              <a:t>生成</a:t>
            </a:r>
            <a:r>
              <a:rPr lang="en-US" altLang="zh-CN" dirty="0"/>
              <a:t>memo</a:t>
            </a:r>
            <a:endParaRPr lang="ja-JP" altLang="en-US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8B1D8B4A-F54A-130D-B436-88407712BBF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6242844" y="1631837"/>
            <a:ext cx="5433219" cy="4464000"/>
          </a:xfrm>
        </p:spPr>
        <p:txBody>
          <a:bodyPr anchor="t">
            <a:normAutofit/>
          </a:bodyPr>
          <a:lstStyle/>
          <a:p>
            <a:r>
              <a:rPr lang="zh-CN" altLang="en-US" b="1" dirty="0">
                <a:solidFill>
                  <a:srgbClr val="000000"/>
                </a:solidFill>
              </a:rPr>
              <a:t>用于新装机需要出具</a:t>
            </a:r>
            <a:r>
              <a:rPr lang="en-US" altLang="zh-CN" b="1" dirty="0">
                <a:solidFill>
                  <a:srgbClr val="000000"/>
                </a:solidFill>
              </a:rPr>
              <a:t>memo</a:t>
            </a:r>
            <a:r>
              <a:rPr lang="zh-CN" altLang="en-US" b="1" dirty="0">
                <a:solidFill>
                  <a:srgbClr val="000000"/>
                </a:solidFill>
              </a:rPr>
              <a:t>给客户</a:t>
            </a:r>
            <a:endParaRPr lang="en-US" altLang="zh-CN" b="1" dirty="0">
              <a:solidFill>
                <a:srgbClr val="000000"/>
              </a:solidFill>
            </a:endParaRPr>
          </a:p>
          <a:p>
            <a:r>
              <a:rPr lang="zh-CN" altLang="en-US" dirty="0">
                <a:solidFill>
                  <a:srgbClr val="000000"/>
                </a:solidFill>
              </a:rPr>
              <a:t>从</a:t>
            </a:r>
            <a:r>
              <a:rPr lang="en-US" altLang="zh-CN" dirty="0">
                <a:solidFill>
                  <a:srgbClr val="000000"/>
                </a:solidFill>
              </a:rPr>
              <a:t>datasource.xlsx</a:t>
            </a:r>
            <a:r>
              <a:rPr lang="zh-CN" altLang="en-US" dirty="0">
                <a:solidFill>
                  <a:srgbClr val="000000"/>
                </a:solidFill>
              </a:rPr>
              <a:t>里读取公司名称，序列号，设备名称，使用</a:t>
            </a:r>
            <a:r>
              <a:rPr lang="en-US" altLang="zh-CN" dirty="0">
                <a:solidFill>
                  <a:srgbClr val="000000"/>
                </a:solidFill>
              </a:rPr>
              <a:t>tool</a:t>
            </a:r>
            <a:r>
              <a:rPr lang="zh-CN" altLang="en-US" dirty="0">
                <a:solidFill>
                  <a:srgbClr val="000000"/>
                </a:solidFill>
              </a:rPr>
              <a:t>文件里</a:t>
            </a:r>
            <a:r>
              <a:rPr lang="en-US" altLang="zh-CN" dirty="0"/>
              <a:t>MemoTemplate.docx</a:t>
            </a:r>
            <a:r>
              <a:rPr lang="zh-CN" altLang="en-US" dirty="0"/>
              <a:t>模板</a:t>
            </a:r>
            <a:r>
              <a:rPr lang="en-US" altLang="zh-CN" dirty="0"/>
              <a:t> </a:t>
            </a:r>
            <a:r>
              <a:rPr lang="zh-CN" altLang="en-US" dirty="0">
                <a:solidFill>
                  <a:srgbClr val="000000"/>
                </a:solidFill>
              </a:rPr>
              <a:t>，填充信息进去，填完信息的文档命名为</a:t>
            </a:r>
            <a:r>
              <a:rPr lang="en-US" altLang="zh-CN" dirty="0">
                <a:solidFill>
                  <a:srgbClr val="000000"/>
                </a:solidFill>
              </a:rPr>
              <a:t>Filled_Memo.docx</a:t>
            </a:r>
            <a:r>
              <a:rPr lang="zh-CN" altLang="en-US" dirty="0">
                <a:solidFill>
                  <a:srgbClr val="000000"/>
                </a:solidFill>
              </a:rPr>
              <a:t>。</a:t>
            </a:r>
            <a:endParaRPr lang="en-US" altLang="zh-CN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</a:rPr>
              <a:t>默认生成</a:t>
            </a:r>
            <a:r>
              <a:rPr lang="en-US" altLang="zh-CN" dirty="0">
                <a:solidFill>
                  <a:srgbClr val="000000"/>
                </a:solidFill>
              </a:rPr>
              <a:t>memo</a:t>
            </a:r>
            <a:r>
              <a:rPr lang="zh-CN" altLang="en-US" dirty="0">
                <a:solidFill>
                  <a:srgbClr val="000000"/>
                </a:solidFill>
              </a:rPr>
              <a:t>当天为安装结束日期，向前推</a:t>
            </a:r>
            <a:r>
              <a:rPr lang="en-US" altLang="zh-CN" dirty="0">
                <a:solidFill>
                  <a:srgbClr val="000000"/>
                </a:solidFill>
              </a:rPr>
              <a:t>2</a:t>
            </a:r>
            <a:r>
              <a:rPr lang="zh-CN" altLang="en-US" dirty="0">
                <a:solidFill>
                  <a:srgbClr val="000000"/>
                </a:solidFill>
              </a:rPr>
              <a:t>天为开始安装日期，</a:t>
            </a:r>
            <a:r>
              <a:rPr lang="zh-CN" altLang="en-US" dirty="0"/>
              <a:t>无需手动核算，减少时间消耗。</a:t>
            </a:r>
            <a:endParaRPr lang="en-US" altLang="zh-CN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</a:rPr>
              <a:t>工程师姓名与未签</a:t>
            </a:r>
            <a:r>
              <a:rPr lang="en-US" altLang="zh-CN" dirty="0">
                <a:solidFill>
                  <a:srgbClr val="000000"/>
                </a:solidFill>
              </a:rPr>
              <a:t>FAC</a:t>
            </a:r>
            <a:r>
              <a:rPr lang="zh-CN" altLang="en-US" dirty="0">
                <a:solidFill>
                  <a:srgbClr val="000000"/>
                </a:solidFill>
              </a:rPr>
              <a:t>原因需自行填写，自行审核，确认无误再跟客户签字。</a:t>
            </a:r>
            <a:endParaRPr lang="en-US" altLang="zh-CN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自动从 </a:t>
            </a:r>
            <a:r>
              <a:rPr lang="en-US" altLang="zh-CN" dirty="0"/>
              <a:t>Excel </a:t>
            </a:r>
            <a:r>
              <a:rPr lang="zh-CN" altLang="en-US" dirty="0"/>
              <a:t>读取关键信息并填充模板，省去人工手动录入、复制粘贴的重复操作。</a:t>
            </a:r>
            <a:endParaRPr lang="en-US" altLang="zh-CN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关键数据（公司名称、序列号等）直接关联数据源，避免手动输入导致的信息错误或遗漏。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701997FF-35E9-8499-CB24-317D6136BC56}"/>
              </a:ext>
            </a:extLst>
          </p:cNvPr>
          <p:cNvSpPr>
            <a:spLocks noGrp="1"/>
          </p:cNvSpPr>
          <p:nvPr>
            <p:ph type="ftr" sz="quarter" idx="66"/>
          </p:nvPr>
        </p:nvSpPr>
        <p:spPr>
          <a:xfrm>
            <a:off x="518318" y="6687622"/>
            <a:ext cx="5433219" cy="123111"/>
          </a:xfrm>
        </p:spPr>
        <p:txBody>
          <a:bodyPr wrap="square" anchor="t">
            <a:norm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zh-TW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</a:rPr>
              <a:t>ZEISS</a:t>
            </a:r>
            <a:endParaRPr kumimoji="0" lang="en-US" altLang="zh-CN" b="0" i="0" u="none" strike="noStrike" kern="1200" cap="none" spc="0" normalizeH="0" baseline="0" noProof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87C11AE-9C76-C112-A866-0F3608F665C9}"/>
              </a:ext>
            </a:extLst>
          </p:cNvPr>
          <p:cNvSpPr>
            <a:spLocks noGrp="1"/>
          </p:cNvSpPr>
          <p:nvPr>
            <p:ph type="sldNum" sz="quarter" idx="67"/>
          </p:nvPr>
        </p:nvSpPr>
        <p:spPr>
          <a:xfrm>
            <a:off x="11459658" y="6687622"/>
            <a:ext cx="216405" cy="123111"/>
          </a:xfrm>
        </p:spPr>
        <p:txBody>
          <a:bodyPr wrap="none" anchor="t">
            <a:norm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C6A4AD45-2621-4550-9DC5-4911F1B5FA4D}" type="slidenum">
              <a:rPr kumimoji="0" lang="de-DE" b="0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</a:rPr>
              <a:pPr marL="0" marR="0" lvl="0" indent="0" defTabSz="914400" rtl="0" eaLnBrk="1" fontAlgn="auto" latinLnBrk="0" hangingPunct="1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de-DE" b="0" i="0" u="none" strike="noStrike" kern="1200" cap="none" spc="0" normalizeH="0" baseline="0" noProof="0">
              <a:ln>
                <a:noFill/>
              </a:ln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456908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ACB78-9655-1666-0EDD-D9D8E5A3F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DC3EC0B1-E908-43F2-33A6-C64A99E3DE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319" y="1799215"/>
            <a:ext cx="5433216" cy="4129243"/>
          </a:xfrm>
          <a:prstGeom prst="rect">
            <a:avLst/>
          </a:prstGeom>
          <a:noFill/>
        </p:spPr>
      </p:pic>
      <p:sp>
        <p:nvSpPr>
          <p:cNvPr id="11" name="Titel 10">
            <a:extLst>
              <a:ext uri="{FF2B5EF4-FFF2-40B4-BE49-F238E27FC236}">
                <a16:creationId xmlns:a16="http://schemas.microsoft.com/office/drawing/2014/main" id="{B27A1D74-B3BE-DD43-2C16-F650FE0E6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9" y="299633"/>
            <a:ext cx="9740106" cy="369332"/>
          </a:xfrm>
        </p:spPr>
        <p:txBody>
          <a:bodyPr wrap="square" anchor="t">
            <a:normAutofit/>
          </a:bodyPr>
          <a:lstStyle/>
          <a:p>
            <a:r>
              <a:rPr lang="zh-CN" altLang="en-US" dirty="0"/>
              <a:t>模块介绍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1A4627A4-A5ED-B3BC-087F-CA90F8A08087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18319" y="642855"/>
            <a:ext cx="9740106" cy="369332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r>
              <a:rPr lang="zh-CN" altLang="en-US" dirty="0"/>
              <a:t>收集云盘步距规数据</a:t>
            </a:r>
            <a:endParaRPr lang="ja-JP" altLang="en-US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9C552F53-FEC0-AEDD-A179-421F262CCE8E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6242844" y="1631837"/>
            <a:ext cx="5433219" cy="4464000"/>
          </a:xfrm>
        </p:spPr>
        <p:txBody>
          <a:bodyPr anchor="t">
            <a:normAutofit/>
          </a:bodyPr>
          <a:lstStyle/>
          <a:p>
            <a:r>
              <a:rPr lang="zh-CN" altLang="en-US" b="1" dirty="0">
                <a:solidFill>
                  <a:srgbClr val="000000"/>
                </a:solidFill>
              </a:rPr>
              <a:t>爬取云盘步距规证书中所有实测值，转换成</a:t>
            </a:r>
            <a:r>
              <a:rPr lang="en-US" altLang="zh-CN" b="1" dirty="0">
                <a:solidFill>
                  <a:srgbClr val="000000"/>
                </a:solidFill>
              </a:rPr>
              <a:t>txt</a:t>
            </a:r>
            <a:r>
              <a:rPr lang="zh-CN" altLang="en-US" b="1" dirty="0">
                <a:solidFill>
                  <a:srgbClr val="000000"/>
                </a:solidFill>
              </a:rPr>
              <a:t>并保存到本地</a:t>
            </a:r>
            <a:endParaRPr lang="en-US" altLang="zh-CN" b="1" dirty="0">
              <a:solidFill>
                <a:srgbClr val="000000"/>
              </a:solidFill>
            </a:endParaRPr>
          </a:p>
          <a:p>
            <a:r>
              <a:rPr lang="zh-CN" altLang="en-US" dirty="0">
                <a:solidFill>
                  <a:srgbClr val="000000"/>
                </a:solidFill>
              </a:rPr>
              <a:t>识别非扫描件</a:t>
            </a:r>
            <a:r>
              <a:rPr lang="en-US" altLang="zh-CN" dirty="0">
                <a:solidFill>
                  <a:srgbClr val="000000"/>
                </a:solidFill>
              </a:rPr>
              <a:t>PDF</a:t>
            </a:r>
            <a:r>
              <a:rPr lang="zh-CN" altLang="en-US" dirty="0">
                <a:solidFill>
                  <a:srgbClr val="000000"/>
                </a:solidFill>
              </a:rPr>
              <a:t>表格数据，提取第三页实测值，保存为原文件名的</a:t>
            </a:r>
            <a:r>
              <a:rPr lang="en-US" altLang="zh-CN" dirty="0">
                <a:solidFill>
                  <a:srgbClr val="000000"/>
                </a:solidFill>
              </a:rPr>
              <a:t>txt</a:t>
            </a:r>
            <a:r>
              <a:rPr lang="zh-CN" altLang="en-US" dirty="0">
                <a:solidFill>
                  <a:srgbClr val="000000"/>
                </a:solidFill>
              </a:rPr>
              <a:t>文件，用于使用步距规校准精度。</a:t>
            </a:r>
            <a:endParaRPr lang="en-US" altLang="zh-CN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省去工具数据文档的手动创建步骤，减少手动输入可能引发的错误。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实现步距规所有尺寸实测值的自动采集，更换步距规程序时无需手动添加数据。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</a:rPr>
              <a:t>文件名包含工具到期时间，</a:t>
            </a:r>
            <a:r>
              <a:rPr lang="zh-CN" altLang="en-US" dirty="0"/>
              <a:t>避免误用已过期的步距规校准数据</a:t>
            </a:r>
            <a:endParaRPr lang="en-US" altLang="zh-CN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</a:rPr>
              <a:t>保留原文件名关联，便于实测数据与对应步距规证书快速匹配，降低数据溯源成本。</a:t>
            </a:r>
            <a:endParaRPr lang="en-US" altLang="zh-CN" dirty="0">
              <a:solidFill>
                <a:srgbClr val="000000"/>
              </a:solidFill>
            </a:endParaRP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1B08E0D-E2D0-8268-71A8-AACC13D70666}"/>
              </a:ext>
            </a:extLst>
          </p:cNvPr>
          <p:cNvSpPr>
            <a:spLocks noGrp="1"/>
          </p:cNvSpPr>
          <p:nvPr>
            <p:ph type="ftr" sz="quarter" idx="66"/>
          </p:nvPr>
        </p:nvSpPr>
        <p:spPr>
          <a:xfrm>
            <a:off x="518318" y="6687622"/>
            <a:ext cx="5433219" cy="123111"/>
          </a:xfrm>
        </p:spPr>
        <p:txBody>
          <a:bodyPr wrap="square" anchor="t">
            <a:norm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zh-TW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</a:rPr>
              <a:t>ZEISS</a:t>
            </a:r>
            <a:endParaRPr kumimoji="0" lang="en-US" altLang="zh-CN" b="0" i="0" u="none" strike="noStrike" kern="1200" cap="none" spc="0" normalizeH="0" baseline="0" noProof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0C6487C-E0B8-575C-FAAE-5815AA524365}"/>
              </a:ext>
            </a:extLst>
          </p:cNvPr>
          <p:cNvSpPr>
            <a:spLocks noGrp="1"/>
          </p:cNvSpPr>
          <p:nvPr>
            <p:ph type="sldNum" sz="quarter" idx="67"/>
          </p:nvPr>
        </p:nvSpPr>
        <p:spPr>
          <a:xfrm>
            <a:off x="11459658" y="6687622"/>
            <a:ext cx="216405" cy="123111"/>
          </a:xfrm>
        </p:spPr>
        <p:txBody>
          <a:bodyPr wrap="none" anchor="t">
            <a:norm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C6A4AD45-2621-4550-9DC5-4911F1B5FA4D}" type="slidenum">
              <a:rPr kumimoji="0" lang="de-DE" b="0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</a:rPr>
              <a:pPr marL="0" marR="0" lvl="0" indent="0" defTabSz="914400" rtl="0" eaLnBrk="1" fontAlgn="auto" latinLnBrk="0" hangingPunct="1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de-DE" b="0" i="0" u="none" strike="noStrike" kern="1200" cap="none" spc="0" normalizeH="0" baseline="0" noProof="0">
              <a:ln>
                <a:noFill/>
              </a:ln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859094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32AA14-3D0F-4759-6CA7-DB20D6DA7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3F4CBA96-2A79-45D0-2B3A-F6B512B00E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319" y="2382795"/>
            <a:ext cx="5433216" cy="2962084"/>
          </a:xfrm>
          <a:prstGeom prst="rect">
            <a:avLst/>
          </a:prstGeom>
          <a:noFill/>
        </p:spPr>
      </p:pic>
      <p:sp>
        <p:nvSpPr>
          <p:cNvPr id="11" name="Titel 10">
            <a:extLst>
              <a:ext uri="{FF2B5EF4-FFF2-40B4-BE49-F238E27FC236}">
                <a16:creationId xmlns:a16="http://schemas.microsoft.com/office/drawing/2014/main" id="{B612D706-DE70-1EEB-AC19-6337BFAB7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t">
            <a:normAutofit/>
          </a:bodyPr>
          <a:lstStyle/>
          <a:p>
            <a:r>
              <a:rPr lang="zh-CN" altLang="en-US" dirty="0"/>
              <a:t>模块介绍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42BA3DC7-45BE-49F9-8554-5B7E5AF25905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/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r>
              <a:rPr lang="zh-CN" altLang="en-US" dirty="0"/>
              <a:t>创建</a:t>
            </a:r>
            <a:r>
              <a:rPr lang="en-US" altLang="zh-CN" dirty="0"/>
              <a:t>DATA</a:t>
            </a:r>
            <a:r>
              <a:rPr lang="zh-CN" altLang="en-US" dirty="0"/>
              <a:t>文件夹和检索</a:t>
            </a:r>
            <a:r>
              <a:rPr lang="en-US" altLang="zh-CN" dirty="0"/>
              <a:t>tool</a:t>
            </a:r>
            <a:r>
              <a:rPr lang="zh-CN" altLang="en-US" dirty="0"/>
              <a:t>文件</a:t>
            </a:r>
            <a:endParaRPr lang="ja-JP" altLang="en-US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677969C7-C7A5-9ECE-9175-416203CDB0B6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 anchor="t">
            <a:normAutofit/>
          </a:bodyPr>
          <a:lstStyle/>
          <a:p>
            <a:r>
              <a:rPr lang="zh-CN" altLang="en-US" b="1" dirty="0">
                <a:solidFill>
                  <a:srgbClr val="000000"/>
                </a:solidFill>
              </a:rPr>
              <a:t>桌面创建自命名的</a:t>
            </a:r>
            <a:r>
              <a:rPr lang="en-US" altLang="zh-CN" b="1" dirty="0">
                <a:solidFill>
                  <a:srgbClr val="000000"/>
                </a:solidFill>
              </a:rPr>
              <a:t>DATA</a:t>
            </a:r>
            <a:r>
              <a:rPr lang="zh-CN" altLang="en-US" b="1" dirty="0">
                <a:solidFill>
                  <a:srgbClr val="000000"/>
                </a:solidFill>
              </a:rPr>
              <a:t>文件夹以及搜索桌面</a:t>
            </a:r>
            <a:r>
              <a:rPr lang="en-US" altLang="zh-CN" b="1" dirty="0">
                <a:solidFill>
                  <a:srgbClr val="000000"/>
                </a:solidFill>
              </a:rPr>
              <a:t>tool</a:t>
            </a:r>
            <a:r>
              <a:rPr lang="zh-CN" altLang="en-US" b="1" dirty="0">
                <a:solidFill>
                  <a:srgbClr val="000000"/>
                </a:solidFill>
              </a:rPr>
              <a:t>文件夹中</a:t>
            </a:r>
            <a:r>
              <a:rPr lang="en-US" altLang="zh-CN" b="1" dirty="0">
                <a:solidFill>
                  <a:srgbClr val="000000"/>
                </a:solidFill>
              </a:rPr>
              <a:t>txt</a:t>
            </a:r>
            <a:r>
              <a:rPr lang="zh-CN" altLang="en-US" b="1" dirty="0">
                <a:solidFill>
                  <a:srgbClr val="000000"/>
                </a:solidFill>
              </a:rPr>
              <a:t>，用于精度校验</a:t>
            </a:r>
            <a:r>
              <a:rPr lang="zh-CN" altLang="en-US" dirty="0">
                <a:solidFill>
                  <a:srgbClr val="000000"/>
                </a:solidFill>
              </a:rPr>
              <a:t>。</a:t>
            </a:r>
            <a:endParaRPr lang="en-US" altLang="zh-CN" dirty="0">
              <a:solidFill>
                <a:srgbClr val="000000"/>
              </a:solidFill>
            </a:endParaRPr>
          </a:p>
          <a:p>
            <a:endParaRPr lang="en-US" altLang="zh-CN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一键创建自定义命名的 </a:t>
            </a:r>
            <a:r>
              <a:rPr lang="en-US" altLang="zh-CN" dirty="0"/>
              <a:t>DATA </a:t>
            </a:r>
            <a:r>
              <a:rPr lang="zh-CN" altLang="en-US" dirty="0"/>
              <a:t>文件夹，无需手动导航桌面、新建文件夹并命名，缩短精度校验前期准备时间。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自动检索 </a:t>
            </a:r>
            <a:r>
              <a:rPr lang="en-US" altLang="zh-CN" dirty="0"/>
              <a:t>tool </a:t>
            </a:r>
            <a:r>
              <a:rPr lang="zh-CN" altLang="en-US" dirty="0"/>
              <a:t>文件夹中的 </a:t>
            </a:r>
            <a:r>
              <a:rPr lang="en-US" altLang="zh-CN" dirty="0"/>
              <a:t>txt </a:t>
            </a:r>
            <a:r>
              <a:rPr lang="zh-CN" altLang="en-US" dirty="0"/>
              <a:t>工具数据，无需人工文件查找，快速锁定所需数据文件。</a:t>
            </a:r>
          </a:p>
          <a:p>
            <a:endParaRPr lang="en-US" altLang="zh-CN" dirty="0">
              <a:solidFill>
                <a:srgbClr val="000000"/>
              </a:solidFill>
            </a:endParaRPr>
          </a:p>
          <a:p>
            <a:r>
              <a:rPr lang="zh-CN" altLang="en-US" dirty="0">
                <a:solidFill>
                  <a:srgbClr val="000000"/>
                </a:solidFill>
              </a:rPr>
              <a:t>使用步骤详见下页</a:t>
            </a:r>
            <a:endParaRPr lang="en-US" altLang="zh-CN" dirty="0">
              <a:solidFill>
                <a:srgbClr val="000000"/>
              </a:solidFill>
            </a:endParaRP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C59AFA3B-9B56-7030-C290-828532CA1EA6}"/>
              </a:ext>
            </a:extLst>
          </p:cNvPr>
          <p:cNvSpPr>
            <a:spLocks noGrp="1"/>
          </p:cNvSpPr>
          <p:nvPr>
            <p:ph type="ftr" sz="quarter" idx="66"/>
          </p:nvPr>
        </p:nvSpPr>
        <p:spPr/>
        <p:txBody>
          <a:bodyPr wrap="square" anchor="t">
            <a:norm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zh-TW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</a:rPr>
              <a:t>ZEISS</a:t>
            </a:r>
            <a:endParaRPr kumimoji="0" lang="en-US" altLang="zh-CN" b="0" i="0" u="none" strike="noStrike" kern="1200" cap="none" spc="0" normalizeH="0" baseline="0" noProof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0A6EC96-9EF2-6A37-0A3E-945F71EBEE5B}"/>
              </a:ext>
            </a:extLst>
          </p:cNvPr>
          <p:cNvSpPr>
            <a:spLocks noGrp="1"/>
          </p:cNvSpPr>
          <p:nvPr>
            <p:ph type="sldNum" sz="quarter" idx="67"/>
          </p:nvPr>
        </p:nvSpPr>
        <p:spPr/>
        <p:txBody>
          <a:bodyPr wrap="none" anchor="t">
            <a:norm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C6A4AD45-2621-4550-9DC5-4911F1B5FA4D}" type="slidenum">
              <a:rPr kumimoji="0" lang="de-DE" b="0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</a:rPr>
              <a:pPr marL="0" marR="0" lvl="0" indent="0" defTabSz="914400" rtl="0" eaLnBrk="1" fontAlgn="auto" latinLnBrk="0" hangingPunct="1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de-DE" b="0" i="0" u="none" strike="noStrike" kern="1200" cap="none" spc="0" normalizeH="0" baseline="0" noProof="0">
              <a:ln>
                <a:noFill/>
              </a:ln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3127011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5E5798D9-BDF4-4DC9-B973-2F2F78D5C14F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18319" y="644400"/>
            <a:ext cx="9740106" cy="369332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zh-CN" altLang="en-US" dirty="0"/>
              <a:t>创建</a:t>
            </a:r>
            <a:r>
              <a:rPr lang="en-US" altLang="zh-CN" dirty="0"/>
              <a:t>DATA</a:t>
            </a:r>
            <a:r>
              <a:rPr lang="zh-CN" altLang="en-US" dirty="0"/>
              <a:t>文件夹和检索</a:t>
            </a:r>
            <a:r>
              <a:rPr lang="en-US" altLang="zh-CN" dirty="0"/>
              <a:t>tool</a:t>
            </a:r>
            <a:r>
              <a:rPr lang="zh-CN" altLang="en-US" dirty="0"/>
              <a:t>文件</a:t>
            </a:r>
            <a:endParaRPr lang="ja-JP" altLang="en-US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9BDB5EDF-0862-4B25-A49A-0B793FDEC404}"/>
              </a:ext>
            </a:extLst>
          </p:cNvPr>
          <p:cNvSpPr>
            <a:spLocks noGrp="1"/>
          </p:cNvSpPr>
          <p:nvPr>
            <p:ph type="ftr" sz="quarter" idx="6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+mn-ea"/>
                <a:cs typeface="ZEISS Frutiger Next W1G Medium"/>
              </a:rPr>
              <a:t>ZEISS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574B561E-744D-4BD6-9095-DAFFBD6422B4}"/>
              </a:ext>
            </a:extLst>
          </p:cNvPr>
          <p:cNvSpPr>
            <a:spLocks noGrp="1"/>
          </p:cNvSpPr>
          <p:nvPr>
            <p:ph type="sldNum" sz="quarter" idx="6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A4AD45-2621-4550-9DC5-4911F1B5FA4D}" type="slidenum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ZEISS Frutiger Next W1G"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de-DE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ZEISS Frutiger Next W1G"/>
              <a:ea typeface="+mn-ea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882E8D94-2E14-CD05-A028-7299BC145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模块介绍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2E2A7E53-E7F4-E865-281A-9AC27960AE19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8819535" y="1479089"/>
            <a:ext cx="3297600" cy="13428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4" name="图片 53">
            <a:extLst>
              <a:ext uri="{FF2B5EF4-FFF2-40B4-BE49-F238E27FC236}">
                <a16:creationId xmlns:a16="http://schemas.microsoft.com/office/drawing/2014/main" id="{DB7AB4B0-76C7-35A3-989C-86C868272B3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8174" y="1510838"/>
            <a:ext cx="3297600" cy="13428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6" name="图片 55">
            <a:extLst>
              <a:ext uri="{FF2B5EF4-FFF2-40B4-BE49-F238E27FC236}">
                <a16:creationId xmlns:a16="http://schemas.microsoft.com/office/drawing/2014/main" id="{64780371-8A1A-5C95-2D45-E4D512B629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155" y="1509025"/>
            <a:ext cx="3296110" cy="134321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58" name="文本框 57">
            <a:extLst>
              <a:ext uri="{FF2B5EF4-FFF2-40B4-BE49-F238E27FC236}">
                <a16:creationId xmlns:a16="http://schemas.microsoft.com/office/drawing/2014/main" id="{B0EAEE62-CBA0-6C2A-8E1F-929CE2F43542}"/>
              </a:ext>
            </a:extLst>
          </p:cNvPr>
          <p:cNvSpPr txBox="1"/>
          <p:nvPr/>
        </p:nvSpPr>
        <p:spPr>
          <a:xfrm>
            <a:off x="640080" y="3048000"/>
            <a:ext cx="2956560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800"/>
              </a:spcAft>
            </a:pPr>
            <a:r>
              <a:rPr lang="zh-CN" altLang="en-US" sz="1400" dirty="0"/>
              <a:t>在弹出的输入框中，填写需要创建的 </a:t>
            </a:r>
            <a:r>
              <a:rPr lang="en-US" altLang="zh-CN" sz="1400" dirty="0"/>
              <a:t>DATA </a:t>
            </a:r>
            <a:r>
              <a:rPr lang="zh-CN" altLang="en-US" sz="1400" dirty="0"/>
              <a:t>文件夹名称点击 “</a:t>
            </a:r>
            <a:r>
              <a:rPr lang="en-US" altLang="zh-CN" sz="1400" dirty="0"/>
              <a:t>OK” </a:t>
            </a:r>
            <a:r>
              <a:rPr lang="zh-CN" altLang="en-US" sz="1400" dirty="0"/>
              <a:t>确认，支持粘贴。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9DF0EC21-C8B3-4A3C-EF09-CFC0E676EFC3}"/>
              </a:ext>
            </a:extLst>
          </p:cNvPr>
          <p:cNvSpPr txBox="1"/>
          <p:nvPr/>
        </p:nvSpPr>
        <p:spPr>
          <a:xfrm>
            <a:off x="4917440" y="3027680"/>
            <a:ext cx="3048000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800"/>
              </a:spcAft>
            </a:pPr>
            <a:r>
              <a:rPr lang="zh-CN" altLang="en-US" sz="1400" dirty="0"/>
              <a:t>输入需要检索的 </a:t>
            </a:r>
            <a:r>
              <a:rPr lang="en-US" altLang="zh-CN" sz="1400" dirty="0"/>
              <a:t>tool </a:t>
            </a:r>
            <a:r>
              <a:rPr lang="zh-CN" altLang="en-US" sz="1400" dirty="0"/>
              <a:t>文件夹中 </a:t>
            </a:r>
            <a:r>
              <a:rPr lang="en-US" altLang="zh-CN" sz="1400" dirty="0"/>
              <a:t>txt </a:t>
            </a:r>
            <a:r>
              <a:rPr lang="zh-CN" altLang="en-US" sz="1400" dirty="0"/>
              <a:t>文件的关键词，点击 “</a:t>
            </a:r>
            <a:r>
              <a:rPr lang="en-US" altLang="zh-CN" sz="1400" dirty="0"/>
              <a:t>OK” </a:t>
            </a:r>
            <a:r>
              <a:rPr lang="zh-CN" altLang="en-US" sz="1400" dirty="0"/>
              <a:t>开始检索。支持模糊搜索。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B7BBED0C-89EA-B911-4A0C-9FB64EF59F76}"/>
              </a:ext>
            </a:extLst>
          </p:cNvPr>
          <p:cNvSpPr txBox="1"/>
          <p:nvPr/>
        </p:nvSpPr>
        <p:spPr>
          <a:xfrm>
            <a:off x="9022080" y="3005574"/>
            <a:ext cx="2921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 i="0" dirty="0">
                <a:effectLst/>
                <a:latin typeface="Inter"/>
              </a:rPr>
              <a:t>系统自动定位到最新日期匹配的 </a:t>
            </a:r>
            <a:r>
              <a:rPr lang="en-US" altLang="zh-CN" sz="1400" b="0" i="0" dirty="0">
                <a:effectLst/>
                <a:latin typeface="Inter"/>
              </a:rPr>
              <a:t>txt </a:t>
            </a:r>
            <a:r>
              <a:rPr lang="zh-CN" altLang="en-US" sz="1400" b="0" i="0" dirty="0">
                <a:effectLst/>
                <a:latin typeface="Inter"/>
              </a:rPr>
              <a:t>文件，并复制到新文件夹下。</a:t>
            </a:r>
            <a:endParaRPr lang="zh-CN" altLang="en-US" sz="1400" dirty="0"/>
          </a:p>
        </p:txBody>
      </p:sp>
      <p:sp>
        <p:nvSpPr>
          <p:cNvPr id="67" name="流程图: 接点 66">
            <a:extLst>
              <a:ext uri="{FF2B5EF4-FFF2-40B4-BE49-F238E27FC236}">
                <a16:creationId xmlns:a16="http://schemas.microsoft.com/office/drawing/2014/main" id="{C95801C8-74D1-FA2A-DA4F-9F1B1B3EAB64}"/>
              </a:ext>
            </a:extLst>
          </p:cNvPr>
          <p:cNvSpPr/>
          <p:nvPr/>
        </p:nvSpPr>
        <p:spPr>
          <a:xfrm>
            <a:off x="187141" y="1291632"/>
            <a:ext cx="457200" cy="457200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504000" rIns="252000" bIns="180000" rtlCol="0" anchor="ctr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ZEISS Frutiger Next W1G"/>
                <a:ea typeface="+mn-ea"/>
                <a:cs typeface="+mn-cs"/>
              </a:rPr>
              <a:t>1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ZEISS Frutiger Next W1G"/>
              <a:ea typeface="+mn-ea"/>
              <a:cs typeface="+mn-cs"/>
            </a:endParaRPr>
          </a:p>
        </p:txBody>
      </p:sp>
      <p:sp>
        <p:nvSpPr>
          <p:cNvPr id="68" name="流程图: 接点 67">
            <a:extLst>
              <a:ext uri="{FF2B5EF4-FFF2-40B4-BE49-F238E27FC236}">
                <a16:creationId xmlns:a16="http://schemas.microsoft.com/office/drawing/2014/main" id="{790E93ED-7AFA-51E4-8E5B-61DEC2D75EF2}"/>
              </a:ext>
            </a:extLst>
          </p:cNvPr>
          <p:cNvSpPr/>
          <p:nvPr/>
        </p:nvSpPr>
        <p:spPr>
          <a:xfrm>
            <a:off x="4454341" y="1301792"/>
            <a:ext cx="457200" cy="457200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504000" rIns="252000" bIns="180000" rtlCol="0" anchor="ctr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ZEISS Frutiger Next W1G"/>
                <a:ea typeface="+mn-ea"/>
                <a:cs typeface="+mn-cs"/>
              </a:rPr>
              <a:t>2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ZEISS Frutiger Next W1G"/>
              <a:ea typeface="+mn-ea"/>
              <a:cs typeface="+mn-cs"/>
            </a:endParaRPr>
          </a:p>
        </p:txBody>
      </p:sp>
      <p:sp>
        <p:nvSpPr>
          <p:cNvPr id="69" name="流程图: 接点 68">
            <a:extLst>
              <a:ext uri="{FF2B5EF4-FFF2-40B4-BE49-F238E27FC236}">
                <a16:creationId xmlns:a16="http://schemas.microsoft.com/office/drawing/2014/main" id="{6E4FAD6C-00B6-FBF6-80FD-811D4FDD820C}"/>
              </a:ext>
            </a:extLst>
          </p:cNvPr>
          <p:cNvSpPr/>
          <p:nvPr/>
        </p:nvSpPr>
        <p:spPr>
          <a:xfrm>
            <a:off x="8498021" y="1322112"/>
            <a:ext cx="457200" cy="457200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504000" rIns="252000" bIns="180000" rtlCol="0" anchor="ctr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altLang="zh-CN" sz="1600" b="1" dirty="0">
                <a:solidFill>
                  <a:srgbClr val="000000"/>
                </a:solidFill>
                <a:latin typeface="ZEISS Frutiger Next W1G"/>
              </a:rPr>
              <a:t>3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ZEISS Frutiger Next W1G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ZEISS Frutiger Next W1G"/>
              <a:ea typeface="+mn-ea"/>
              <a:cs typeface="+mn-cs"/>
            </a:endParaRPr>
          </a:p>
        </p:txBody>
      </p: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D9997C0A-50B0-3AF9-91E8-2C5C0812C953}"/>
              </a:ext>
            </a:extLst>
          </p:cNvPr>
          <p:cNvGrpSpPr/>
          <p:nvPr/>
        </p:nvGrpSpPr>
        <p:grpSpPr>
          <a:xfrm>
            <a:off x="4546109" y="3940115"/>
            <a:ext cx="3599497" cy="2570085"/>
            <a:chOff x="8518341" y="3841792"/>
            <a:chExt cx="3599497" cy="2570085"/>
          </a:xfrm>
        </p:grpSpPr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E96CA068-F09C-92D4-5F32-A05E7DA2DF68}"/>
                </a:ext>
              </a:extLst>
            </p:cNvPr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820238" y="4159867"/>
              <a:ext cx="3297600" cy="1342800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FEE56560-010D-CA21-E3CF-4A5722DD0299}"/>
                </a:ext>
              </a:extLst>
            </p:cNvPr>
            <p:cNvSpPr txBox="1">
              <a:spLocks/>
            </p:cNvSpPr>
            <p:nvPr/>
          </p:nvSpPr>
          <p:spPr>
            <a:xfrm>
              <a:off x="8919824" y="5673213"/>
              <a:ext cx="3144356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400" b="0" i="0" dirty="0">
                  <a:effectLst/>
                  <a:latin typeface="Inter"/>
                </a:rPr>
                <a:t>如需检索其他 </a:t>
              </a:r>
              <a:r>
                <a:rPr lang="en-US" altLang="zh-CN" sz="1400" b="0" i="0" dirty="0">
                  <a:effectLst/>
                  <a:latin typeface="Inter"/>
                </a:rPr>
                <a:t>tool </a:t>
              </a:r>
              <a:r>
                <a:rPr lang="zh-CN" altLang="en-US" sz="1400" b="0" i="0" dirty="0">
                  <a:effectLst/>
                  <a:latin typeface="Inter"/>
                </a:rPr>
                <a:t>文件，可再次输入新的检索值；若无需继续，点“</a:t>
              </a:r>
              <a:r>
                <a:rPr lang="en-US" altLang="zh-CN" sz="1400" b="0" i="0" dirty="0">
                  <a:effectLst/>
                  <a:latin typeface="Inter"/>
                </a:rPr>
                <a:t>Cancel” </a:t>
              </a:r>
              <a:r>
                <a:rPr lang="zh-CN" altLang="en-US" sz="1400" b="0" i="0" dirty="0">
                  <a:effectLst/>
                  <a:latin typeface="Inter"/>
                </a:rPr>
                <a:t>退出检索流程。</a:t>
              </a:r>
              <a:endParaRPr lang="zh-CN" altLang="en-US" sz="1400" dirty="0"/>
            </a:p>
          </p:txBody>
        </p:sp>
        <p:sp>
          <p:nvSpPr>
            <p:cNvPr id="70" name="流程图: 接点 69">
              <a:extLst>
                <a:ext uri="{FF2B5EF4-FFF2-40B4-BE49-F238E27FC236}">
                  <a16:creationId xmlns:a16="http://schemas.microsoft.com/office/drawing/2014/main" id="{75FF6A7C-F9BB-A457-EA0E-43950A9D17E3}"/>
                </a:ext>
              </a:extLst>
            </p:cNvPr>
            <p:cNvSpPr>
              <a:spLocks/>
            </p:cNvSpPr>
            <p:nvPr/>
          </p:nvSpPr>
          <p:spPr>
            <a:xfrm>
              <a:off x="8518341" y="3841792"/>
              <a:ext cx="457200" cy="457200"/>
            </a:xfrm>
            <a:prstGeom prst="flowChartConnector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504000" rIns="252000" bIns="180000" rtlCol="0" anchor="ctr" anchorCtr="0">
              <a:noAutofit/>
            </a:bodyPr>
            <a:lstStyle/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lang="en-US" altLang="zh-CN" sz="1600" b="1" dirty="0">
                  <a:solidFill>
                    <a:srgbClr val="000000"/>
                  </a:solidFill>
                  <a:latin typeface="ZEISS Frutiger Next W1G"/>
                </a:rPr>
                <a:t>4</a:t>
              </a:r>
              <a:endPara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ZEISS Frutiger Next W1G"/>
                <a:ea typeface="+mn-ea"/>
                <a:cs typeface="+mn-cs"/>
              </a:endParaRPr>
            </a:p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ZEISS Frutiger Next W1G"/>
                <a:ea typeface="+mn-ea"/>
                <a:cs typeface="+mn-cs"/>
              </a:endParaRPr>
            </a:p>
          </p:txBody>
        </p: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D7CDF77C-9AD8-19E9-ACDE-9CE6E5A84275}"/>
              </a:ext>
            </a:extLst>
          </p:cNvPr>
          <p:cNvGrpSpPr/>
          <p:nvPr/>
        </p:nvGrpSpPr>
        <p:grpSpPr>
          <a:xfrm>
            <a:off x="8586184" y="3940769"/>
            <a:ext cx="3202694" cy="2713296"/>
            <a:chOff x="4525461" y="3862112"/>
            <a:chExt cx="3202694" cy="2713296"/>
          </a:xfrm>
        </p:grpSpPr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8C7C8E0F-44B0-0044-1D42-6E0C6FB27009}"/>
                </a:ext>
              </a:extLst>
            </p:cNvPr>
            <p:cNvPicPr>
              <a:picLocks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179114" y="3901440"/>
              <a:ext cx="2430726" cy="1784997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6EB1EFF3-13F6-32E7-940D-BD2D35ABECB3}"/>
                </a:ext>
              </a:extLst>
            </p:cNvPr>
            <p:cNvSpPr txBox="1">
              <a:spLocks/>
            </p:cNvSpPr>
            <p:nvPr/>
          </p:nvSpPr>
          <p:spPr>
            <a:xfrm>
              <a:off x="5152104" y="5836744"/>
              <a:ext cx="2576051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400" b="0" i="0" dirty="0">
                  <a:effectLst/>
                  <a:latin typeface="Inter"/>
                </a:rPr>
                <a:t>弹出 “所有文件夹创建完成” 提示，点击 “确定” 确认 </a:t>
              </a:r>
              <a:r>
                <a:rPr lang="en-US" altLang="zh-CN" sz="1400" b="0" i="0" dirty="0">
                  <a:effectLst/>
                  <a:latin typeface="Inter"/>
                </a:rPr>
                <a:t>DATA </a:t>
              </a:r>
              <a:r>
                <a:rPr lang="zh-CN" altLang="en-US" sz="1400" b="0" i="0" dirty="0">
                  <a:effectLst/>
                  <a:latin typeface="Inter"/>
                </a:rPr>
                <a:t>文件夹创建成功。</a:t>
              </a:r>
              <a:endParaRPr lang="zh-CN" altLang="en-US" sz="1400" dirty="0"/>
            </a:p>
          </p:txBody>
        </p:sp>
        <p:sp>
          <p:nvSpPr>
            <p:cNvPr id="71" name="流程图: 接点 70">
              <a:extLst>
                <a:ext uri="{FF2B5EF4-FFF2-40B4-BE49-F238E27FC236}">
                  <a16:creationId xmlns:a16="http://schemas.microsoft.com/office/drawing/2014/main" id="{92C2FF4D-2217-8BF8-D2EA-A8606AE38CBD}"/>
                </a:ext>
              </a:extLst>
            </p:cNvPr>
            <p:cNvSpPr>
              <a:spLocks/>
            </p:cNvSpPr>
            <p:nvPr/>
          </p:nvSpPr>
          <p:spPr>
            <a:xfrm>
              <a:off x="4525461" y="3862112"/>
              <a:ext cx="457200" cy="457200"/>
            </a:xfrm>
            <a:prstGeom prst="flowChartConnector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504000" rIns="252000" bIns="180000" rtlCol="0" anchor="ctr" anchorCtr="0">
              <a:noAutofit/>
            </a:bodyPr>
            <a:lstStyle/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lang="en-US" altLang="zh-CN" sz="1600" b="1" dirty="0">
                  <a:solidFill>
                    <a:srgbClr val="000000"/>
                  </a:solidFill>
                  <a:latin typeface="ZEISS Frutiger Next W1G"/>
                </a:rPr>
                <a:t>5</a:t>
              </a:r>
              <a:endPara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ZEISS Frutiger Next W1G"/>
                <a:ea typeface="+mn-ea"/>
                <a:cs typeface="+mn-cs"/>
              </a:endParaRPr>
            </a:p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ZEISS Frutiger Next W1G"/>
                <a:ea typeface="+mn-ea"/>
                <a:cs typeface="+mn-cs"/>
              </a:endParaRPr>
            </a:p>
          </p:txBody>
        </p:sp>
      </p:grpSp>
      <p:sp>
        <p:nvSpPr>
          <p:cNvPr id="72" name="文本框 71">
            <a:extLst>
              <a:ext uri="{FF2B5EF4-FFF2-40B4-BE49-F238E27FC236}">
                <a16:creationId xmlns:a16="http://schemas.microsoft.com/office/drawing/2014/main" id="{3DC11E88-F407-1147-8B59-2AB214F787DB}"/>
              </a:ext>
            </a:extLst>
          </p:cNvPr>
          <p:cNvSpPr txBox="1"/>
          <p:nvPr/>
        </p:nvSpPr>
        <p:spPr>
          <a:xfrm>
            <a:off x="658761" y="4345858"/>
            <a:ext cx="3539613" cy="160043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marR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zh-CN" altLang="en-US" sz="1400" dirty="0">
                <a:solidFill>
                  <a:srgbClr val="000000"/>
                </a:solidFill>
                <a:latin typeface="Microsoft YaHei"/>
              </a:rPr>
              <a:t>文件夹名称不关联</a:t>
            </a:r>
            <a:r>
              <a:rPr lang="en-US" altLang="zh-CN" sz="1400" dirty="0">
                <a:solidFill>
                  <a:srgbClr val="000000"/>
                </a:solidFill>
                <a:latin typeface="Microsoft YaHei"/>
              </a:rPr>
              <a:t>excel</a:t>
            </a:r>
            <a:r>
              <a:rPr lang="zh-CN" altLang="en-US" sz="1400" dirty="0">
                <a:solidFill>
                  <a:srgbClr val="000000"/>
                </a:solidFill>
                <a:latin typeface="Microsoft YaHei"/>
              </a:rPr>
              <a:t>，所以需要自己手动输入</a:t>
            </a:r>
            <a:endParaRPr lang="en-US" altLang="zh-CN" sz="1400" dirty="0">
              <a:solidFill>
                <a:srgbClr val="000000"/>
              </a:solidFill>
              <a:latin typeface="Microsoft YaHei"/>
            </a:endParaRPr>
          </a:p>
          <a:p>
            <a:pPr marL="285750" marR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Tool</a:t>
            </a:r>
            <a:r>
              <a:rPr lang="zh-CN" altLang="en-US" sz="1400" dirty="0">
                <a:solidFill>
                  <a:srgbClr val="000000"/>
                </a:solidFill>
                <a:latin typeface="Microsoft YaHei"/>
              </a:rPr>
              <a:t>检索支持模糊搜索，如文件名</a:t>
            </a:r>
            <a:r>
              <a:rPr lang="en-US" altLang="zh-CN" sz="1400" dirty="0">
                <a:solidFill>
                  <a:srgbClr val="000000"/>
                </a:solidFill>
                <a:latin typeface="Microsoft YaHei"/>
              </a:rPr>
              <a:t>C1-1010</a:t>
            </a:r>
            <a:r>
              <a:rPr lang="zh-CN" altLang="en-US" sz="1400" dirty="0">
                <a:solidFill>
                  <a:srgbClr val="000000"/>
                </a:solidFill>
                <a:latin typeface="Microsoft YaHei"/>
              </a:rPr>
              <a:t>，只需要输入</a:t>
            </a:r>
            <a:r>
              <a:rPr lang="en-US" altLang="zh-CN" sz="1400" dirty="0">
                <a:solidFill>
                  <a:srgbClr val="000000"/>
                </a:solidFill>
                <a:latin typeface="Microsoft YaHei"/>
              </a:rPr>
              <a:t>1010</a:t>
            </a:r>
            <a:r>
              <a:rPr lang="zh-CN" altLang="en-US" sz="1400" dirty="0">
                <a:solidFill>
                  <a:srgbClr val="000000"/>
                </a:solidFill>
                <a:latin typeface="Microsoft YaHei"/>
              </a:rPr>
              <a:t>就可以</a:t>
            </a:r>
            <a:endParaRPr lang="en-US" altLang="zh-CN" sz="1400" dirty="0">
              <a:solidFill>
                <a:srgbClr val="000000"/>
              </a:solidFill>
              <a:latin typeface="Microsoft YaHei"/>
            </a:endParaRPr>
          </a:p>
          <a:p>
            <a:pPr marL="285750" marR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zh-CN" sz="1400" dirty="0">
                <a:solidFill>
                  <a:srgbClr val="000000"/>
                </a:solidFill>
                <a:latin typeface="Microsoft YaHei"/>
              </a:rPr>
              <a:t>Tool</a:t>
            </a:r>
            <a:r>
              <a:rPr lang="zh-CN" altLang="en-US" sz="1400" dirty="0">
                <a:solidFill>
                  <a:srgbClr val="000000"/>
                </a:solidFill>
                <a:latin typeface="Microsoft YaHei"/>
              </a:rPr>
              <a:t>检索会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筛选出最新日期的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txt</a:t>
            </a:r>
          </a:p>
          <a:p>
            <a:pPr marL="285750" marR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zh-CN" altLang="en-US" sz="1400" dirty="0">
                <a:solidFill>
                  <a:srgbClr val="000000"/>
                </a:solidFill>
                <a:latin typeface="Microsoft YaHei"/>
              </a:rPr>
              <a:t>点击第</a:t>
            </a:r>
            <a:r>
              <a:rPr lang="en-US" altLang="zh-CN" sz="1400" dirty="0">
                <a:solidFill>
                  <a:srgbClr val="000000"/>
                </a:solidFill>
                <a:latin typeface="Microsoft YaHei"/>
              </a:rPr>
              <a:t>4</a:t>
            </a:r>
            <a:r>
              <a:rPr lang="zh-CN" altLang="en-US" sz="1400" dirty="0">
                <a:solidFill>
                  <a:srgbClr val="000000"/>
                </a:solidFill>
                <a:latin typeface="Microsoft YaHei"/>
              </a:rPr>
              <a:t>步的</a:t>
            </a:r>
            <a:r>
              <a:rPr lang="en-US" altLang="zh-CN" sz="1400" dirty="0">
                <a:solidFill>
                  <a:srgbClr val="000000"/>
                </a:solidFill>
                <a:latin typeface="Microsoft YaHei"/>
              </a:rPr>
              <a:t>cancel</a:t>
            </a:r>
            <a:r>
              <a:rPr lang="zh-CN" altLang="en-US" sz="1400" dirty="0">
                <a:solidFill>
                  <a:srgbClr val="000000"/>
                </a:solidFill>
                <a:latin typeface="Microsoft YaHei"/>
              </a:rPr>
              <a:t>，结束程序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08317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B796D-40C4-B8A4-A76E-DAABC31D0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33FB8F9-6C4E-F30C-9C79-5F8136F988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319" y="1676968"/>
            <a:ext cx="5433216" cy="4373738"/>
          </a:xfrm>
          <a:prstGeom prst="rect">
            <a:avLst/>
          </a:prstGeom>
          <a:noFill/>
        </p:spPr>
      </p:pic>
      <p:sp>
        <p:nvSpPr>
          <p:cNvPr id="11" name="Titel 10">
            <a:extLst>
              <a:ext uri="{FF2B5EF4-FFF2-40B4-BE49-F238E27FC236}">
                <a16:creationId xmlns:a16="http://schemas.microsoft.com/office/drawing/2014/main" id="{41A47393-FB6B-54E2-FE18-51AA133DF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9" y="299633"/>
            <a:ext cx="9740106" cy="369332"/>
          </a:xfrm>
        </p:spPr>
        <p:txBody>
          <a:bodyPr wrap="square" anchor="t">
            <a:normAutofit/>
          </a:bodyPr>
          <a:lstStyle/>
          <a:p>
            <a:r>
              <a:rPr lang="zh-CN" altLang="en-US" dirty="0"/>
              <a:t>模块介绍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210A451B-283E-B466-2F0D-428E3D7DA637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18319" y="642855"/>
            <a:ext cx="9740106" cy="369332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r>
              <a:rPr lang="zh-CN" altLang="en-US" dirty="0"/>
              <a:t>搜索文件内容</a:t>
            </a:r>
            <a:endParaRPr lang="ja-JP" altLang="en-US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AF5B1BF8-F11C-AA38-0E40-915C46CB5D37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6242844" y="1631837"/>
            <a:ext cx="5433219" cy="4464000"/>
          </a:xfrm>
        </p:spPr>
        <p:txBody>
          <a:bodyPr anchor="t">
            <a:normAutofit/>
          </a:bodyPr>
          <a:lstStyle/>
          <a:p>
            <a:r>
              <a:rPr lang="zh-CN" altLang="en-US" b="1" dirty="0">
                <a:solidFill>
                  <a:srgbClr val="000000"/>
                </a:solidFill>
              </a:rPr>
              <a:t>该功能支持自定义检索文件名（默认检索</a:t>
            </a:r>
            <a:r>
              <a:rPr lang="en-US" altLang="zh-CN" b="1" dirty="0" err="1">
                <a:solidFill>
                  <a:srgbClr val="000000"/>
                </a:solidFill>
              </a:rPr>
              <a:t>config.kmg</a:t>
            </a:r>
            <a:r>
              <a:rPr lang="zh-CN" altLang="en-US" b="1" dirty="0">
                <a:solidFill>
                  <a:srgbClr val="000000"/>
                </a:solidFill>
              </a:rPr>
              <a:t>），以备份文件夹为默认目录，检索所有匹配文件名的文件，打开并读取内容后定位目标信息，返回匹配文件地址。适用于现场核对 </a:t>
            </a:r>
            <a:r>
              <a:rPr lang="en-US" altLang="zh-CN" b="1" dirty="0">
                <a:solidFill>
                  <a:srgbClr val="000000"/>
                </a:solidFill>
              </a:rPr>
              <a:t>CAA </a:t>
            </a:r>
            <a:r>
              <a:rPr lang="zh-CN" altLang="en-US" b="1" dirty="0">
                <a:solidFill>
                  <a:srgbClr val="000000"/>
                </a:solidFill>
              </a:rPr>
              <a:t>配置、替换 </a:t>
            </a:r>
            <a:r>
              <a:rPr lang="en-US" altLang="zh-CN" b="1" dirty="0">
                <a:solidFill>
                  <a:srgbClr val="000000"/>
                </a:solidFill>
              </a:rPr>
              <a:t>FW </a:t>
            </a:r>
            <a:r>
              <a:rPr lang="zh-CN" altLang="en-US" b="1" dirty="0">
                <a:solidFill>
                  <a:srgbClr val="000000"/>
                </a:solidFill>
              </a:rPr>
              <a:t>等场景，解决因机器配置存疑却找不到同类型设备 </a:t>
            </a:r>
            <a:r>
              <a:rPr lang="en-US" altLang="zh-CN" b="1" dirty="0">
                <a:solidFill>
                  <a:srgbClr val="000000"/>
                </a:solidFill>
              </a:rPr>
              <a:t>FW </a:t>
            </a:r>
            <a:r>
              <a:rPr lang="zh-CN" altLang="en-US" b="1" dirty="0">
                <a:solidFill>
                  <a:srgbClr val="000000"/>
                </a:solidFill>
              </a:rPr>
              <a:t>核对的痛点。</a:t>
            </a:r>
            <a:endParaRPr lang="en-US" altLang="zh-CN" b="1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一键检索文件夹内所有匹配文件，无需人工逐文件查找，大幅缩短配置核对时间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支持自定义检索，覆盖更多类型配置文件，适配多场景配置核对需求。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支持文件名大小写严格区分，避免因大小写模糊检索导致的无关文件干扰，确保检索结果 </a:t>
            </a:r>
            <a:r>
              <a:rPr lang="en-US" altLang="zh-CN" dirty="0"/>
              <a:t>100% </a:t>
            </a:r>
            <a:r>
              <a:rPr lang="zh-CN" altLang="en-US" dirty="0"/>
              <a:t>匹配目标文件</a:t>
            </a:r>
            <a:endParaRPr lang="en-US" altLang="zh-CN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EE70A748-08CA-9100-F75C-EE80E297055F}"/>
              </a:ext>
            </a:extLst>
          </p:cNvPr>
          <p:cNvSpPr>
            <a:spLocks noGrp="1"/>
          </p:cNvSpPr>
          <p:nvPr>
            <p:ph type="ftr" sz="quarter" idx="66"/>
          </p:nvPr>
        </p:nvSpPr>
        <p:spPr>
          <a:xfrm>
            <a:off x="518318" y="6687622"/>
            <a:ext cx="5433219" cy="123111"/>
          </a:xfrm>
        </p:spPr>
        <p:txBody>
          <a:bodyPr wrap="square" anchor="t">
            <a:norm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zh-TW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</a:rPr>
              <a:t>ZEISS</a:t>
            </a:r>
            <a:endParaRPr kumimoji="0" lang="en-US" altLang="zh-CN" b="0" i="0" u="none" strike="noStrike" kern="1200" cap="none" spc="0" normalizeH="0" baseline="0" noProof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854DCFD-1B48-C480-C21C-428D82461DAE}"/>
              </a:ext>
            </a:extLst>
          </p:cNvPr>
          <p:cNvSpPr>
            <a:spLocks noGrp="1"/>
          </p:cNvSpPr>
          <p:nvPr>
            <p:ph type="sldNum" sz="quarter" idx="67"/>
          </p:nvPr>
        </p:nvSpPr>
        <p:spPr>
          <a:xfrm>
            <a:off x="11459658" y="6687622"/>
            <a:ext cx="216405" cy="123111"/>
          </a:xfrm>
        </p:spPr>
        <p:txBody>
          <a:bodyPr wrap="none" anchor="t">
            <a:norm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C6A4AD45-2621-4550-9DC5-4911F1B5FA4D}" type="slidenum">
              <a:rPr kumimoji="0" lang="de-DE" b="0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</a:rPr>
              <a:pPr marL="0" marR="0" lvl="0" indent="0" defTabSz="914400" rtl="0" eaLnBrk="1" fontAlgn="auto" latinLnBrk="0" hangingPunct="1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de-DE" b="0" i="0" u="none" strike="noStrike" kern="1200" cap="none" spc="0" normalizeH="0" baseline="0" noProof="0">
              <a:ln>
                <a:noFill/>
              </a:ln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1833081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E7F1B-9BEB-BDD2-459B-4894BDD8F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84333FCF-994D-FC85-5DCE-6390E87026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419" y="1139565"/>
            <a:ext cx="4555509" cy="5162051"/>
          </a:xfrm>
          <a:prstGeom prst="rect">
            <a:avLst/>
          </a:prstGeom>
          <a:noFill/>
        </p:spPr>
      </p:pic>
      <p:sp>
        <p:nvSpPr>
          <p:cNvPr id="11" name="Titel 10">
            <a:extLst>
              <a:ext uri="{FF2B5EF4-FFF2-40B4-BE49-F238E27FC236}">
                <a16:creationId xmlns:a16="http://schemas.microsoft.com/office/drawing/2014/main" id="{4944EC4A-3FDC-E466-3FF8-56D641FCA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9" y="299633"/>
            <a:ext cx="9740106" cy="369332"/>
          </a:xfrm>
        </p:spPr>
        <p:txBody>
          <a:bodyPr wrap="square" anchor="t">
            <a:normAutofit/>
          </a:bodyPr>
          <a:lstStyle/>
          <a:p>
            <a:r>
              <a:rPr lang="zh-CN" altLang="en-US" dirty="0"/>
              <a:t>模块介绍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66B56F9E-4DEB-B263-BA6A-4184E96625F5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18319" y="642855"/>
            <a:ext cx="9740106" cy="369332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r>
              <a:rPr lang="zh-CN" altLang="en-US" dirty="0"/>
              <a:t>文件转换器</a:t>
            </a:r>
            <a:endParaRPr lang="ja-JP" altLang="en-US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D61ECCE2-3E0A-FB84-F222-48760FACE72D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6242844" y="1327355"/>
            <a:ext cx="5585362" cy="4768482"/>
          </a:xfrm>
        </p:spPr>
        <p:txBody>
          <a:bodyPr anchor="t">
            <a:normAutofit/>
          </a:bodyPr>
          <a:lstStyle/>
          <a:p>
            <a:r>
              <a:rPr lang="zh-CN" altLang="en-US" b="1" dirty="0"/>
              <a:t>支持 </a:t>
            </a:r>
            <a:r>
              <a:rPr lang="en-US" altLang="zh-CN" b="1" dirty="0"/>
              <a:t>Excel</a:t>
            </a:r>
            <a:r>
              <a:rPr lang="zh-CN" altLang="en-US" b="1" dirty="0"/>
              <a:t>、</a:t>
            </a:r>
            <a:r>
              <a:rPr lang="en-US" altLang="zh-CN" b="1" dirty="0"/>
              <a:t>Word</a:t>
            </a:r>
            <a:r>
              <a:rPr lang="zh-CN" altLang="en-US" b="1" dirty="0"/>
              <a:t>、图片等非 </a:t>
            </a:r>
            <a:r>
              <a:rPr lang="en-US" altLang="zh-CN" b="1" dirty="0"/>
              <a:t>PDF </a:t>
            </a:r>
            <a:r>
              <a:rPr lang="zh-CN" altLang="en-US" b="1" dirty="0"/>
              <a:t>格式文件的一键批量转换，直接生成 </a:t>
            </a:r>
            <a:r>
              <a:rPr lang="en-US" altLang="zh-CN" b="1" dirty="0"/>
              <a:t>PDF </a:t>
            </a:r>
            <a:r>
              <a:rPr lang="zh-CN" altLang="en-US" b="1" dirty="0"/>
              <a:t>格式。适配 </a:t>
            </a:r>
            <a:r>
              <a:rPr lang="en-US" altLang="zh-CN" b="1" dirty="0"/>
              <a:t>FAC</a:t>
            </a:r>
            <a:r>
              <a:rPr lang="zh-CN" altLang="en-US" b="1" dirty="0"/>
              <a:t>、</a:t>
            </a:r>
            <a:r>
              <a:rPr lang="en-US" altLang="zh-CN" b="1" dirty="0" err="1"/>
              <a:t>packlist</a:t>
            </a:r>
            <a:r>
              <a:rPr lang="zh-CN" altLang="en-US" b="1" dirty="0"/>
              <a:t>、</a:t>
            </a:r>
            <a:r>
              <a:rPr lang="en-US" altLang="zh-CN" b="1" dirty="0"/>
              <a:t>memo </a:t>
            </a:r>
            <a:r>
              <a:rPr lang="zh-CN" altLang="en-US" b="1" dirty="0"/>
              <a:t>等各类文件，无需打开原文件手动另存，简化转换流程。</a:t>
            </a:r>
            <a:endParaRPr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一键触发批量转换，无需逐文件处理，大幅提升多文件转换效率。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省去 “打开原文件→寻找另存为选项→选择 </a:t>
            </a:r>
            <a:r>
              <a:rPr lang="en-US" altLang="zh-CN" dirty="0"/>
              <a:t>PDF </a:t>
            </a:r>
            <a:r>
              <a:rPr lang="zh-CN" altLang="en-US" dirty="0"/>
              <a:t>格式” 的繁琐步骤，缩短转换周期。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支持多格式统一转换</a:t>
            </a:r>
            <a:r>
              <a:rPr lang="en-US" altLang="zh-CN" dirty="0"/>
              <a:t>(.xlsx, .</a:t>
            </a:r>
            <a:r>
              <a:rPr lang="en-US" altLang="zh-CN" dirty="0" err="1"/>
              <a:t>xls</a:t>
            </a:r>
            <a:r>
              <a:rPr lang="en-US" altLang="zh-CN" dirty="0"/>
              <a:t>, .docx, .doc,</a:t>
            </a:r>
            <a:r>
              <a:rPr lang="zh-CN" altLang="en-US" dirty="0"/>
              <a:t> </a:t>
            </a:r>
            <a:r>
              <a:rPr lang="en-US" altLang="zh-CN" dirty="0"/>
              <a:t>.jpg, .jpeg, .</a:t>
            </a:r>
            <a:r>
              <a:rPr lang="en-US" altLang="zh-CN" dirty="0" err="1"/>
              <a:t>png</a:t>
            </a:r>
            <a:r>
              <a:rPr lang="en-US" altLang="zh-CN" dirty="0"/>
              <a:t>, .bmp, .gif, .tiff)</a:t>
            </a:r>
            <a:r>
              <a:rPr lang="zh-CN" altLang="en-US" dirty="0"/>
              <a:t>，无需切换不同转换工具，适配多样化业务文件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4E4726AB-040E-A0F0-D696-0D69AEB0B56C}"/>
              </a:ext>
            </a:extLst>
          </p:cNvPr>
          <p:cNvSpPr>
            <a:spLocks noGrp="1"/>
          </p:cNvSpPr>
          <p:nvPr>
            <p:ph type="ftr" sz="quarter" idx="66"/>
          </p:nvPr>
        </p:nvSpPr>
        <p:spPr>
          <a:xfrm>
            <a:off x="518318" y="6687622"/>
            <a:ext cx="5433219" cy="123111"/>
          </a:xfrm>
        </p:spPr>
        <p:txBody>
          <a:bodyPr wrap="square" anchor="t">
            <a:norm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zh-TW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</a:rPr>
              <a:t>ZEISS</a:t>
            </a:r>
            <a:endParaRPr kumimoji="0" lang="en-US" altLang="zh-CN" b="0" i="0" u="none" strike="noStrike" kern="1200" cap="none" spc="0" normalizeH="0" baseline="0" noProof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25E1458-708A-9612-DCE8-E7B08FD60AB7}"/>
              </a:ext>
            </a:extLst>
          </p:cNvPr>
          <p:cNvSpPr>
            <a:spLocks noGrp="1"/>
          </p:cNvSpPr>
          <p:nvPr>
            <p:ph type="sldNum" sz="quarter" idx="67"/>
          </p:nvPr>
        </p:nvSpPr>
        <p:spPr>
          <a:xfrm>
            <a:off x="11459658" y="6687622"/>
            <a:ext cx="216405" cy="123111"/>
          </a:xfrm>
        </p:spPr>
        <p:txBody>
          <a:bodyPr wrap="none" anchor="t">
            <a:norm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C6A4AD45-2621-4550-9DC5-4911F1B5FA4D}" type="slidenum">
              <a:rPr kumimoji="0" lang="de-DE" b="0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</a:rPr>
              <a:pPr marL="0" marR="0" lvl="0" indent="0" defTabSz="914400" rtl="0" eaLnBrk="1" fontAlgn="auto" latinLnBrk="0" hangingPunct="1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de-DE" b="0" i="0" u="none" strike="noStrike" kern="1200" cap="none" spc="0" normalizeH="0" baseline="0" noProof="0">
              <a:ln>
                <a:noFill/>
              </a:ln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8815899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DE701F-8924-4876-B4DA-F5F4B3F2A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332" y="604433"/>
            <a:ext cx="9740106" cy="369332"/>
          </a:xfrm>
        </p:spPr>
        <p:txBody>
          <a:bodyPr/>
          <a:lstStyle/>
          <a:p>
            <a:r>
              <a:rPr lang="zh-CN" altLang="en-US" dirty="0"/>
              <a:t>注意事项</a:t>
            </a:r>
            <a:endParaRPr lang="zh-TW" alt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EC9C8F2-7A56-4048-BB19-09D98F15F2CF}"/>
              </a:ext>
            </a:extLst>
          </p:cNvPr>
          <p:cNvSpPr>
            <a:spLocks noGrp="1"/>
          </p:cNvSpPr>
          <p:nvPr>
            <p:ph type="ftr" sz="quarter" idx="6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zh-TW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+mn-ea"/>
                <a:cs typeface="ZEISS Frutiger Next W1G Medium"/>
              </a:rPr>
              <a:t>ZEISS</a:t>
            </a: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+mn-ea"/>
              <a:cs typeface="ZEISS Frutiger Next W1G Medium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4C63D9B-54BD-4126-9E81-7F18058829DB}"/>
              </a:ext>
            </a:extLst>
          </p:cNvPr>
          <p:cNvSpPr>
            <a:spLocks noGrp="1"/>
          </p:cNvSpPr>
          <p:nvPr>
            <p:ph type="sldNum" sz="quarter" idx="6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A4AD45-2621-4550-9DC5-4911F1B5FA4D}" type="slidenum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de-DE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+mn-ea"/>
            </a:endParaRPr>
          </a:p>
        </p:txBody>
      </p:sp>
      <p:cxnSp>
        <p:nvCxnSpPr>
          <p:cNvPr id="20" name="Gerade Verbindung 109">
            <a:extLst>
              <a:ext uri="{FF2B5EF4-FFF2-40B4-BE49-F238E27FC236}">
                <a16:creationId xmlns:a16="http://schemas.microsoft.com/office/drawing/2014/main" id="{8699D92C-4D0C-45C1-99E3-27E267E347AB}"/>
              </a:ext>
            </a:extLst>
          </p:cNvPr>
          <p:cNvCxnSpPr>
            <a:cxnSpLocks/>
          </p:cNvCxnSpPr>
          <p:nvPr/>
        </p:nvCxnSpPr>
        <p:spPr>
          <a:xfrm flipH="1">
            <a:off x="518321" y="3860800"/>
            <a:ext cx="11157742" cy="0"/>
          </a:xfrm>
          <a:prstGeom prst="line">
            <a:avLst/>
          </a:prstGeom>
          <a:ln w="6350">
            <a:solidFill>
              <a:srgbClr val="DCE3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Grafik 22">
            <a:extLst>
              <a:ext uri="{FF2B5EF4-FFF2-40B4-BE49-F238E27FC236}">
                <a16:creationId xmlns:a16="http://schemas.microsoft.com/office/drawing/2014/main" id="{E5184F31-3689-4016-99DA-2CE868F871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660683" y="4712422"/>
            <a:ext cx="244052" cy="528780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C981F658-2168-4DD2-B9FA-8E8AEDD25D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660683" y="2480398"/>
            <a:ext cx="244052" cy="528780"/>
          </a:xfrm>
          <a:prstGeom prst="rect">
            <a:avLst/>
          </a:prstGeom>
        </p:spPr>
      </p:pic>
      <p:cxnSp>
        <p:nvCxnSpPr>
          <p:cNvPr id="27" name="Gerade Verbindung 109">
            <a:extLst>
              <a:ext uri="{FF2B5EF4-FFF2-40B4-BE49-F238E27FC236}">
                <a16:creationId xmlns:a16="http://schemas.microsoft.com/office/drawing/2014/main" id="{D2BB6439-B1A5-4740-B4FA-BCCB2F4BF17B}"/>
              </a:ext>
            </a:extLst>
          </p:cNvPr>
          <p:cNvCxnSpPr>
            <a:cxnSpLocks/>
          </p:cNvCxnSpPr>
          <p:nvPr/>
        </p:nvCxnSpPr>
        <p:spPr>
          <a:xfrm flipH="1">
            <a:off x="518321" y="1628775"/>
            <a:ext cx="11157742" cy="0"/>
          </a:xfrm>
          <a:prstGeom prst="line">
            <a:avLst/>
          </a:prstGeom>
          <a:ln w="6350">
            <a:solidFill>
              <a:srgbClr val="DCE3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109">
            <a:extLst>
              <a:ext uri="{FF2B5EF4-FFF2-40B4-BE49-F238E27FC236}">
                <a16:creationId xmlns:a16="http://schemas.microsoft.com/office/drawing/2014/main" id="{9B241FEE-0AE4-4D5C-9F9E-A1591C866F89}"/>
              </a:ext>
            </a:extLst>
          </p:cNvPr>
          <p:cNvCxnSpPr>
            <a:cxnSpLocks/>
          </p:cNvCxnSpPr>
          <p:nvPr/>
        </p:nvCxnSpPr>
        <p:spPr>
          <a:xfrm flipH="1">
            <a:off x="518321" y="6092825"/>
            <a:ext cx="11157742" cy="0"/>
          </a:xfrm>
          <a:prstGeom prst="line">
            <a:avLst/>
          </a:prstGeom>
          <a:ln w="6350">
            <a:solidFill>
              <a:srgbClr val="DCE3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feld 30">
            <a:extLst>
              <a:ext uri="{FF2B5EF4-FFF2-40B4-BE49-F238E27FC236}">
                <a16:creationId xmlns:a16="http://schemas.microsoft.com/office/drawing/2014/main" id="{00195230-3551-4BB9-B350-6ABA12605319}"/>
              </a:ext>
            </a:extLst>
          </p:cNvPr>
          <p:cNvSpPr txBox="1"/>
          <p:nvPr/>
        </p:nvSpPr>
        <p:spPr>
          <a:xfrm>
            <a:off x="1778001" y="4109909"/>
            <a:ext cx="7863681" cy="173380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F2DB3"/>
                </a:solidFill>
                <a:effectLst/>
                <a:uLnTx/>
                <a:uFillTx/>
                <a:latin typeface="Microsoft YaHei" panose="020B0503020204020204" pitchFamily="34" charset="-122"/>
                <a:ea typeface="+mn-ea"/>
                <a:cs typeface="+mn-cs"/>
              </a:rPr>
              <a:t>模块</a:t>
            </a:r>
          </a:p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zh-CN" altLang="en-US" sz="1400" dirty="0">
                <a:solidFill>
                  <a:srgbClr val="000000"/>
                </a:solidFill>
                <a:latin typeface="Microsoft YaHei" panose="020B0503020204020204" pitchFamily="34" charset="-122"/>
              </a:rPr>
              <a:t>云盘爬取步距规</a:t>
            </a:r>
            <a:r>
              <a:rPr lang="en-US" altLang="zh-CN" sz="1400" dirty="0">
                <a:solidFill>
                  <a:srgbClr val="000000"/>
                </a:solidFill>
                <a:latin typeface="Microsoft YaHei" panose="020B0503020204020204" pitchFamily="34" charset="-122"/>
              </a:rPr>
              <a:t>-</a:t>
            </a:r>
            <a:r>
              <a:rPr lang="zh-CN" altLang="en-US" sz="1400" dirty="0">
                <a:solidFill>
                  <a:srgbClr val="000000"/>
                </a:solidFill>
                <a:latin typeface="Microsoft YaHei" panose="020B0503020204020204" pitchFamily="34" charset="-122"/>
              </a:rPr>
              <a:t>不支持德版证书和扫描件，下载需要联网，如果出现无法链接到云盘，建议手动从磁盘访问下云盘，再进行下载</a:t>
            </a:r>
            <a:endParaRPr lang="en-US" altLang="zh-CN" sz="1400" dirty="0">
              <a:solidFill>
                <a:srgbClr val="000000"/>
              </a:solidFill>
              <a:latin typeface="Microsoft YaHei" panose="020B0503020204020204" pitchFamily="34" charset="-122"/>
            </a:endParaRPr>
          </a:p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zh-CN" altLang="en-US" sz="1400" dirty="0">
                <a:solidFill>
                  <a:srgbClr val="000000"/>
                </a:solidFill>
                <a:latin typeface="Microsoft YaHei" panose="020B0503020204020204" pitchFamily="34" charset="-122"/>
              </a:rPr>
              <a:t>文件搜索</a:t>
            </a:r>
            <a:r>
              <a:rPr lang="en-US" altLang="zh-CN" sz="1400" dirty="0">
                <a:solidFill>
                  <a:srgbClr val="000000"/>
                </a:solidFill>
                <a:latin typeface="Microsoft YaHei" panose="020B0503020204020204" pitchFamily="34" charset="-122"/>
              </a:rPr>
              <a:t>-</a:t>
            </a:r>
            <a:r>
              <a:rPr lang="zh-CN" altLang="en-US" sz="1400" dirty="0">
                <a:solidFill>
                  <a:srgbClr val="000000"/>
                </a:solidFill>
                <a:latin typeface="Microsoft YaHei" panose="020B0503020204020204" pitchFamily="34" charset="-122"/>
              </a:rPr>
              <a:t>大量文件搜索可能消耗较多时间</a:t>
            </a:r>
            <a:endParaRPr lang="en-US" altLang="zh-CN" sz="1400" dirty="0">
              <a:solidFill>
                <a:srgbClr val="000000"/>
              </a:solidFill>
              <a:latin typeface="Microsoft YaHei" panose="020B0503020204020204" pitchFamily="34" charset="-122"/>
            </a:endParaRPr>
          </a:p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+mn-ea"/>
                <a:cs typeface="+mn-cs"/>
              </a:rPr>
              <a:t>文件转化器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+mn-ea"/>
                <a:cs typeface="+mn-cs"/>
              </a:rPr>
              <a:t>-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+mn-ea"/>
                <a:cs typeface="+mn-cs"/>
              </a:rPr>
              <a:t>一次转换不超过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+mn-ea"/>
                <a:cs typeface="+mn-cs"/>
              </a:rPr>
              <a:t>50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+mn-ea"/>
                <a:cs typeface="+mn-cs"/>
              </a:rPr>
              <a:t>个文件，避免转换超大文件（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+mn-ea"/>
                <a:cs typeface="+mn-cs"/>
              </a:rPr>
              <a:t>&gt;50MB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+mn-ea"/>
                <a:cs typeface="+mn-cs"/>
              </a:rPr>
              <a:t>）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+mn-ea"/>
              <a:cs typeface="+mn-cs"/>
            </a:endParaRPr>
          </a:p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+mn-ea"/>
              <a:cs typeface="+mn-cs"/>
            </a:endParaRPr>
          </a:p>
        </p:txBody>
      </p:sp>
      <p:sp>
        <p:nvSpPr>
          <p:cNvPr id="8" name="Textfeld 30">
            <a:extLst>
              <a:ext uri="{FF2B5EF4-FFF2-40B4-BE49-F238E27FC236}">
                <a16:creationId xmlns:a16="http://schemas.microsoft.com/office/drawing/2014/main" id="{2C4E759E-C8AB-1C27-DA6C-E6C436F9A568}"/>
              </a:ext>
            </a:extLst>
          </p:cNvPr>
          <p:cNvSpPr txBox="1"/>
          <p:nvPr/>
        </p:nvSpPr>
        <p:spPr>
          <a:xfrm>
            <a:off x="1782918" y="1784580"/>
            <a:ext cx="7863681" cy="173380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F2DB3"/>
                </a:solidFill>
                <a:effectLst/>
                <a:uLnTx/>
                <a:uFillTx/>
                <a:latin typeface="Microsoft YaHei" panose="020B0503020204020204" pitchFamily="34" charset="-122"/>
                <a:ea typeface="+mn-ea"/>
                <a:cs typeface="+mn-cs"/>
              </a:rPr>
              <a:t>主程序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F2DB3"/>
              </a:solidFill>
              <a:effectLst/>
              <a:uLnTx/>
              <a:uFillTx/>
              <a:latin typeface="Microsoft YaHei" panose="020B0503020204020204" pitchFamily="34" charset="-122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+mn-ea"/>
                <a:cs typeface="+mn-cs"/>
              </a:rPr>
              <a:t>使用说明放在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+mn-ea"/>
                <a:cs typeface="+mn-cs"/>
              </a:rPr>
              <a:t>exe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+mn-ea"/>
                <a:cs typeface="+mn-cs"/>
              </a:rPr>
              <a:t>程序同文件夹下即可识别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1400" dirty="0">
                <a:solidFill>
                  <a:srgbClr val="000000"/>
                </a:solidFill>
                <a:latin typeface="Microsoft YaHei" panose="020B0503020204020204" pitchFamily="34" charset="-122"/>
              </a:rPr>
              <a:t>如果打开程序后对</a:t>
            </a:r>
            <a:r>
              <a:rPr lang="en-US" altLang="zh-CN" sz="1400" dirty="0">
                <a:solidFill>
                  <a:srgbClr val="000000"/>
                </a:solidFill>
                <a:latin typeface="Microsoft YaHei" panose="020B0503020204020204" pitchFamily="34" charset="-122"/>
              </a:rPr>
              <a:t>datasource.xlsx</a:t>
            </a:r>
            <a:r>
              <a:rPr lang="zh-CN" altLang="en-US" sz="1400" dirty="0">
                <a:solidFill>
                  <a:srgbClr val="000000"/>
                </a:solidFill>
                <a:latin typeface="Microsoft YaHei" panose="020B0503020204020204" pitchFamily="34" charset="-122"/>
              </a:rPr>
              <a:t>做了数据修改，在保存</a:t>
            </a:r>
            <a:r>
              <a:rPr lang="en-US" altLang="zh-CN" sz="1400" dirty="0">
                <a:solidFill>
                  <a:srgbClr val="000000"/>
                </a:solidFill>
                <a:latin typeface="Microsoft YaHei" panose="020B0503020204020204" pitchFamily="34" charset="-122"/>
              </a:rPr>
              <a:t>excel</a:t>
            </a:r>
            <a:r>
              <a:rPr lang="zh-CN" altLang="en-US" sz="1400" dirty="0">
                <a:solidFill>
                  <a:srgbClr val="000000"/>
                </a:solidFill>
                <a:latin typeface="Microsoft YaHei" panose="020B0503020204020204" pitchFamily="34" charset="-122"/>
              </a:rPr>
              <a:t>后，到程序页面点击刷新</a:t>
            </a:r>
            <a:r>
              <a:rPr lang="en-US" altLang="zh-CN" sz="1400" dirty="0">
                <a:solidFill>
                  <a:srgbClr val="000000"/>
                </a:solidFill>
                <a:latin typeface="Microsoft YaHei" panose="020B0503020204020204" pitchFamily="34" charset="-122"/>
              </a:rPr>
              <a:t>excel</a:t>
            </a:r>
            <a:r>
              <a:rPr lang="zh-CN" altLang="en-US" sz="1400" dirty="0">
                <a:solidFill>
                  <a:srgbClr val="000000"/>
                </a:solidFill>
                <a:latin typeface="Microsoft YaHei" panose="020B0503020204020204" pitchFamily="34" charset="-122"/>
              </a:rPr>
              <a:t>按钮，不然仍会使用缓存中的数据</a:t>
            </a:r>
            <a:endParaRPr lang="en-US" altLang="zh-CN" sz="1400" dirty="0">
              <a:solidFill>
                <a:srgbClr val="000000"/>
              </a:solidFill>
              <a:latin typeface="Microsoft YaHei" panose="020B0503020204020204" pitchFamily="34" charset="-122"/>
            </a:endParaRPr>
          </a:p>
          <a:p>
            <a:pPr marL="285750" lvl="0" indent="-285750">
              <a:spcAft>
                <a:spcPts val="80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sz="1400" dirty="0">
                <a:solidFill>
                  <a:srgbClr val="000000"/>
                </a:solidFill>
                <a:latin typeface="Microsoft YaHei" panose="020B0503020204020204" pitchFamily="34" charset="-122"/>
              </a:rPr>
              <a:t>Tool</a:t>
            </a:r>
            <a:r>
              <a:rPr lang="zh-CN" altLang="en-US" sz="1400" dirty="0">
                <a:solidFill>
                  <a:srgbClr val="000000"/>
                </a:solidFill>
                <a:latin typeface="Microsoft YaHei" panose="020B0503020204020204" pitchFamily="34" charset="-122"/>
              </a:rPr>
              <a:t>文件夹里原始文件禁止删除</a:t>
            </a:r>
            <a:endParaRPr lang="en-US" altLang="zh-CN" sz="1400" dirty="0">
              <a:solidFill>
                <a:srgbClr val="000000"/>
              </a:solidFill>
              <a:latin typeface="Microsoft YaHei" panose="020B0503020204020204" pitchFamily="34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zh-CN" sz="1400" dirty="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642705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7982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ZEISS_ZN">
  <a:themeElements>
    <a:clrScheme name="ZEISS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72EF"/>
      </a:accent1>
      <a:accent2>
        <a:srgbClr val="4895DD"/>
      </a:accent2>
      <a:accent3>
        <a:srgbClr val="6AB0E2"/>
      </a:accent3>
      <a:accent4>
        <a:srgbClr val="A7CCED"/>
      </a:accent4>
      <a:accent5>
        <a:srgbClr val="C6DAF2"/>
      </a:accent5>
      <a:accent6>
        <a:srgbClr val="E3F1FC"/>
      </a:accent6>
      <a:hlink>
        <a:srgbClr val="0072EF"/>
      </a:hlink>
      <a:folHlink>
        <a:srgbClr val="000000"/>
      </a:folHlink>
    </a:clrScheme>
    <a:fontScheme name="ZEISS CN (Ya Hei)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2F5F8"/>
        </a:solidFill>
        <a:ln>
          <a:noFill/>
        </a:ln>
      </a:spPr>
      <a:bodyPr wrap="square" lIns="180000" tIns="180000" rIns="180000" bIns="180000" rtlCol="0" anchor="t" anchorCtr="0">
        <a:noAutofit/>
      </a:bodyPr>
      <a:lstStyle>
        <a:defPPr marL="0" marR="0" indent="0" algn="l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800"/>
          </a:spcAft>
          <a:buClrTx/>
          <a:buSzTx/>
          <a:buFont typeface="Arial" panose="020B0604020202020204" pitchFamily="34" charset="0"/>
          <a:buNone/>
          <a:tabLst/>
          <a:defRPr kumimoji="0" sz="1600" b="0" i="0" u="none" strike="noStrike" kern="1200" cap="none" spc="0" normalizeH="0" baseline="0" noProof="0" dirty="0">
            <a:ln>
              <a:noFill/>
            </a:ln>
            <a:solidFill>
              <a:srgbClr val="000000"/>
            </a:solidFill>
            <a:effectLst/>
            <a:uLnTx/>
            <a:uFillTx/>
            <a:latin typeface="ZEISS Frutiger Next W1G"/>
            <a:ea typeface="+mn-ea"/>
            <a:cs typeface="+mn-cs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marL="0" marR="0" indent="0" algn="l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800"/>
          </a:spcAft>
          <a:buClrTx/>
          <a:buSzTx/>
          <a:buFont typeface="Arial" panose="020B0604020202020204" pitchFamily="34" charset="0"/>
          <a:buNone/>
          <a:tabLst/>
          <a:defRPr kumimoji="0" sz="1600" b="0" i="0" u="none" strike="noStrike" kern="1200" cap="none" spc="0" normalizeH="0" baseline="0" noProof="0" dirty="0" smtClean="0">
            <a:ln>
              <a:noFill/>
            </a:ln>
            <a:solidFill>
              <a:srgbClr val="000000"/>
            </a:solidFill>
            <a:effectLst/>
            <a:uLnTx/>
            <a:uFillTx/>
            <a:latin typeface="Microsoft YaHei"/>
            <a:ea typeface="+mn-ea"/>
            <a:cs typeface="+mn-cs"/>
          </a:defRPr>
        </a:defPPr>
      </a:lstStyle>
    </a:txDef>
  </a:objectDefaults>
  <a:extraClrSchemeLst/>
  <a:custClrLst>
    <a:custClr name="ZEISS White">
      <a:srgbClr val="FFFFFF"/>
    </a:custClr>
    <a:custClr name="ZEISS Indigo">
      <a:srgbClr val="0F2DB3"/>
    </a:custClr>
    <a:custClr name="ZEISS Black">
      <a:srgbClr val="000000"/>
    </a:custClr>
    <a:custClr name="leer">
      <a:srgbClr val="FFFFFF"/>
    </a:custClr>
    <a:custClr name="leer">
      <a:srgbClr val="FFFFFF"/>
    </a:custClr>
    <a:custClr name="leer">
      <a:srgbClr val="FFFFFF"/>
    </a:custClr>
    <a:custClr name="leer">
      <a:srgbClr val="FFFFFF"/>
    </a:custClr>
    <a:custClr name="leer">
      <a:srgbClr val="FFFFFF"/>
    </a:custClr>
    <a:custClr name="leer">
      <a:srgbClr val="FFFFFF"/>
    </a:custClr>
    <a:custClr name="leer">
      <a:srgbClr val="FFFFFF"/>
    </a:custClr>
    <a:custClr name="ZEISS Black">
      <a:srgbClr val="000000"/>
    </a:custClr>
    <a:custClr name="ZEISS Ultradark Gray">
      <a:srgbClr val="32373E"/>
    </a:custClr>
    <a:custClr name="ZEISS Dark Gray">
      <a:srgbClr val="4E565F"/>
    </a:custClr>
    <a:custClr name="ZEISS Semidark Gray">
      <a:srgbClr val="606A76"/>
    </a:custClr>
    <a:custClr name="ZEISS Medium Gray">
      <a:srgbClr val="778592"/>
    </a:custClr>
    <a:custClr name="ZEISS Semilight Gray">
      <a:srgbClr val="929EAB"/>
    </a:custClr>
    <a:custClr name="ZEISS Light Gray">
      <a:srgbClr val="B4C0CA"/>
    </a:custClr>
    <a:custClr name="ZEISS Ultralight Gray">
      <a:srgbClr val="DCE3E9"/>
    </a:custClr>
    <a:custClr name="ZEISS Semiwhite Gray">
      <a:srgbClr val="F2F5F8"/>
    </a:custClr>
    <a:custClr name="ZEISS White">
      <a:srgbClr val="FFFFFF"/>
    </a:custClr>
    <a:custClr name="ZEISS Purple Red">
      <a:srgbClr val="A70240"/>
    </a:custClr>
    <a:custClr name="ZEISS Bright Orange Neon">
      <a:srgbClr val="E71E1E"/>
    </a:custClr>
    <a:custClr name="ZEISS Orange">
      <a:srgbClr val="EA591B"/>
    </a:custClr>
    <a:custClr name="ZEISS Bright Lemon">
      <a:srgbClr val="FDBB08"/>
    </a:custClr>
    <a:custClr name="ZEISS Light Green">
      <a:srgbClr val="D9E906"/>
    </a:custClr>
    <a:custClr name="ZEISS Green">
      <a:srgbClr val="1E8565"/>
    </a:custClr>
    <a:custClr name="leer">
      <a:srgbClr val="FFFFFF"/>
    </a:custClr>
    <a:custClr name="leer">
      <a:srgbClr val="FFFFFF"/>
    </a:custClr>
    <a:custClr name="leer">
      <a:srgbClr val="FFFFFF"/>
    </a:custClr>
    <a:custClr name="leer">
      <a:srgbClr val="FFFFFF"/>
    </a:custClr>
  </a:custClrLst>
  <a:extLst>
    <a:ext uri="{05A4C25C-085E-4340-85A3-A5531E510DB2}">
      <thm15:themeFamily xmlns:thm15="http://schemas.microsoft.com/office/thememl/2012/main" name="蔡司演示文稿母版_中文版.potx" id="{E251017F-4F86-46E1-8B99-46D828E98333}" vid="{61CEC941-8742-419D-B6CE-28534A381446}"/>
    </a:ext>
  </a:extLst>
</a:theme>
</file>

<file path=ppt/theme/theme3.xml><?xml version="1.0" encoding="utf-8"?>
<a:theme xmlns:a="http://schemas.openxmlformats.org/drawingml/2006/main" name="1_ZEISS_ZN">
  <a:themeElements>
    <a:clrScheme name="ZEISS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72EF"/>
      </a:accent1>
      <a:accent2>
        <a:srgbClr val="4895DD"/>
      </a:accent2>
      <a:accent3>
        <a:srgbClr val="6AB0E2"/>
      </a:accent3>
      <a:accent4>
        <a:srgbClr val="A7CCED"/>
      </a:accent4>
      <a:accent5>
        <a:srgbClr val="C6DAF2"/>
      </a:accent5>
      <a:accent6>
        <a:srgbClr val="E3F1FC"/>
      </a:accent6>
      <a:hlink>
        <a:srgbClr val="0072EF"/>
      </a:hlink>
      <a:folHlink>
        <a:srgbClr val="000000"/>
      </a:folHlink>
    </a:clrScheme>
    <a:fontScheme name="ZEISS CN (Ya Hei)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2F5F8"/>
        </a:solidFill>
        <a:ln>
          <a:noFill/>
        </a:ln>
      </a:spPr>
      <a:bodyPr wrap="square" lIns="180000" tIns="180000" rIns="180000" bIns="180000" rtlCol="0" anchor="t" anchorCtr="0">
        <a:noAutofit/>
      </a:bodyPr>
      <a:lstStyle>
        <a:defPPr marL="0" marR="0" indent="0" algn="l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800"/>
          </a:spcAft>
          <a:buClrTx/>
          <a:buSzTx/>
          <a:buFont typeface="Arial" panose="020B0604020202020204" pitchFamily="34" charset="0"/>
          <a:buNone/>
          <a:tabLst/>
          <a:defRPr kumimoji="0" sz="1600" b="0" i="0" u="none" strike="noStrike" kern="1200" cap="none" spc="0" normalizeH="0" baseline="0" noProof="0" dirty="0">
            <a:ln>
              <a:noFill/>
            </a:ln>
            <a:solidFill>
              <a:srgbClr val="000000"/>
            </a:solidFill>
            <a:effectLst/>
            <a:uLnTx/>
            <a:uFillTx/>
            <a:latin typeface="ZEISS Frutiger Next W1G"/>
            <a:ea typeface="+mn-ea"/>
            <a:cs typeface="+mn-cs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marL="0" marR="0" indent="0" algn="l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800"/>
          </a:spcAft>
          <a:buClrTx/>
          <a:buSzTx/>
          <a:buFont typeface="Arial" panose="020B0604020202020204" pitchFamily="34" charset="0"/>
          <a:buNone/>
          <a:tabLst/>
          <a:defRPr kumimoji="0" sz="1600" b="0" i="0" u="none" strike="noStrike" kern="1200" cap="none" spc="0" normalizeH="0" baseline="0" noProof="0" dirty="0" smtClean="0">
            <a:ln>
              <a:noFill/>
            </a:ln>
            <a:solidFill>
              <a:srgbClr val="000000"/>
            </a:solidFill>
            <a:effectLst/>
            <a:uLnTx/>
            <a:uFillTx/>
            <a:latin typeface="Microsoft YaHei"/>
            <a:ea typeface="+mn-ea"/>
            <a:cs typeface="+mn-cs"/>
          </a:defRPr>
        </a:defPPr>
      </a:lstStyle>
    </a:txDef>
  </a:objectDefaults>
  <a:extraClrSchemeLst/>
  <a:custClrLst>
    <a:custClr name="ZEISS White">
      <a:srgbClr val="FFFFFF"/>
    </a:custClr>
    <a:custClr name="ZEISS Indigo">
      <a:srgbClr val="0F2DB3"/>
    </a:custClr>
    <a:custClr name="ZEISS Black">
      <a:srgbClr val="000000"/>
    </a:custClr>
    <a:custClr name="leer">
      <a:srgbClr val="FFFFFF"/>
    </a:custClr>
    <a:custClr name="leer">
      <a:srgbClr val="FFFFFF"/>
    </a:custClr>
    <a:custClr name="leer">
      <a:srgbClr val="FFFFFF"/>
    </a:custClr>
    <a:custClr name="leer">
      <a:srgbClr val="FFFFFF"/>
    </a:custClr>
    <a:custClr name="leer">
      <a:srgbClr val="FFFFFF"/>
    </a:custClr>
    <a:custClr name="leer">
      <a:srgbClr val="FFFFFF"/>
    </a:custClr>
    <a:custClr name="leer">
      <a:srgbClr val="FFFFFF"/>
    </a:custClr>
    <a:custClr name="ZEISS Black">
      <a:srgbClr val="000000"/>
    </a:custClr>
    <a:custClr name="ZEISS Ultradark Gray">
      <a:srgbClr val="32373E"/>
    </a:custClr>
    <a:custClr name="ZEISS Dark Gray">
      <a:srgbClr val="4E565F"/>
    </a:custClr>
    <a:custClr name="ZEISS Semidark Gray">
      <a:srgbClr val="606A76"/>
    </a:custClr>
    <a:custClr name="ZEISS Medium Gray">
      <a:srgbClr val="778592"/>
    </a:custClr>
    <a:custClr name="ZEISS Semilight Gray">
      <a:srgbClr val="929EAB"/>
    </a:custClr>
    <a:custClr name="ZEISS Light Gray">
      <a:srgbClr val="B4C0CA"/>
    </a:custClr>
    <a:custClr name="ZEISS Ultralight Gray">
      <a:srgbClr val="DCE3E9"/>
    </a:custClr>
    <a:custClr name="ZEISS Semiwhite Gray">
      <a:srgbClr val="F2F5F8"/>
    </a:custClr>
    <a:custClr name="ZEISS White">
      <a:srgbClr val="FFFFFF"/>
    </a:custClr>
    <a:custClr name="ZEISS Purple Red">
      <a:srgbClr val="A70240"/>
    </a:custClr>
    <a:custClr name="ZEISS Bright Orange Neon">
      <a:srgbClr val="E71E1E"/>
    </a:custClr>
    <a:custClr name="ZEISS Orange">
      <a:srgbClr val="EA591B"/>
    </a:custClr>
    <a:custClr name="ZEISS Bright Lemon">
      <a:srgbClr val="FDBB08"/>
    </a:custClr>
    <a:custClr name="ZEISS Light Green">
      <a:srgbClr val="D9E906"/>
    </a:custClr>
    <a:custClr name="ZEISS Green">
      <a:srgbClr val="1E8565"/>
    </a:custClr>
    <a:custClr name="leer">
      <a:srgbClr val="FFFFFF"/>
    </a:custClr>
    <a:custClr name="leer">
      <a:srgbClr val="FFFFFF"/>
    </a:custClr>
    <a:custClr name="leer">
      <a:srgbClr val="FFFFFF"/>
    </a:custClr>
    <a:custClr name="leer">
      <a:srgbClr val="FFFFFF"/>
    </a:custClr>
  </a:custClrLst>
  <a:extLst>
    <a:ext uri="{05A4C25C-085E-4340-85A3-A5531E510DB2}">
      <thm15:themeFamily xmlns:thm15="http://schemas.microsoft.com/office/thememl/2012/main" name="蔡司模板集合_中文版.potx" id="{EEDE939C-FAFB-4C4C-A9DB-DD4AD0201ED0}" vid="{487C6D39-99D8-4F32-86EF-F99CFAF3EE45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ZEISS">
    <a:dk1>
      <a:srgbClr val="000000"/>
    </a:dk1>
    <a:lt1>
      <a:srgbClr val="FFFFFF"/>
    </a:lt1>
    <a:dk2>
      <a:srgbClr val="000000"/>
    </a:dk2>
    <a:lt2>
      <a:srgbClr val="FFFFFF"/>
    </a:lt2>
    <a:accent1>
      <a:srgbClr val="0072EF"/>
    </a:accent1>
    <a:accent2>
      <a:srgbClr val="4895DD"/>
    </a:accent2>
    <a:accent3>
      <a:srgbClr val="6AB0E2"/>
    </a:accent3>
    <a:accent4>
      <a:srgbClr val="A7CCED"/>
    </a:accent4>
    <a:accent5>
      <a:srgbClr val="C6DAF2"/>
    </a:accent5>
    <a:accent6>
      <a:srgbClr val="E3F1FC"/>
    </a:accent6>
    <a:hlink>
      <a:srgbClr val="0072EF"/>
    </a:hlink>
    <a:folHlink>
      <a:srgbClr val="000000"/>
    </a:folHlink>
  </a:clrScheme>
</a:themeOverride>
</file>

<file path=docMetadata/LabelInfo.xml><?xml version="1.0" encoding="utf-8"?>
<clbl:labelList xmlns:clbl="http://schemas.microsoft.com/office/2020/mipLabelMetadata">
  <clbl:label id="{76d0d7e5-9e1e-4dfe-879d-72365f5b5702}" enabled="1" method="Privileged" siteId="{28042244-bb51-4cd6-8034-7776fa3703e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842</TotalTime>
  <Words>1366</Words>
  <Application>Microsoft Office PowerPoint</Application>
  <PresentationFormat>宽屏</PresentationFormat>
  <Paragraphs>143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14</vt:i4>
      </vt:variant>
    </vt:vector>
  </HeadingPairs>
  <TitlesOfParts>
    <vt:vector size="25" baseType="lpstr">
      <vt:lpstr>等线</vt:lpstr>
      <vt:lpstr>等线 Light</vt:lpstr>
      <vt:lpstr>Inter</vt:lpstr>
      <vt:lpstr>Microsoft YaHei</vt:lpstr>
      <vt:lpstr>Arial</vt:lpstr>
      <vt:lpstr>Symbol</vt:lpstr>
      <vt:lpstr>Wingdings</vt:lpstr>
      <vt:lpstr>ZEISS Frutiger Next W1G</vt:lpstr>
      <vt:lpstr>Office 主题​​</vt:lpstr>
      <vt:lpstr>ZEISS_ZN</vt:lpstr>
      <vt:lpstr>1_ZEISS_ZN</vt:lpstr>
      <vt:lpstr>Automation Tool</vt:lpstr>
      <vt:lpstr>目的Purpose</vt:lpstr>
      <vt:lpstr>目录Catalog</vt:lpstr>
      <vt:lpstr>程序打开和使用</vt:lpstr>
      <vt:lpstr>主页面介绍</vt:lpstr>
      <vt:lpstr>模块介绍</vt:lpstr>
      <vt:lpstr>模块介绍</vt:lpstr>
      <vt:lpstr>模块介绍</vt:lpstr>
      <vt:lpstr>模块介绍</vt:lpstr>
      <vt:lpstr>模块介绍</vt:lpstr>
      <vt:lpstr>模块介绍</vt:lpstr>
      <vt:lpstr>模块介绍</vt:lpstr>
      <vt:lpstr>注意事项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Yu, Humphry</dc:creator>
  <cp:lastModifiedBy>Yu, Humphry</cp:lastModifiedBy>
  <cp:revision>2</cp:revision>
  <dcterms:created xsi:type="dcterms:W3CDTF">2025-11-17T14:38:22Z</dcterms:created>
  <dcterms:modified xsi:type="dcterms:W3CDTF">2025-11-19T00:42:26Z</dcterms:modified>
</cp:coreProperties>
</file>